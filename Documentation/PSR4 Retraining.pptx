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7FFFFDA8_B9FA16EE.xml" ContentType="application/vnd.ms-powerpoint.comments+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674" r:id="rId5"/>
    <p:sldMasterId id="2147483703" r:id="rId6"/>
  </p:sldMasterIdLst>
  <p:notesMasterIdLst>
    <p:notesMasterId r:id="rId24"/>
  </p:notesMasterIdLst>
  <p:handoutMasterIdLst>
    <p:handoutMasterId r:id="rId25"/>
  </p:handoutMasterIdLst>
  <p:sldIdLst>
    <p:sldId id="2147483018" r:id="rId7"/>
    <p:sldId id="2142531959" r:id="rId8"/>
    <p:sldId id="2147483024" r:id="rId9"/>
    <p:sldId id="2147483047" r:id="rId10"/>
    <p:sldId id="2142531958" r:id="rId11"/>
    <p:sldId id="2147483030" r:id="rId12"/>
    <p:sldId id="2147483048" r:id="rId13"/>
    <p:sldId id="2147483046" r:id="rId14"/>
    <p:sldId id="2147483058" r:id="rId15"/>
    <p:sldId id="2147483059" r:id="rId16"/>
    <p:sldId id="2147483049" r:id="rId17"/>
    <p:sldId id="2147483052" r:id="rId18"/>
    <p:sldId id="2147483050" r:id="rId19"/>
    <p:sldId id="2147483055" r:id="rId20"/>
    <p:sldId id="2147483054" r:id="rId21"/>
    <p:sldId id="2147483056" r:id="rId22"/>
    <p:sldId id="214748305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24DCB1A-ADCC-7144-BA4F-F23CBAB468DE}">
          <p14:sldIdLst>
            <p14:sldId id="2147483018"/>
            <p14:sldId id="2142531959"/>
            <p14:sldId id="2147483024"/>
            <p14:sldId id="2147483047"/>
            <p14:sldId id="2142531958"/>
            <p14:sldId id="2147483030"/>
            <p14:sldId id="2147483048"/>
            <p14:sldId id="2147483046"/>
            <p14:sldId id="2147483058"/>
            <p14:sldId id="2147483059"/>
          </p14:sldIdLst>
        </p14:section>
        <p14:section name="Appendix" id="{21E8C088-6211-FD46-B0CD-D6A148DBC6B6}">
          <p14:sldIdLst>
            <p14:sldId id="2147483049"/>
            <p14:sldId id="2147483052"/>
            <p14:sldId id="2147483050"/>
            <p14:sldId id="2147483055"/>
            <p14:sldId id="2147483054"/>
            <p14:sldId id="2147483056"/>
            <p14:sldId id="2147483057"/>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71F0201-AB36-C463-1784-F75D230B986D}" name="Sebastian Ruiz Ferrer Mac Gregor" initials="SG" userId="S::sebastian.ruizferrermacgregor@zelis.com::70f046ed-b815-4a8f-bf16-7ea2cd895834" providerId="AD"/>
  <p188:author id="{FE79EA0F-5416-63CE-61C4-16A67CB4673C}" name="Renzo La Rosa" initials="RL" userId="S::renzo.larosa@zelis.com::a1c3c225-f1aa-4524-8c77-9a28cf2f1337" providerId="AD"/>
  <p188:author id="{9C7A9B4C-22E6-9554-3D9E-980AE8375BA2}" name="Anusha Pokuri" initials="" userId="S::anusha.pokuri@zelis.com::6d91e1d7-c82e-4410-86ae-863f3177e054" providerId="AD"/>
  <p188:author id="{5E31A953-3BA0-D3BA-893F-458681F65999}" name="Kevin Smith" initials="KS" userId="S::kevin.smith@zelis.com::898e5229-3413-449f-a987-d9b471ce19d1" providerId="AD"/>
  <p188:author id="{8869888F-0745-1F20-027D-84B28B05D270}" name="Ryan Gladney" initials="RG" userId="S::ryan.gladney@zelis.com::eef84624-ec6c-4f17-9983-b9011dd8859a" providerId="AD"/>
  <p188:author id="{64F956D4-A69A-E8AD-419F-A53D2EF29F19}" name="Pranav Phanindra Sai Manepalli (Pranav Phanindra Manepalli)" initials="PM" userId="S::pranavphanindrasai.manepalli@zelis.com::7b98a498-7da2-4d5a-afd7-e52659565db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Elyse Lazartic" initials="EL" lastIdx="2" clrIdx="0">
    <p:extLst>
      <p:ext uri="{19B8F6BF-5375-455C-9EA6-DF929625EA0E}">
        <p15:presenceInfo xmlns:p15="http://schemas.microsoft.com/office/powerpoint/2012/main" userId="S::Elyse.Lazartic@zelis.com::cfab8330-90aa-452a-8722-9f06e710f924" providerId="AD"/>
      </p:ext>
    </p:extLst>
  </p:cmAuthor>
  <p:cmAuthor id="2" name="Pamela Klein" initials="PK" lastIdx="23" clrIdx="1">
    <p:extLst>
      <p:ext uri="{19B8F6BF-5375-455C-9EA6-DF929625EA0E}">
        <p15:presenceInfo xmlns:p15="http://schemas.microsoft.com/office/powerpoint/2012/main" userId="S::Pamela.Klein@zelis.com::e021caf8-7278-440f-b0a0-df600616257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0808"/>
    <a:srgbClr val="000000"/>
    <a:srgbClr val="D1D1D1"/>
    <a:srgbClr val="AAF1A5"/>
    <a:srgbClr val="E8E8E8"/>
    <a:srgbClr val="33CC33"/>
    <a:srgbClr val="CCFFCC"/>
    <a:srgbClr val="99FF99"/>
    <a:srgbClr val="23004B"/>
    <a:srgbClr val="777DF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01B7E0-A960-46DF-99E0-58FCC7E8296E}" v="2" dt="2026-07-16T07:00:04.7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handoutMaster" Target="handoutMasters/handoutMaster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notesMaster" Target="notesMasters/notesMaster1.xml"/><Relationship Id="rId32"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slide" Target="slides/slide13.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presProps" Target="presProps.xml"/><Relationship Id="rId30" Type="http://schemas.openxmlformats.org/officeDocument/2006/relationships/tableStyles" Target="tableStyles.xml"/><Relationship Id="rId8"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bastian Ruiz Ferrer Mac Gregor" userId="S::sebastian.ruizferrermacgregor@zelis.com::70f046ed-b815-4a8f-bf16-7ea2cd895834" providerId="AD" clId="Web-{1A9E33C7-2B71-9985-5F21-1BC45FA9E2CD}"/>
    <pc:docChg chg="mod">
      <pc:chgData name="Sebastian Ruiz Ferrer Mac Gregor" userId="S::sebastian.ruizferrermacgregor@zelis.com::70f046ed-b815-4a8f-bf16-7ea2cd895834" providerId="AD" clId="Web-{1A9E33C7-2B71-9985-5F21-1BC45FA9E2CD}" dt="2026-07-01T16:44:54.409" v="0"/>
      <pc:docMkLst>
        <pc:docMk/>
      </pc:docMkLst>
    </pc:docChg>
  </pc:docChgLst>
  <pc:docChgLst>
    <pc:chgData name="Sai Satya Pranav Penta" userId="S::saisatyapranav.penta@zelis.com::f63ba255-8201-48ad-8642-382eaec679e7" providerId="AD" clId="Web-{FD843CBE-A966-97B8-E4C1-84E01268CF84}"/>
    <pc:docChg chg="modSld sldOrd">
      <pc:chgData name="Sai Satya Pranav Penta" userId="S::saisatyapranav.penta@zelis.com::f63ba255-8201-48ad-8642-382eaec679e7" providerId="AD" clId="Web-{FD843CBE-A966-97B8-E4C1-84E01268CF84}" dt="2026-07-02T09:40:14.526" v="628" actId="20577"/>
      <pc:docMkLst>
        <pc:docMk/>
      </pc:docMkLst>
      <pc:sldChg chg="modSp">
        <pc:chgData name="Sai Satya Pranav Penta" userId="S::saisatyapranav.penta@zelis.com::f63ba255-8201-48ad-8642-382eaec679e7" providerId="AD" clId="Web-{FD843CBE-A966-97B8-E4C1-84E01268CF84}" dt="2026-07-02T09:40:14.526" v="628" actId="20577"/>
        <pc:sldMkLst>
          <pc:docMk/>
          <pc:sldMk cId="2067671313" sldId="2142531958"/>
        </pc:sldMkLst>
        <pc:spChg chg="mod">
          <ac:chgData name="Sai Satya Pranav Penta" userId="S::saisatyapranav.penta@zelis.com::f63ba255-8201-48ad-8642-382eaec679e7" providerId="AD" clId="Web-{FD843CBE-A966-97B8-E4C1-84E01268CF84}" dt="2026-07-02T09:40:14.526" v="628" actId="20577"/>
          <ac:spMkLst>
            <pc:docMk/>
            <pc:sldMk cId="2067671313" sldId="2142531958"/>
            <ac:spMk id="2" creationId="{486F7AC1-9DA7-C186-C117-1631237EF4CC}"/>
          </ac:spMkLst>
        </pc:spChg>
        <pc:graphicFrameChg chg="mod modGraphic">
          <ac:chgData name="Sai Satya Pranav Penta" userId="S::saisatyapranav.penta@zelis.com::f63ba255-8201-48ad-8642-382eaec679e7" providerId="AD" clId="Web-{FD843CBE-A966-97B8-E4C1-84E01268CF84}" dt="2026-07-02T09:37:31.650" v="590"/>
          <ac:graphicFrameMkLst>
            <pc:docMk/>
            <pc:sldMk cId="2067671313" sldId="2142531958"/>
            <ac:graphicFrameMk id="6" creationId="{49F7EA0F-A5D7-56A3-26E8-3435985C23C3}"/>
          </ac:graphicFrameMkLst>
        </pc:graphicFrameChg>
      </pc:sldChg>
      <pc:sldChg chg="ord">
        <pc:chgData name="Sai Satya Pranav Penta" userId="S::saisatyapranav.penta@zelis.com::f63ba255-8201-48ad-8642-382eaec679e7" providerId="AD" clId="Web-{FD843CBE-A966-97B8-E4C1-84E01268CF84}" dt="2026-07-02T09:39:43.369" v="625"/>
        <pc:sldMkLst>
          <pc:docMk/>
          <pc:sldMk cId="1377334234" sldId="2147483018"/>
        </pc:sldMkLst>
      </pc:sldChg>
      <pc:sldChg chg="ord">
        <pc:chgData name="Sai Satya Pranav Penta" userId="S::saisatyapranav.penta@zelis.com::f63ba255-8201-48ad-8642-382eaec679e7" providerId="AD" clId="Web-{FD843CBE-A966-97B8-E4C1-84E01268CF84}" dt="2026-07-02T06:53:57.210" v="48"/>
        <pc:sldMkLst>
          <pc:docMk/>
          <pc:sldMk cId="1697154394" sldId="2147483024"/>
        </pc:sldMkLst>
      </pc:sldChg>
      <pc:sldChg chg="addSp delSp modSp mod modClrScheme chgLayout">
        <pc:chgData name="Sai Satya Pranav Penta" userId="S::saisatyapranav.penta@zelis.com::f63ba255-8201-48ad-8642-382eaec679e7" providerId="AD" clId="Web-{FD843CBE-A966-97B8-E4C1-84E01268CF84}" dt="2026-07-02T09:37:51.822" v="616"/>
        <pc:sldMkLst>
          <pc:docMk/>
          <pc:sldMk cId="1872453827" sldId="2147483030"/>
        </pc:sldMkLst>
        <pc:spChg chg="mod ord">
          <ac:chgData name="Sai Satya Pranav Penta" userId="S::saisatyapranav.penta@zelis.com::f63ba255-8201-48ad-8642-382eaec679e7" providerId="AD" clId="Web-{FD843CBE-A966-97B8-E4C1-84E01268CF84}" dt="2026-07-02T09:00:18.574" v="211"/>
          <ac:spMkLst>
            <pc:docMk/>
            <pc:sldMk cId="1872453827" sldId="2147483030"/>
            <ac:spMk id="2" creationId="{0EA52669-A40D-530A-0232-F40AF36F953F}"/>
          </ac:spMkLst>
        </pc:spChg>
        <pc:spChg chg="mod ord">
          <ac:chgData name="Sai Satya Pranav Penta" userId="S::saisatyapranav.penta@zelis.com::f63ba255-8201-48ad-8642-382eaec679e7" providerId="AD" clId="Web-{FD843CBE-A966-97B8-E4C1-84E01268CF84}" dt="2026-07-02T09:00:18.574" v="211"/>
          <ac:spMkLst>
            <pc:docMk/>
            <pc:sldMk cId="1872453827" sldId="2147483030"/>
            <ac:spMk id="4" creationId="{38EE5999-4793-277C-387E-374BA5A8D068}"/>
          </ac:spMkLst>
        </pc:spChg>
        <pc:spChg chg="mod">
          <ac:chgData name="Sai Satya Pranav Penta" userId="S::saisatyapranav.penta@zelis.com::f63ba255-8201-48ad-8642-382eaec679e7" providerId="AD" clId="Web-{FD843CBE-A966-97B8-E4C1-84E01268CF84}" dt="2026-07-02T08:57:56.339" v="207" actId="20577"/>
          <ac:spMkLst>
            <pc:docMk/>
            <pc:sldMk cId="1872453827" sldId="2147483030"/>
            <ac:spMk id="8" creationId="{DD11A10E-5B51-0D46-4608-DF0D49BC2165}"/>
          </ac:spMkLst>
        </pc:spChg>
        <pc:spChg chg="add mod">
          <ac:chgData name="Sai Satya Pranav Penta" userId="S::saisatyapranav.penta@zelis.com::f63ba255-8201-48ad-8642-382eaec679e7" providerId="AD" clId="Web-{FD843CBE-A966-97B8-E4C1-84E01268CF84}" dt="2026-07-02T09:01:46.074" v="222" actId="20577"/>
          <ac:spMkLst>
            <pc:docMk/>
            <pc:sldMk cId="1872453827" sldId="2147483030"/>
            <ac:spMk id="9" creationId="{12CF5F0B-5790-4A27-D624-089CD7837138}"/>
          </ac:spMkLst>
        </pc:spChg>
        <pc:graphicFrameChg chg="mod modGraphic">
          <ac:chgData name="Sai Satya Pranav Penta" userId="S::saisatyapranav.penta@zelis.com::f63ba255-8201-48ad-8642-382eaec679e7" providerId="AD" clId="Web-{FD843CBE-A966-97B8-E4C1-84E01268CF84}" dt="2026-07-02T09:37:51.822" v="616"/>
          <ac:graphicFrameMkLst>
            <pc:docMk/>
            <pc:sldMk cId="1872453827" sldId="2147483030"/>
            <ac:graphicFrameMk id="6" creationId="{5AF98256-3D34-28F2-8BCE-A44C02BFA7A1}"/>
          </ac:graphicFrameMkLst>
        </pc:graphicFrameChg>
      </pc:sldChg>
      <pc:sldChg chg="modSp">
        <pc:chgData name="Sai Satya Pranav Penta" userId="S::saisatyapranav.penta@zelis.com::f63ba255-8201-48ad-8642-382eaec679e7" providerId="AD" clId="Web-{FD843CBE-A966-97B8-E4C1-84E01268CF84}" dt="2026-07-02T09:36:28.056" v="508"/>
        <pc:sldMkLst>
          <pc:docMk/>
          <pc:sldMk cId="2731098215" sldId="2147483047"/>
        </pc:sldMkLst>
        <pc:graphicFrameChg chg="mod modGraphic">
          <ac:chgData name="Sai Satya Pranav Penta" userId="S::saisatyapranav.penta@zelis.com::f63ba255-8201-48ad-8642-382eaec679e7" providerId="AD" clId="Web-{FD843CBE-A966-97B8-E4C1-84E01268CF84}" dt="2026-07-02T09:36:28.056" v="508"/>
          <ac:graphicFrameMkLst>
            <pc:docMk/>
            <pc:sldMk cId="2731098215" sldId="2147483047"/>
            <ac:graphicFrameMk id="17" creationId="{2A16F76A-D024-C642-9FA5-F9D67E48E983}"/>
          </ac:graphicFrameMkLst>
        </pc:graphicFrameChg>
      </pc:sldChg>
      <pc:sldChg chg="addSp delSp modSp">
        <pc:chgData name="Sai Satya Pranav Penta" userId="S::saisatyapranav.penta@zelis.com::f63ba255-8201-48ad-8642-382eaec679e7" providerId="AD" clId="Web-{FD843CBE-A966-97B8-E4C1-84E01268CF84}" dt="2026-07-02T09:38:08.244" v="624"/>
        <pc:sldMkLst>
          <pc:docMk/>
          <pc:sldMk cId="3120174830" sldId="2147483048"/>
        </pc:sldMkLst>
        <pc:spChg chg="mod">
          <ac:chgData name="Sai Satya Pranav Penta" userId="S::saisatyapranav.penta@zelis.com::f63ba255-8201-48ad-8642-382eaec679e7" providerId="AD" clId="Web-{FD843CBE-A966-97B8-E4C1-84E01268CF84}" dt="2026-07-02T06:48:08.243" v="37" actId="20577"/>
          <ac:spMkLst>
            <pc:docMk/>
            <pc:sldMk cId="3120174830" sldId="2147483048"/>
            <ac:spMk id="4" creationId="{14AEA329-4FA5-3FCB-78D0-6F58DB497DEC}"/>
          </ac:spMkLst>
        </pc:spChg>
        <pc:graphicFrameChg chg="add mod modGraphic">
          <ac:chgData name="Sai Satya Pranav Penta" userId="S::saisatyapranav.penta@zelis.com::f63ba255-8201-48ad-8642-382eaec679e7" providerId="AD" clId="Web-{FD843CBE-A966-97B8-E4C1-84E01268CF84}" dt="2026-07-02T09:38:08.244" v="624"/>
          <ac:graphicFrameMkLst>
            <pc:docMk/>
            <pc:sldMk cId="3120174830" sldId="2147483048"/>
            <ac:graphicFrameMk id="6" creationId="{4BF7EA5E-12BD-63BA-DE43-34CE282EF42A}"/>
          </ac:graphicFrameMkLst>
        </pc:graphicFrameChg>
      </pc:sldChg>
      <pc:sldChg chg="ord">
        <pc:chgData name="Sai Satya Pranav Penta" userId="S::saisatyapranav.penta@zelis.com::f63ba255-8201-48ad-8642-382eaec679e7" providerId="AD" clId="Web-{FD843CBE-A966-97B8-E4C1-84E01268CF84}" dt="2026-07-02T06:49:20.899" v="47"/>
        <pc:sldMkLst>
          <pc:docMk/>
          <pc:sldMk cId="4052073049" sldId="2147483050"/>
        </pc:sldMkLst>
      </pc:sldChg>
      <pc:sldChg chg="ord">
        <pc:chgData name="Sai Satya Pranav Penta" userId="S::saisatyapranav.penta@zelis.com::f63ba255-8201-48ad-8642-382eaec679e7" providerId="AD" clId="Web-{FD843CBE-A966-97B8-E4C1-84E01268CF84}" dt="2026-07-02T05:33:00.261" v="2"/>
        <pc:sldMkLst>
          <pc:docMk/>
          <pc:sldMk cId="3251662809" sldId="2147483052"/>
        </pc:sldMkLst>
      </pc:sldChg>
      <pc:sldChg chg="ord">
        <pc:chgData name="Sai Satya Pranav Penta" userId="S::saisatyapranav.penta@zelis.com::f63ba255-8201-48ad-8642-382eaec679e7" providerId="AD" clId="Web-{FD843CBE-A966-97B8-E4C1-84E01268CF84}" dt="2026-07-02T06:49:17.102" v="46"/>
        <pc:sldMkLst>
          <pc:docMk/>
          <pc:sldMk cId="2778374449" sldId="2147483057"/>
        </pc:sldMkLst>
      </pc:sldChg>
    </pc:docChg>
  </pc:docChgLst>
  <pc:docChgLst>
    <pc:chgData name="Sebastian Ruiz Ferrer Mac Gregor" userId="S::sebastian.ruizferrermacgregor@zelis.com::70f046ed-b815-4a8f-bf16-7ea2cd895834" providerId="AD" clId="Web-{7D900F11-C2F2-8404-3A38-5B222D7AEB50}"/>
    <pc:docChg chg="sldOrd">
      <pc:chgData name="Sebastian Ruiz Ferrer Mac Gregor" userId="S::sebastian.ruizferrermacgregor@zelis.com::70f046ed-b815-4a8f-bf16-7ea2cd895834" providerId="AD" clId="Web-{7D900F11-C2F2-8404-3A38-5B222D7AEB50}" dt="2026-07-14T12:00:31.500" v="0"/>
      <pc:docMkLst>
        <pc:docMk/>
      </pc:docMkLst>
      <pc:sldChg chg="ord">
        <pc:chgData name="Sebastian Ruiz Ferrer Mac Gregor" userId="S::sebastian.ruizferrermacgregor@zelis.com::70f046ed-b815-4a8f-bf16-7ea2cd895834" providerId="AD" clId="Web-{7D900F11-C2F2-8404-3A38-5B222D7AEB50}" dt="2026-07-14T12:00:31.500" v="0"/>
        <pc:sldMkLst>
          <pc:docMk/>
          <pc:sldMk cId="2275385242" sldId="2147483054"/>
        </pc:sldMkLst>
      </pc:sldChg>
    </pc:docChg>
  </pc:docChgLst>
  <pc:docChgLst>
    <pc:chgData name="Sai Satya Pranav Penta" userId="S::saisatyapranav.penta@zelis.com::f63ba255-8201-48ad-8642-382eaec679e7" providerId="AD" clId="Web-{F28C268A-BBBD-F5E2-27FB-5CA7FF473063}"/>
    <pc:docChg chg="addSld delSld modSld sldOrd modSection">
      <pc:chgData name="Sai Satya Pranav Penta" userId="S::saisatyapranav.penta@zelis.com::f63ba255-8201-48ad-8642-382eaec679e7" providerId="AD" clId="Web-{F28C268A-BBBD-F5E2-27FB-5CA7FF473063}" dt="2026-07-01T10:44:17.804" v="1213"/>
      <pc:docMkLst>
        <pc:docMk/>
      </pc:docMkLst>
      <pc:sldChg chg="modSp">
        <pc:chgData name="Sai Satya Pranav Penta" userId="S::saisatyapranav.penta@zelis.com::f63ba255-8201-48ad-8642-382eaec679e7" providerId="AD" clId="Web-{F28C268A-BBBD-F5E2-27FB-5CA7FF473063}" dt="2026-07-01T06:39:49.976" v="883"/>
        <pc:sldMkLst>
          <pc:docMk/>
          <pc:sldMk cId="2067671313" sldId="2142531958"/>
        </pc:sldMkLst>
        <pc:spChg chg="mod">
          <ac:chgData name="Sai Satya Pranav Penta" userId="S::saisatyapranav.penta@zelis.com::f63ba255-8201-48ad-8642-382eaec679e7" providerId="AD" clId="Web-{F28C268A-BBBD-F5E2-27FB-5CA7FF473063}" dt="2026-07-01T06:37:41.161" v="298" actId="20577"/>
          <ac:spMkLst>
            <pc:docMk/>
            <pc:sldMk cId="2067671313" sldId="2142531958"/>
            <ac:spMk id="2" creationId="{486F7AC1-9DA7-C186-C117-1631237EF4CC}"/>
          </ac:spMkLst>
        </pc:spChg>
        <pc:graphicFrameChg chg="mod modGraphic">
          <ac:chgData name="Sai Satya Pranav Penta" userId="S::saisatyapranav.penta@zelis.com::f63ba255-8201-48ad-8642-382eaec679e7" providerId="AD" clId="Web-{F28C268A-BBBD-F5E2-27FB-5CA7FF473063}" dt="2026-07-01T06:39:49.976" v="883"/>
          <ac:graphicFrameMkLst>
            <pc:docMk/>
            <pc:sldMk cId="2067671313" sldId="2142531958"/>
            <ac:graphicFrameMk id="6" creationId="{49F7EA0F-A5D7-56A3-26E8-3435985C23C3}"/>
          </ac:graphicFrameMkLst>
        </pc:graphicFrameChg>
      </pc:sldChg>
      <pc:sldChg chg="delSp modSp ord">
        <pc:chgData name="Sai Satya Pranav Penta" userId="S::saisatyapranav.penta@zelis.com::f63ba255-8201-48ad-8642-382eaec679e7" providerId="AD" clId="Web-{F28C268A-BBBD-F5E2-27FB-5CA7FF473063}" dt="2026-07-01T10:41:52.003" v="1210"/>
        <pc:sldMkLst>
          <pc:docMk/>
          <pc:sldMk cId="1872453827" sldId="2147483030"/>
        </pc:sldMkLst>
        <pc:spChg chg="mod">
          <ac:chgData name="Sai Satya Pranav Penta" userId="S::saisatyapranav.penta@zelis.com::f63ba255-8201-48ad-8642-382eaec679e7" providerId="AD" clId="Web-{F28C268A-BBBD-F5E2-27FB-5CA7FF473063}" dt="2026-07-01T10:29:06.765" v="1204" actId="20577"/>
          <ac:spMkLst>
            <pc:docMk/>
            <pc:sldMk cId="1872453827" sldId="2147483030"/>
            <ac:spMk id="8" creationId="{DD11A10E-5B51-0D46-4608-DF0D49BC2165}"/>
          </ac:spMkLst>
        </pc:spChg>
        <pc:graphicFrameChg chg="mod modGraphic">
          <ac:chgData name="Sai Satya Pranav Penta" userId="S::saisatyapranav.penta@zelis.com::f63ba255-8201-48ad-8642-382eaec679e7" providerId="AD" clId="Web-{F28C268A-BBBD-F5E2-27FB-5CA7FF473063}" dt="2026-07-01T10:24:56.852" v="1163"/>
          <ac:graphicFrameMkLst>
            <pc:docMk/>
            <pc:sldMk cId="1872453827" sldId="2147483030"/>
            <ac:graphicFrameMk id="6" creationId="{5AF98256-3D34-28F2-8BCE-A44C02BFA7A1}"/>
          </ac:graphicFrameMkLst>
        </pc:graphicFrameChg>
      </pc:sldChg>
      <pc:sldChg chg="ord">
        <pc:chgData name="Sai Satya Pranav Penta" userId="S::saisatyapranav.penta@zelis.com::f63ba255-8201-48ad-8642-382eaec679e7" providerId="AD" clId="Web-{F28C268A-BBBD-F5E2-27FB-5CA7FF473063}" dt="2026-07-01T10:44:17.804" v="1213"/>
        <pc:sldMkLst>
          <pc:docMk/>
          <pc:sldMk cId="2550091744" sldId="2147483046"/>
        </pc:sldMkLst>
      </pc:sldChg>
      <pc:sldChg chg="modSp">
        <pc:chgData name="Sai Satya Pranav Penta" userId="S::saisatyapranav.penta@zelis.com::f63ba255-8201-48ad-8642-382eaec679e7" providerId="AD" clId="Web-{F28C268A-BBBD-F5E2-27FB-5CA7FF473063}" dt="2026-07-01T06:41:12.149" v="938"/>
        <pc:sldMkLst>
          <pc:docMk/>
          <pc:sldMk cId="2731098215" sldId="2147483047"/>
        </pc:sldMkLst>
        <pc:graphicFrameChg chg="mod modGraphic">
          <ac:chgData name="Sai Satya Pranav Penta" userId="S::saisatyapranav.penta@zelis.com::f63ba255-8201-48ad-8642-382eaec679e7" providerId="AD" clId="Web-{F28C268A-BBBD-F5E2-27FB-5CA7FF473063}" dt="2026-07-01T06:41:12.149" v="938"/>
          <ac:graphicFrameMkLst>
            <pc:docMk/>
            <pc:sldMk cId="2731098215" sldId="2147483047"/>
            <ac:graphicFrameMk id="17" creationId="{2A16F76A-D024-C642-9FA5-F9D67E48E983}"/>
          </ac:graphicFrameMkLst>
        </pc:graphicFrameChg>
      </pc:sldChg>
      <pc:sldChg chg="ord">
        <pc:chgData name="Sai Satya Pranav Penta" userId="S::saisatyapranav.penta@zelis.com::f63ba255-8201-48ad-8642-382eaec679e7" providerId="AD" clId="Web-{F28C268A-BBBD-F5E2-27FB-5CA7FF473063}" dt="2026-07-01T10:36:15.276" v="1205"/>
        <pc:sldMkLst>
          <pc:docMk/>
          <pc:sldMk cId="4052073049" sldId="2147483050"/>
        </pc:sldMkLst>
      </pc:sldChg>
      <pc:sldChg chg="ord">
        <pc:chgData name="Sai Satya Pranav Penta" userId="S::saisatyapranav.penta@zelis.com::f63ba255-8201-48ad-8642-382eaec679e7" providerId="AD" clId="Web-{F28C268A-BBBD-F5E2-27FB-5CA7FF473063}" dt="2026-07-01T10:36:28.276" v="1207"/>
        <pc:sldMkLst>
          <pc:docMk/>
          <pc:sldMk cId="2275385242" sldId="2147483054"/>
        </pc:sldMkLst>
      </pc:sldChg>
      <pc:sldChg chg="ord">
        <pc:chgData name="Sai Satya Pranav Penta" userId="S::saisatyapranav.penta@zelis.com::f63ba255-8201-48ad-8642-382eaec679e7" providerId="AD" clId="Web-{F28C268A-BBBD-F5E2-27FB-5CA7FF473063}" dt="2026-07-01T10:36:24.604" v="1206"/>
        <pc:sldMkLst>
          <pc:docMk/>
          <pc:sldMk cId="1364032367" sldId="2147483055"/>
        </pc:sldMkLst>
      </pc:sldChg>
      <pc:sldChg chg="ord">
        <pc:chgData name="Sai Satya Pranav Penta" userId="S::saisatyapranav.penta@zelis.com::f63ba255-8201-48ad-8642-382eaec679e7" providerId="AD" clId="Web-{F28C268A-BBBD-F5E2-27FB-5CA7FF473063}" dt="2026-07-01T10:36:33.386" v="1208"/>
        <pc:sldMkLst>
          <pc:docMk/>
          <pc:sldMk cId="1728789653" sldId="2147483056"/>
        </pc:sldMkLst>
      </pc:sldChg>
      <pc:sldChg chg="ord">
        <pc:chgData name="Sai Satya Pranav Penta" userId="S::saisatyapranav.penta@zelis.com::f63ba255-8201-48ad-8642-382eaec679e7" providerId="AD" clId="Web-{F28C268A-BBBD-F5E2-27FB-5CA7FF473063}" dt="2026-07-01T10:36:37.729" v="1209"/>
        <pc:sldMkLst>
          <pc:docMk/>
          <pc:sldMk cId="2778374449" sldId="2147483057"/>
        </pc:sldMkLst>
      </pc:sldChg>
    </pc:docChg>
  </pc:docChgLst>
  <pc:docChgLst>
    <pc:chgData name="Kevin Smith" userId="S::kevin.smith@zelis.com::898e5229-3413-449f-a987-d9b471ce19d1" providerId="AD" clId="Web-{5D59A56F-319D-42AF-95CD-0F12194E6D96}"/>
    <pc:docChg chg="modSld">
      <pc:chgData name="Kevin Smith" userId="S::kevin.smith@zelis.com::898e5229-3413-449f-a987-d9b471ce19d1" providerId="AD" clId="Web-{5D59A56F-319D-42AF-95CD-0F12194E6D96}" dt="2026-07-07T18:46:14.533" v="2"/>
      <pc:docMkLst>
        <pc:docMk/>
      </pc:docMkLst>
      <pc:sldChg chg="modSp">
        <pc:chgData name="Kevin Smith" userId="S::kevin.smith@zelis.com::898e5229-3413-449f-a987-d9b471ce19d1" providerId="AD" clId="Web-{5D59A56F-319D-42AF-95CD-0F12194E6D96}" dt="2026-07-07T18:46:14.533" v="2"/>
        <pc:sldMkLst>
          <pc:docMk/>
          <pc:sldMk cId="1872453827" sldId="2147483030"/>
        </pc:sldMkLst>
        <pc:graphicFrameChg chg="mod modGraphic">
          <ac:chgData name="Kevin Smith" userId="S::kevin.smith@zelis.com::898e5229-3413-449f-a987-d9b471ce19d1" providerId="AD" clId="Web-{5D59A56F-319D-42AF-95CD-0F12194E6D96}" dt="2026-07-07T18:46:14.533" v="2"/>
          <ac:graphicFrameMkLst>
            <pc:docMk/>
            <pc:sldMk cId="1872453827" sldId="2147483030"/>
            <ac:graphicFrameMk id="6" creationId="{5AF98256-3D34-28F2-8BCE-A44C02BFA7A1}"/>
          </ac:graphicFrameMkLst>
        </pc:graphicFrameChg>
      </pc:sldChg>
    </pc:docChg>
  </pc:docChgLst>
  <pc:docChgLst>
    <pc:chgData name="Sai Satya Pranav Penta" userId="f63ba255-8201-48ad-8642-382eaec679e7" providerId="ADAL" clId="{C556C794-F72A-4E97-BCEF-1D7B8B4CD642}"/>
    <pc:docChg chg="undo custSel mod addSld delSld modSld modMainMaster modSection">
      <pc:chgData name="Sai Satya Pranav Penta" userId="f63ba255-8201-48ad-8642-382eaec679e7" providerId="ADAL" clId="{C556C794-F72A-4E97-BCEF-1D7B8B4CD642}" dt="2026-07-16T07:00:04.734" v="392" actId="1076"/>
      <pc:docMkLst>
        <pc:docMk/>
      </pc:docMkLst>
      <pc:sldChg chg="modSp mod">
        <pc:chgData name="Sai Satya Pranav Penta" userId="f63ba255-8201-48ad-8642-382eaec679e7" providerId="ADAL" clId="{C556C794-F72A-4E97-BCEF-1D7B8B4CD642}" dt="2026-07-08T05:53:16.910" v="386" actId="14100"/>
        <pc:sldMkLst>
          <pc:docMk/>
          <pc:sldMk cId="2067671313" sldId="2142531958"/>
        </pc:sldMkLst>
        <pc:graphicFrameChg chg="mod modGraphic">
          <ac:chgData name="Sai Satya Pranav Penta" userId="f63ba255-8201-48ad-8642-382eaec679e7" providerId="ADAL" clId="{C556C794-F72A-4E97-BCEF-1D7B8B4CD642}" dt="2026-07-08T05:53:16.910" v="386" actId="14100"/>
          <ac:graphicFrameMkLst>
            <pc:docMk/>
            <pc:sldMk cId="2067671313" sldId="2142531958"/>
            <ac:graphicFrameMk id="6" creationId="{49F7EA0F-A5D7-56A3-26E8-3435985C23C3}"/>
          </ac:graphicFrameMkLst>
        </pc:graphicFrameChg>
      </pc:sldChg>
      <pc:sldChg chg="modSp mod">
        <pc:chgData name="Sai Satya Pranav Penta" userId="f63ba255-8201-48ad-8642-382eaec679e7" providerId="ADAL" clId="{C556C794-F72A-4E97-BCEF-1D7B8B4CD642}" dt="2026-07-06T15:20:08.834" v="308" actId="20577"/>
        <pc:sldMkLst>
          <pc:docMk/>
          <pc:sldMk cId="1342109006" sldId="2142531959"/>
        </pc:sldMkLst>
        <pc:spChg chg="mod">
          <ac:chgData name="Sai Satya Pranav Penta" userId="f63ba255-8201-48ad-8642-382eaec679e7" providerId="ADAL" clId="{C556C794-F72A-4E97-BCEF-1D7B8B4CD642}" dt="2026-07-06T15:20:08.834" v="308" actId="20577"/>
          <ac:spMkLst>
            <pc:docMk/>
            <pc:sldMk cId="1342109006" sldId="2142531959"/>
            <ac:spMk id="2" creationId="{033C64D7-5F4D-C14C-67E3-9DD77B25A5DE}"/>
          </ac:spMkLst>
        </pc:spChg>
      </pc:sldChg>
      <pc:sldChg chg="modSp mod">
        <pc:chgData name="Sai Satya Pranav Penta" userId="f63ba255-8201-48ad-8642-382eaec679e7" providerId="ADAL" clId="{C556C794-F72A-4E97-BCEF-1D7B8B4CD642}" dt="2026-07-06T09:23:32.432" v="159" actId="20577"/>
        <pc:sldMkLst>
          <pc:docMk/>
          <pc:sldMk cId="1377334234" sldId="2147483018"/>
        </pc:sldMkLst>
        <pc:spChg chg="mod">
          <ac:chgData name="Sai Satya Pranav Penta" userId="f63ba255-8201-48ad-8642-382eaec679e7" providerId="ADAL" clId="{C556C794-F72A-4E97-BCEF-1D7B8B4CD642}" dt="2026-07-06T09:23:32.432" v="159" actId="20577"/>
          <ac:spMkLst>
            <pc:docMk/>
            <pc:sldMk cId="1377334234" sldId="2147483018"/>
            <ac:spMk id="7" creationId="{E163D22B-14C0-B5BB-1F6E-500DDBC1CE6D}"/>
          </ac:spMkLst>
        </pc:spChg>
      </pc:sldChg>
      <pc:sldChg chg="addSp delSp modSp mod">
        <pc:chgData name="Sai Satya Pranav Penta" userId="f63ba255-8201-48ad-8642-382eaec679e7" providerId="ADAL" clId="{C556C794-F72A-4E97-BCEF-1D7B8B4CD642}" dt="2026-07-16T07:00:04.734" v="392" actId="1076"/>
        <pc:sldMkLst>
          <pc:docMk/>
          <pc:sldMk cId="1697154394" sldId="2147483024"/>
        </pc:sldMkLst>
        <pc:spChg chg="add del">
          <ac:chgData name="Sai Satya Pranav Penta" userId="f63ba255-8201-48ad-8642-382eaec679e7" providerId="ADAL" clId="{C556C794-F72A-4E97-BCEF-1D7B8B4CD642}" dt="2026-07-16T06:59:36.273" v="389" actId="22"/>
          <ac:spMkLst>
            <pc:docMk/>
            <pc:sldMk cId="1697154394" sldId="2147483024"/>
            <ac:spMk id="6" creationId="{0CAE628E-9596-3E2E-2D0F-78E5CD9E0C33}"/>
          </ac:spMkLst>
        </pc:spChg>
        <pc:spChg chg="mod">
          <ac:chgData name="Sai Satya Pranav Penta" userId="f63ba255-8201-48ad-8642-382eaec679e7" providerId="ADAL" clId="{C556C794-F72A-4E97-BCEF-1D7B8B4CD642}" dt="2026-07-06T09:38:24.294" v="163" actId="5793"/>
          <ac:spMkLst>
            <pc:docMk/>
            <pc:sldMk cId="1697154394" sldId="2147483024"/>
            <ac:spMk id="19" creationId="{CD25BE76-1BB4-6E62-D1D1-FC464FCF0CA1}"/>
          </ac:spMkLst>
        </pc:spChg>
        <pc:picChg chg="add del mod">
          <ac:chgData name="Sai Satya Pranav Penta" userId="f63ba255-8201-48ad-8642-382eaec679e7" providerId="ADAL" clId="{C556C794-F72A-4E97-BCEF-1D7B8B4CD642}" dt="2026-07-16T06:59:59.831" v="391" actId="478"/>
          <ac:picMkLst>
            <pc:docMk/>
            <pc:sldMk cId="1697154394" sldId="2147483024"/>
            <ac:picMk id="5" creationId="{20D665F8-47A9-B491-3237-A636BD13BBDD}"/>
          </ac:picMkLst>
        </pc:picChg>
        <pc:picChg chg="add mod">
          <ac:chgData name="Sai Satya Pranav Penta" userId="f63ba255-8201-48ad-8642-382eaec679e7" providerId="ADAL" clId="{C556C794-F72A-4E97-BCEF-1D7B8B4CD642}" dt="2026-07-16T07:00:04.734" v="392" actId="1076"/>
          <ac:picMkLst>
            <pc:docMk/>
            <pc:sldMk cId="1697154394" sldId="2147483024"/>
            <ac:picMk id="1026" creationId="{8D1E2E37-6CF4-7F5B-5C9C-0F94EB26C4BC}"/>
          </ac:picMkLst>
        </pc:picChg>
      </pc:sldChg>
      <pc:sldChg chg="modSp mod">
        <pc:chgData name="Sai Satya Pranav Penta" userId="f63ba255-8201-48ad-8642-382eaec679e7" providerId="ADAL" clId="{C556C794-F72A-4E97-BCEF-1D7B8B4CD642}" dt="2026-07-06T15:01:32.711" v="229" actId="20577"/>
        <pc:sldMkLst>
          <pc:docMk/>
          <pc:sldMk cId="1872453827" sldId="2147483030"/>
        </pc:sldMkLst>
        <pc:spChg chg="mod">
          <ac:chgData name="Sai Satya Pranav Penta" userId="f63ba255-8201-48ad-8642-382eaec679e7" providerId="ADAL" clId="{C556C794-F72A-4E97-BCEF-1D7B8B4CD642}" dt="2026-07-06T15:00:17.612" v="191" actId="20577"/>
          <ac:spMkLst>
            <pc:docMk/>
            <pc:sldMk cId="1872453827" sldId="2147483030"/>
            <ac:spMk id="9" creationId="{12CF5F0B-5790-4A27-D624-089CD7837138}"/>
          </ac:spMkLst>
        </pc:spChg>
        <pc:spChg chg="mod">
          <ac:chgData name="Sai Satya Pranav Penta" userId="f63ba255-8201-48ad-8642-382eaec679e7" providerId="ADAL" clId="{C556C794-F72A-4E97-BCEF-1D7B8B4CD642}" dt="2026-07-06T08:21:13.373" v="114" actId="20577"/>
          <ac:spMkLst>
            <pc:docMk/>
            <pc:sldMk cId="1872453827" sldId="2147483030"/>
            <ac:spMk id="10" creationId="{B3737374-3D7D-23C5-E7B1-A1535DA2E2C2}"/>
          </ac:spMkLst>
        </pc:spChg>
        <pc:graphicFrameChg chg="modGraphic">
          <ac:chgData name="Sai Satya Pranav Penta" userId="f63ba255-8201-48ad-8642-382eaec679e7" providerId="ADAL" clId="{C556C794-F72A-4E97-BCEF-1D7B8B4CD642}" dt="2026-07-06T15:01:32.711" v="229" actId="20577"/>
          <ac:graphicFrameMkLst>
            <pc:docMk/>
            <pc:sldMk cId="1872453827" sldId="2147483030"/>
            <ac:graphicFrameMk id="6" creationId="{5AF98256-3D34-28F2-8BCE-A44C02BFA7A1}"/>
          </ac:graphicFrameMkLst>
        </pc:graphicFrameChg>
      </pc:sldChg>
      <pc:sldChg chg="modSp mod">
        <pc:chgData name="Sai Satya Pranav Penta" userId="f63ba255-8201-48ad-8642-382eaec679e7" providerId="ADAL" clId="{C556C794-F72A-4E97-BCEF-1D7B8B4CD642}" dt="2026-07-06T15:21:04.684" v="311" actId="14734"/>
        <pc:sldMkLst>
          <pc:docMk/>
          <pc:sldMk cId="2550091744" sldId="2147483046"/>
        </pc:sldMkLst>
        <pc:spChg chg="mod">
          <ac:chgData name="Sai Satya Pranav Penta" userId="f63ba255-8201-48ad-8642-382eaec679e7" providerId="ADAL" clId="{C556C794-F72A-4E97-BCEF-1D7B8B4CD642}" dt="2026-07-06T06:58:29.552" v="15" actId="1076"/>
          <ac:spMkLst>
            <pc:docMk/>
            <pc:sldMk cId="2550091744" sldId="2147483046"/>
            <ac:spMk id="8" creationId="{0BE657EA-5D18-EA77-5AD2-3C440F3ECD85}"/>
          </ac:spMkLst>
        </pc:spChg>
        <pc:graphicFrameChg chg="mod modGraphic">
          <ac:chgData name="Sai Satya Pranav Penta" userId="f63ba255-8201-48ad-8642-382eaec679e7" providerId="ADAL" clId="{C556C794-F72A-4E97-BCEF-1D7B8B4CD642}" dt="2026-07-06T15:21:04.684" v="311" actId="14734"/>
          <ac:graphicFrameMkLst>
            <pc:docMk/>
            <pc:sldMk cId="2550091744" sldId="2147483046"/>
            <ac:graphicFrameMk id="6" creationId="{A7BF6C57-9BF4-65DE-37DE-487FD8F874FA}"/>
          </ac:graphicFrameMkLst>
        </pc:graphicFrameChg>
      </pc:sldChg>
      <pc:sldChg chg="modSp mod">
        <pc:chgData name="Sai Satya Pranav Penta" userId="f63ba255-8201-48ad-8642-382eaec679e7" providerId="ADAL" clId="{C556C794-F72A-4E97-BCEF-1D7B8B4CD642}" dt="2026-07-08T05:53:34.440" v="387" actId="1076"/>
        <pc:sldMkLst>
          <pc:docMk/>
          <pc:sldMk cId="2731098215" sldId="2147483047"/>
        </pc:sldMkLst>
        <pc:graphicFrameChg chg="mod modGraphic">
          <ac:chgData name="Sai Satya Pranav Penta" userId="f63ba255-8201-48ad-8642-382eaec679e7" providerId="ADAL" clId="{C556C794-F72A-4E97-BCEF-1D7B8B4CD642}" dt="2026-07-08T05:53:34.440" v="387" actId="1076"/>
          <ac:graphicFrameMkLst>
            <pc:docMk/>
            <pc:sldMk cId="2731098215" sldId="2147483047"/>
            <ac:graphicFrameMk id="17" creationId="{2A16F76A-D024-C642-9FA5-F9D67E48E983}"/>
          </ac:graphicFrameMkLst>
        </pc:graphicFrameChg>
      </pc:sldChg>
      <pc:sldChg chg="addSp delSp modSp mod">
        <pc:chgData name="Sai Satya Pranav Penta" userId="f63ba255-8201-48ad-8642-382eaec679e7" providerId="ADAL" clId="{C556C794-F72A-4E97-BCEF-1D7B8B4CD642}" dt="2026-07-08T05:52:24.410" v="381" actId="14100"/>
        <pc:sldMkLst>
          <pc:docMk/>
          <pc:sldMk cId="3120174830" sldId="2147483048"/>
        </pc:sldMkLst>
        <pc:graphicFrameChg chg="modGraphic">
          <ac:chgData name="Sai Satya Pranav Penta" userId="f63ba255-8201-48ad-8642-382eaec679e7" providerId="ADAL" clId="{C556C794-F72A-4E97-BCEF-1D7B8B4CD642}" dt="2026-07-06T07:03:29.009" v="27" actId="14100"/>
          <ac:graphicFrameMkLst>
            <pc:docMk/>
            <pc:sldMk cId="3120174830" sldId="2147483048"/>
            <ac:graphicFrameMk id="6" creationId="{4BF7EA5E-12BD-63BA-DE43-34CE282EF42A}"/>
          </ac:graphicFrameMkLst>
        </pc:graphicFrameChg>
        <pc:picChg chg="add mod">
          <ac:chgData name="Sai Satya Pranav Penta" userId="f63ba255-8201-48ad-8642-382eaec679e7" providerId="ADAL" clId="{C556C794-F72A-4E97-BCEF-1D7B8B4CD642}" dt="2026-07-08T05:52:24.410" v="381" actId="14100"/>
          <ac:picMkLst>
            <pc:docMk/>
            <pc:sldMk cId="3120174830" sldId="2147483048"/>
            <ac:picMk id="12" creationId="{7CFE7886-AD66-6A1A-9B02-AFBED682DFAF}"/>
          </ac:picMkLst>
        </pc:picChg>
      </pc:sldChg>
      <pc:sldChg chg="modSp mod">
        <pc:chgData name="Sai Satya Pranav Penta" userId="f63ba255-8201-48ad-8642-382eaec679e7" providerId="ADAL" clId="{C556C794-F72A-4E97-BCEF-1D7B8B4CD642}" dt="2026-06-30T15:22:49.295" v="0" actId="2711"/>
        <pc:sldMkLst>
          <pc:docMk/>
          <pc:sldMk cId="1364032367" sldId="2147483055"/>
        </pc:sldMkLst>
        <pc:graphicFrameChg chg="modGraphic">
          <ac:chgData name="Sai Satya Pranav Penta" userId="f63ba255-8201-48ad-8642-382eaec679e7" providerId="ADAL" clId="{C556C794-F72A-4E97-BCEF-1D7B8B4CD642}" dt="2026-06-30T15:22:49.295" v="0" actId="2711"/>
          <ac:graphicFrameMkLst>
            <pc:docMk/>
            <pc:sldMk cId="1364032367" sldId="2147483055"/>
            <ac:graphicFrameMk id="12" creationId="{4CB594CB-FBD7-4108-6B3F-ABC7D43641B8}"/>
          </ac:graphicFrameMkLst>
        </pc:graphicFrameChg>
      </pc:sldChg>
      <pc:sldChg chg="add">
        <pc:chgData name="Sai Satya Pranav Penta" userId="f63ba255-8201-48ad-8642-382eaec679e7" providerId="ADAL" clId="{C556C794-F72A-4E97-BCEF-1D7B8B4CD642}" dt="2026-07-07T13:11:38.100" v="312"/>
        <pc:sldMkLst>
          <pc:docMk/>
          <pc:sldMk cId="2061151624" sldId="2147483058"/>
        </pc:sldMkLst>
      </pc:sldChg>
      <pc:sldChg chg="add del">
        <pc:chgData name="Sai Satya Pranav Penta" userId="f63ba255-8201-48ad-8642-382eaec679e7" providerId="ADAL" clId="{C556C794-F72A-4E97-BCEF-1D7B8B4CD642}" dt="2026-07-07T13:12:02.510" v="315" actId="47"/>
        <pc:sldMkLst>
          <pc:docMk/>
          <pc:sldMk cId="3697129831" sldId="2147483059"/>
        </pc:sldMkLst>
      </pc:sldChg>
      <pc:sldMasterChg chg="addSp modSp mod delSldLayout">
        <pc:chgData name="Sai Satya Pranav Penta" userId="f63ba255-8201-48ad-8642-382eaec679e7" providerId="ADAL" clId="{C556C794-F72A-4E97-BCEF-1D7B8B4CD642}" dt="2026-07-08T05:51:52.893" v="379" actId="33475"/>
        <pc:sldMasterMkLst>
          <pc:docMk/>
          <pc:sldMasterMk cId="1245921018" sldId="2147483648"/>
        </pc:sldMasterMkLst>
        <pc:spChg chg="add mod">
          <ac:chgData name="Sai Satya Pranav Penta" userId="f63ba255-8201-48ad-8642-382eaec679e7" providerId="ADAL" clId="{C556C794-F72A-4E97-BCEF-1D7B8B4CD642}" dt="2026-07-08T05:51:52.893" v="379" actId="33475"/>
          <ac:spMkLst>
            <pc:docMk/>
            <pc:sldMasterMk cId="1245921018" sldId="2147483648"/>
            <ac:spMk id="7" creationId="{79CADFBE-C557-E4F7-41C6-304AF42B219B}"/>
          </ac:spMkLst>
        </pc:spChg>
      </pc:sldMasterChg>
      <pc:sldMasterChg chg="addSp modSp mod">
        <pc:chgData name="Sai Satya Pranav Penta" userId="f63ba255-8201-48ad-8642-382eaec679e7" providerId="ADAL" clId="{C556C794-F72A-4E97-BCEF-1D7B8B4CD642}" dt="2026-07-08T05:51:52.893" v="379" actId="33475"/>
        <pc:sldMasterMkLst>
          <pc:docMk/>
          <pc:sldMasterMk cId="918974413" sldId="2147483674"/>
        </pc:sldMasterMkLst>
        <pc:spChg chg="add mod">
          <ac:chgData name="Sai Satya Pranav Penta" userId="f63ba255-8201-48ad-8642-382eaec679e7" providerId="ADAL" clId="{C556C794-F72A-4E97-BCEF-1D7B8B4CD642}" dt="2026-07-08T05:51:52.893" v="379" actId="33475"/>
          <ac:spMkLst>
            <pc:docMk/>
            <pc:sldMasterMk cId="918974413" sldId="2147483674"/>
            <ac:spMk id="5" creationId="{DB9DC8BB-3548-412D-CE83-160007643690}"/>
          </ac:spMkLst>
        </pc:spChg>
      </pc:sldMasterChg>
      <pc:sldMasterChg chg="addSp modSp mod">
        <pc:chgData name="Sai Satya Pranav Penta" userId="f63ba255-8201-48ad-8642-382eaec679e7" providerId="ADAL" clId="{C556C794-F72A-4E97-BCEF-1D7B8B4CD642}" dt="2026-07-08T05:51:52.893" v="379" actId="33475"/>
        <pc:sldMasterMkLst>
          <pc:docMk/>
          <pc:sldMasterMk cId="2590245037" sldId="2147483703"/>
        </pc:sldMasterMkLst>
        <pc:spChg chg="add mod">
          <ac:chgData name="Sai Satya Pranav Penta" userId="f63ba255-8201-48ad-8642-382eaec679e7" providerId="ADAL" clId="{C556C794-F72A-4E97-BCEF-1D7B8B4CD642}" dt="2026-07-08T05:51:52.893" v="379" actId="33475"/>
          <ac:spMkLst>
            <pc:docMk/>
            <pc:sldMasterMk cId="2590245037" sldId="2147483703"/>
            <ac:spMk id="6" creationId="{112A33DE-862A-0E86-34C4-57573166E270}"/>
          </ac:spMkLst>
        </pc:spChg>
      </pc:sldMasterChg>
    </pc:docChg>
  </pc:docChgLst>
  <pc:docChgLst>
    <pc:chgData name="Sai Satya Pranav Penta" userId="S::saisatyapranav.penta@zelis.com::f63ba255-8201-48ad-8642-382eaec679e7" providerId="AD" clId="Web-{E0C62BD0-2EF6-E14F-3963-21DBD2FD3215}"/>
    <pc:docChg chg="modSld">
      <pc:chgData name="Sai Satya Pranav Penta" userId="S::saisatyapranav.penta@zelis.com::f63ba255-8201-48ad-8642-382eaec679e7" providerId="AD" clId="Web-{E0C62BD0-2EF6-E14F-3963-21DBD2FD3215}" dt="2026-07-13T11:33:02.012" v="4" actId="20577"/>
      <pc:docMkLst>
        <pc:docMk/>
      </pc:docMkLst>
      <pc:sldChg chg="modSp">
        <pc:chgData name="Sai Satya Pranav Penta" userId="S::saisatyapranav.penta@zelis.com::f63ba255-8201-48ad-8642-382eaec679e7" providerId="AD" clId="Web-{E0C62BD0-2EF6-E14F-3963-21DBD2FD3215}" dt="2026-07-13T11:33:02.012" v="4" actId="20577"/>
        <pc:sldMkLst>
          <pc:docMk/>
          <pc:sldMk cId="1872453827" sldId="2147483030"/>
        </pc:sldMkLst>
        <pc:spChg chg="mod">
          <ac:chgData name="Sai Satya Pranav Penta" userId="S::saisatyapranav.penta@zelis.com::f63ba255-8201-48ad-8642-382eaec679e7" providerId="AD" clId="Web-{E0C62BD0-2EF6-E14F-3963-21DBD2FD3215}" dt="2026-07-13T11:33:02.012" v="4" actId="20577"/>
          <ac:spMkLst>
            <pc:docMk/>
            <pc:sldMk cId="1872453827" sldId="2147483030"/>
            <ac:spMk id="4" creationId="{38EE5999-4793-277C-387E-374BA5A8D068}"/>
          </ac:spMkLst>
        </pc:spChg>
      </pc:sldChg>
    </pc:docChg>
  </pc:docChgLst>
  <pc:docChgLst>
    <pc:chgData name="Sai Satya Pranav Penta" userId="S::saisatyapranav.penta@zelis.com::f63ba255-8201-48ad-8642-382eaec679e7" providerId="AD" clId="Web-{7F52D7E5-A124-D725-CC0E-CBBDCE202534}"/>
    <pc:docChg chg="modSld">
      <pc:chgData name="Sai Satya Pranav Penta" userId="S::saisatyapranav.penta@zelis.com::f63ba255-8201-48ad-8642-382eaec679e7" providerId="AD" clId="Web-{7F52D7E5-A124-D725-CC0E-CBBDCE202534}" dt="2026-07-03T12:51:50.381" v="350"/>
      <pc:docMkLst>
        <pc:docMk/>
      </pc:docMkLst>
      <pc:sldChg chg="modSp">
        <pc:chgData name="Sai Satya Pranav Penta" userId="S::saisatyapranav.penta@zelis.com::f63ba255-8201-48ad-8642-382eaec679e7" providerId="AD" clId="Web-{7F52D7E5-A124-D725-CC0E-CBBDCE202534}" dt="2026-07-03T12:34:10.072" v="38"/>
        <pc:sldMkLst>
          <pc:docMk/>
          <pc:sldMk cId="2067671313" sldId="2142531958"/>
        </pc:sldMkLst>
        <pc:graphicFrameChg chg="mod modGraphic">
          <ac:chgData name="Sai Satya Pranav Penta" userId="S::saisatyapranav.penta@zelis.com::f63ba255-8201-48ad-8642-382eaec679e7" providerId="AD" clId="Web-{7F52D7E5-A124-D725-CC0E-CBBDCE202534}" dt="2026-07-03T12:34:10.072" v="38"/>
          <ac:graphicFrameMkLst>
            <pc:docMk/>
            <pc:sldMk cId="2067671313" sldId="2142531958"/>
            <ac:graphicFrameMk id="6" creationId="{49F7EA0F-A5D7-56A3-26E8-3435985C23C3}"/>
          </ac:graphicFrameMkLst>
        </pc:graphicFrameChg>
      </pc:sldChg>
      <pc:sldChg chg="modSp">
        <pc:chgData name="Sai Satya Pranav Penta" userId="S::saisatyapranav.penta@zelis.com::f63ba255-8201-48ad-8642-382eaec679e7" providerId="AD" clId="Web-{7F52D7E5-A124-D725-CC0E-CBBDCE202534}" dt="2026-07-03T12:30:00.977" v="8" actId="20577"/>
        <pc:sldMkLst>
          <pc:docMk/>
          <pc:sldMk cId="1697154394" sldId="2147483024"/>
        </pc:sldMkLst>
        <pc:spChg chg="mod">
          <ac:chgData name="Sai Satya Pranav Penta" userId="S::saisatyapranav.penta@zelis.com::f63ba255-8201-48ad-8642-382eaec679e7" providerId="AD" clId="Web-{7F52D7E5-A124-D725-CC0E-CBBDCE202534}" dt="2026-07-03T12:30:00.977" v="8" actId="20577"/>
          <ac:spMkLst>
            <pc:docMk/>
            <pc:sldMk cId="1697154394" sldId="2147483024"/>
            <ac:spMk id="19" creationId="{CD25BE76-1BB4-6E62-D1D1-FC464FCF0CA1}"/>
          </ac:spMkLst>
        </pc:spChg>
      </pc:sldChg>
      <pc:sldChg chg="modSp">
        <pc:chgData name="Sai Satya Pranav Penta" userId="S::saisatyapranav.penta@zelis.com::f63ba255-8201-48ad-8642-382eaec679e7" providerId="AD" clId="Web-{7F52D7E5-A124-D725-CC0E-CBBDCE202534}" dt="2026-07-03T12:45:43.502" v="322"/>
        <pc:sldMkLst>
          <pc:docMk/>
          <pc:sldMk cId="2550091744" sldId="2147483046"/>
        </pc:sldMkLst>
        <pc:spChg chg="mod">
          <ac:chgData name="Sai Satya Pranav Penta" userId="S::saisatyapranav.penta@zelis.com::f63ba255-8201-48ad-8642-382eaec679e7" providerId="AD" clId="Web-{7F52D7E5-A124-D725-CC0E-CBBDCE202534}" dt="2026-07-03T12:42:24.016" v="273" actId="20577"/>
          <ac:spMkLst>
            <pc:docMk/>
            <pc:sldMk cId="2550091744" sldId="2147483046"/>
            <ac:spMk id="2" creationId="{84BEE2FB-D451-DD1C-9390-20BC4C93FD6D}"/>
          </ac:spMkLst>
        </pc:spChg>
        <pc:spChg chg="mod">
          <ac:chgData name="Sai Satya Pranav Penta" userId="S::saisatyapranav.penta@zelis.com::f63ba255-8201-48ad-8642-382eaec679e7" providerId="AD" clId="Web-{7F52D7E5-A124-D725-CC0E-CBBDCE202534}" dt="2026-07-03T12:45:07.611" v="292" actId="20577"/>
          <ac:spMkLst>
            <pc:docMk/>
            <pc:sldMk cId="2550091744" sldId="2147483046"/>
            <ac:spMk id="4" creationId="{08356065-8BE4-6542-32F4-0E340B3AD710}"/>
          </ac:spMkLst>
        </pc:spChg>
        <pc:spChg chg="mod">
          <ac:chgData name="Sai Satya Pranav Penta" userId="S::saisatyapranav.penta@zelis.com::f63ba255-8201-48ad-8642-382eaec679e7" providerId="AD" clId="Web-{7F52D7E5-A124-D725-CC0E-CBBDCE202534}" dt="2026-07-03T12:43:45.626" v="279" actId="20577"/>
          <ac:spMkLst>
            <pc:docMk/>
            <pc:sldMk cId="2550091744" sldId="2147483046"/>
            <ac:spMk id="8" creationId="{0BE657EA-5D18-EA77-5AD2-3C440F3ECD85}"/>
          </ac:spMkLst>
        </pc:spChg>
        <pc:graphicFrameChg chg="mod modGraphic">
          <ac:chgData name="Sai Satya Pranav Penta" userId="S::saisatyapranav.penta@zelis.com::f63ba255-8201-48ad-8642-382eaec679e7" providerId="AD" clId="Web-{7F52D7E5-A124-D725-CC0E-CBBDCE202534}" dt="2026-07-03T12:45:43.502" v="322"/>
          <ac:graphicFrameMkLst>
            <pc:docMk/>
            <pc:sldMk cId="2550091744" sldId="2147483046"/>
            <ac:graphicFrameMk id="6" creationId="{A7BF6C57-9BF4-65DE-37DE-487FD8F874FA}"/>
          </ac:graphicFrameMkLst>
        </pc:graphicFrameChg>
      </pc:sldChg>
      <pc:sldChg chg="modSp">
        <pc:chgData name="Sai Satya Pranav Penta" userId="S::saisatyapranav.penta@zelis.com::f63ba255-8201-48ad-8642-382eaec679e7" providerId="AD" clId="Web-{7F52D7E5-A124-D725-CC0E-CBBDCE202534}" dt="2026-07-03T12:31:07.930" v="28"/>
        <pc:sldMkLst>
          <pc:docMk/>
          <pc:sldMk cId="2731098215" sldId="2147483047"/>
        </pc:sldMkLst>
        <pc:graphicFrameChg chg="mod modGraphic">
          <ac:chgData name="Sai Satya Pranav Penta" userId="S::saisatyapranav.penta@zelis.com::f63ba255-8201-48ad-8642-382eaec679e7" providerId="AD" clId="Web-{7F52D7E5-A124-D725-CC0E-CBBDCE202534}" dt="2026-07-03T12:31:07.930" v="28"/>
          <ac:graphicFrameMkLst>
            <pc:docMk/>
            <pc:sldMk cId="2731098215" sldId="2147483047"/>
            <ac:graphicFrameMk id="17" creationId="{2A16F76A-D024-C642-9FA5-F9D67E48E983}"/>
          </ac:graphicFrameMkLst>
        </pc:graphicFrameChg>
      </pc:sldChg>
      <pc:sldChg chg="modSp">
        <pc:chgData name="Sai Satya Pranav Penta" userId="S::saisatyapranav.penta@zelis.com::f63ba255-8201-48ad-8642-382eaec679e7" providerId="AD" clId="Web-{7F52D7E5-A124-D725-CC0E-CBBDCE202534}" dt="2026-07-03T12:51:50.381" v="350"/>
        <pc:sldMkLst>
          <pc:docMk/>
          <pc:sldMk cId="3120174830" sldId="2147483048"/>
        </pc:sldMkLst>
        <pc:graphicFrameChg chg="mod modGraphic">
          <ac:chgData name="Sai Satya Pranav Penta" userId="S::saisatyapranav.penta@zelis.com::f63ba255-8201-48ad-8642-382eaec679e7" providerId="AD" clId="Web-{7F52D7E5-A124-D725-CC0E-CBBDCE202534}" dt="2026-07-03T12:45:57.924" v="330"/>
          <ac:graphicFrameMkLst>
            <pc:docMk/>
            <pc:sldMk cId="3120174830" sldId="2147483048"/>
            <ac:graphicFrameMk id="6" creationId="{4BF7EA5E-12BD-63BA-DE43-34CE282EF42A}"/>
          </ac:graphicFrameMkLst>
        </pc:graphicFrameChg>
      </pc:sldChg>
    </pc:docChg>
  </pc:docChgLst>
</pc:chgInfo>
</file>

<file path=ppt/comments/modernComment_7FFFFDA8_B9FA16EE.xml><?xml version="1.0" encoding="utf-8"?>
<p188:cmLst xmlns:a="http://schemas.openxmlformats.org/drawingml/2006/main" xmlns:r="http://schemas.openxmlformats.org/officeDocument/2006/relationships" xmlns:p188="http://schemas.microsoft.com/office/powerpoint/2018/8/main">
  <p188:cm id="{4ACF3A2B-BE49-4D74-B53F-D003C890A976}" authorId="{671F0201-AB36-C463-1784-F75D230B986D}" status="resolved" created="2026-07-01T16:44:54.409" complete="100000">
    <pc:sldMkLst xmlns:pc="http://schemas.microsoft.com/office/powerpoint/2013/main/command">
      <pc:docMk/>
      <pc:sldMk cId="3120174830" sldId="2147483048"/>
    </pc:sldMkLst>
    <p188:txBody>
      <a:bodyPr/>
      <a:lstStyle/>
      <a:p>
        <a:r>
          <a:rPr lang="en-US"/>
          <a:t>Please finalize this section</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A02F91F-D706-4701-B423-D32BC84E614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086B3275-2A31-40C5-9723-4BA0B783C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C3B7240-7A43-4FBB-89D6-2E9805A5B0D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0629510-5225-4B66-A174-0AD4533A279B}" type="slidenum">
              <a:rPr lang="en-US" smtClean="0"/>
              <a:t>‹#›</a:t>
            </a:fld>
            <a:endParaRPr lang="en-US"/>
          </a:p>
        </p:txBody>
      </p:sp>
    </p:spTree>
    <p:extLst>
      <p:ext uri="{BB962C8B-B14F-4D97-AF65-F5344CB8AC3E}">
        <p14:creationId xmlns:p14="http://schemas.microsoft.com/office/powerpoint/2010/main" val="2814482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1ED939-77A3-4A3E-83E3-62A5C8ABAA09}" type="datetimeFigureOut">
              <a:rPr lang="en-US" smtClean="0"/>
              <a:t>7/16/2026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5D926D-AA7A-49F2-AAC4-FE6456682D9C}" type="slidenum">
              <a:rPr lang="en-US" smtClean="0"/>
              <a:t>‹#›</a:t>
            </a:fld>
            <a:endParaRPr lang="en-US"/>
          </a:p>
        </p:txBody>
      </p:sp>
    </p:spTree>
    <p:extLst>
      <p:ext uri="{BB962C8B-B14F-4D97-AF65-F5344CB8AC3E}">
        <p14:creationId xmlns:p14="http://schemas.microsoft.com/office/powerpoint/2010/main" val="1302956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D8ABD22-8BBC-4528-8F82-FBBFA7B0A74E}" type="slidenum">
              <a:rPr lang="en-US" smtClean="0"/>
              <a:t>3</a:t>
            </a:fld>
            <a:endParaRPr lang="en-US"/>
          </a:p>
        </p:txBody>
      </p:sp>
    </p:spTree>
    <p:extLst>
      <p:ext uri="{BB962C8B-B14F-4D97-AF65-F5344CB8AC3E}">
        <p14:creationId xmlns:p14="http://schemas.microsoft.com/office/powerpoint/2010/main" val="42343662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C6FBC-B98D-D058-EAAA-0EA6E9FE55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9F0235-54A3-0D2E-7ED1-1FE0457FDA8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E4A6767-4B57-3ADF-B3AE-4E8E887EA89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FA4554C-D429-A4C9-9134-E7981BA9F8F0}"/>
              </a:ext>
            </a:extLst>
          </p:cNvPr>
          <p:cNvSpPr>
            <a:spLocks noGrp="1"/>
          </p:cNvSpPr>
          <p:nvPr>
            <p:ph type="sldNum" sz="quarter" idx="5"/>
          </p:nvPr>
        </p:nvSpPr>
        <p:spPr/>
        <p:txBody>
          <a:bodyPr/>
          <a:lstStyle/>
          <a:p>
            <a:fld id="{ED8ABD22-8BBC-4528-8F82-FBBFA7B0A74E}" type="slidenum">
              <a:rPr lang="en-US" smtClean="0"/>
              <a:t>4</a:t>
            </a:fld>
            <a:endParaRPr lang="en-US"/>
          </a:p>
        </p:txBody>
      </p:sp>
    </p:spTree>
    <p:extLst>
      <p:ext uri="{BB962C8B-B14F-4D97-AF65-F5344CB8AC3E}">
        <p14:creationId xmlns:p14="http://schemas.microsoft.com/office/powerpoint/2010/main" val="1844474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D8ABD22-8BBC-4528-8F82-FBBFA7B0A74E}" type="slidenum">
              <a:rPr lang="en-US" smtClean="0"/>
              <a:t>6</a:t>
            </a:fld>
            <a:endParaRPr lang="en-US"/>
          </a:p>
        </p:txBody>
      </p:sp>
    </p:spTree>
    <p:extLst>
      <p:ext uri="{BB962C8B-B14F-4D97-AF65-F5344CB8AC3E}">
        <p14:creationId xmlns:p14="http://schemas.microsoft.com/office/powerpoint/2010/main" val="37086572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5605D-28FF-4846-D52B-A3668E4EF6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8967F0-29D7-C30D-B3CA-DB54015F028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76CEC8F-1825-4ABF-CEA5-120CAB12CBD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053DA05-0BCC-964F-D63A-33E5A85970C5}"/>
              </a:ext>
            </a:extLst>
          </p:cNvPr>
          <p:cNvSpPr>
            <a:spLocks noGrp="1"/>
          </p:cNvSpPr>
          <p:nvPr>
            <p:ph type="sldNum" sz="quarter" idx="5"/>
          </p:nvPr>
        </p:nvSpPr>
        <p:spPr/>
        <p:txBody>
          <a:bodyPr/>
          <a:lstStyle/>
          <a:p>
            <a:fld id="{ED8ABD22-8BBC-4528-8F82-FBBFA7B0A74E}" type="slidenum">
              <a:rPr lang="en-US" smtClean="0"/>
              <a:t>7</a:t>
            </a:fld>
            <a:endParaRPr lang="en-US"/>
          </a:p>
        </p:txBody>
      </p:sp>
    </p:spTree>
    <p:extLst>
      <p:ext uri="{BB962C8B-B14F-4D97-AF65-F5344CB8AC3E}">
        <p14:creationId xmlns:p14="http://schemas.microsoft.com/office/powerpoint/2010/main" val="28311477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86FE1-3549-8F96-CD59-DCCBE038B2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B2E763-9B1A-A7AB-2FBE-C7F5E3FFCF2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3B60460-C96F-6FC4-9C1B-5D64161544E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CFAC9D5-89CD-0171-0070-DB8576D20E51}"/>
              </a:ext>
            </a:extLst>
          </p:cNvPr>
          <p:cNvSpPr>
            <a:spLocks noGrp="1"/>
          </p:cNvSpPr>
          <p:nvPr>
            <p:ph type="sldNum" sz="quarter" idx="5"/>
          </p:nvPr>
        </p:nvSpPr>
        <p:spPr/>
        <p:txBody>
          <a:bodyPr/>
          <a:lstStyle/>
          <a:p>
            <a:fld id="{ED8ABD22-8BBC-4528-8F82-FBBFA7B0A74E}" type="slidenum">
              <a:rPr lang="en-US" smtClean="0"/>
              <a:t>8</a:t>
            </a:fld>
            <a:endParaRPr lang="en-US"/>
          </a:p>
        </p:txBody>
      </p:sp>
    </p:spTree>
    <p:extLst>
      <p:ext uri="{BB962C8B-B14F-4D97-AF65-F5344CB8AC3E}">
        <p14:creationId xmlns:p14="http://schemas.microsoft.com/office/powerpoint/2010/main" val="115713010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9.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Master" Target="../slideMasters/slideMaster3.xml"/><Relationship Id="rId5" Type="http://schemas.openxmlformats.org/officeDocument/2006/relationships/image" Target="../media/image8.svg"/><Relationship Id="rId4" Type="http://schemas.openxmlformats.org/officeDocument/2006/relationships/image" Target="../media/image14.sv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svg"/><Relationship Id="rId1" Type="http://schemas.openxmlformats.org/officeDocument/2006/relationships/slideMaster" Target="../slideMasters/slideMaster3.xml"/><Relationship Id="rId4" Type="http://schemas.openxmlformats.org/officeDocument/2006/relationships/image" Target="../media/image16.svg"/></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hite BG">
    <p:spTree>
      <p:nvGrpSpPr>
        <p:cNvPr id="1" name=""/>
        <p:cNvGrpSpPr/>
        <p:nvPr/>
      </p:nvGrpSpPr>
      <p:grpSpPr>
        <a:xfrm>
          <a:off x="0" y="0"/>
          <a:ext cx="0" cy="0"/>
          <a:chOff x="0" y="0"/>
          <a:chExt cx="0" cy="0"/>
        </a:xfrm>
      </p:grpSpPr>
      <p:pic>
        <p:nvPicPr>
          <p:cNvPr id="4" name="Picture 3" descr="A picture containing text, computer, night sky&#10;&#10;Description automatically generated">
            <a:extLst>
              <a:ext uri="{FF2B5EF4-FFF2-40B4-BE49-F238E27FC236}">
                <a16:creationId xmlns:a16="http://schemas.microsoft.com/office/drawing/2014/main" id="{7B44738C-8C4F-69F9-6A2F-0AB3728B80D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791200" y="0"/>
            <a:ext cx="6400800" cy="6675120"/>
          </a:xfrm>
          <a:prstGeom prst="rect">
            <a:avLst/>
          </a:prstGeom>
        </p:spPr>
      </p:pic>
      <p:sp>
        <p:nvSpPr>
          <p:cNvPr id="8" name="Rectangle 7">
            <a:extLst>
              <a:ext uri="{FF2B5EF4-FFF2-40B4-BE49-F238E27FC236}">
                <a16:creationId xmlns:a16="http://schemas.microsoft.com/office/drawing/2014/main" id="{AD6AEAE9-BA83-4E19-BD82-655275CC5428}"/>
              </a:ext>
            </a:extLst>
          </p:cNvPr>
          <p:cNvSpPr/>
          <p:nvPr userDrawn="1"/>
        </p:nvSpPr>
        <p:spPr>
          <a:xfrm>
            <a:off x="9771271" y="6353577"/>
            <a:ext cx="1785372" cy="3077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28C0A6-BE80-4450-8D6F-89697C3198A9}"/>
              </a:ext>
            </a:extLst>
          </p:cNvPr>
          <p:cNvSpPr>
            <a:spLocks noGrp="1"/>
          </p:cNvSpPr>
          <p:nvPr>
            <p:ph type="ctrTitle" hasCustomPrompt="1"/>
          </p:nvPr>
        </p:nvSpPr>
        <p:spPr>
          <a:xfrm>
            <a:off x="731520" y="1633993"/>
            <a:ext cx="6400800" cy="1645920"/>
          </a:xfrm>
          <a:prstGeom prst="rect">
            <a:avLst/>
          </a:prstGeom>
        </p:spPr>
        <p:txBody>
          <a:bodyPr lIns="0" rIns="0" anchor="ctr">
            <a:normAutofit/>
          </a:bodyPr>
          <a:lstStyle>
            <a:lvl1pPr marL="0" marR="0" indent="0" algn="l" defTabSz="914400" rtl="0" eaLnBrk="1" fontAlgn="auto" latinLnBrk="0" hangingPunct="1">
              <a:lnSpc>
                <a:spcPct val="100000"/>
              </a:lnSpc>
              <a:spcBef>
                <a:spcPct val="0"/>
              </a:spcBef>
              <a:spcAft>
                <a:spcPts val="0"/>
              </a:spcAft>
              <a:buClrTx/>
              <a:buSzTx/>
              <a:buFontTx/>
              <a:buNone/>
              <a:tabLst/>
              <a:defRPr sz="3200" b="0">
                <a:solidFill>
                  <a:schemeClr val="tx1"/>
                </a:solidFill>
                <a:latin typeface="AvenirNext LT Pro Regular" panose="020B07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a:latin typeface="AvenirNext LT Pro Regular" panose="020B0504020202020204" pitchFamily="34" charset="0"/>
              </a:rPr>
              <a:t>This is a title example and may extend 1-3 lines. </a:t>
            </a:r>
            <a:endParaRPr lang="en-US"/>
          </a:p>
        </p:txBody>
      </p:sp>
      <p:sp>
        <p:nvSpPr>
          <p:cNvPr id="3" name="Subtitle 2">
            <a:extLst>
              <a:ext uri="{FF2B5EF4-FFF2-40B4-BE49-F238E27FC236}">
                <a16:creationId xmlns:a16="http://schemas.microsoft.com/office/drawing/2014/main" id="{D1F4521C-8BB5-4454-AEC9-365275AC0DC0}"/>
              </a:ext>
            </a:extLst>
          </p:cNvPr>
          <p:cNvSpPr>
            <a:spLocks noGrp="1"/>
          </p:cNvSpPr>
          <p:nvPr>
            <p:ph type="subTitle" idx="1" hasCustomPrompt="1"/>
          </p:nvPr>
        </p:nvSpPr>
        <p:spPr>
          <a:xfrm>
            <a:off x="731520" y="3383280"/>
            <a:ext cx="6400800" cy="1005840"/>
          </a:xfrm>
          <a:prstGeom prst="rect">
            <a:avLst/>
          </a:prstGeom>
        </p:spPr>
        <p:txBody>
          <a:bodyPr/>
          <a:lstStyle>
            <a:lvl1pPr marL="0" marR="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sz="2400">
                <a:solidFill>
                  <a:schemeClr val="tx1"/>
                </a:solidFill>
                <a:latin typeface="AvenirNext LT Pro Regular" panose="020B05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atin typeface="AvenirNext LT Pro Regular" panose="020B0504020202020204" pitchFamily="34" charset="0"/>
              </a:rPr>
              <a:t>This is a subtitle and may extend to no more than 2 lines. </a:t>
            </a:r>
          </a:p>
        </p:txBody>
      </p:sp>
      <p:sp>
        <p:nvSpPr>
          <p:cNvPr id="10" name="Picture Placeholder 9">
            <a:extLst>
              <a:ext uri="{FF2B5EF4-FFF2-40B4-BE49-F238E27FC236}">
                <a16:creationId xmlns:a16="http://schemas.microsoft.com/office/drawing/2014/main" id="{919FC8FD-04D7-4428-AB15-7D1EA1C3C0F0}"/>
              </a:ext>
            </a:extLst>
          </p:cNvPr>
          <p:cNvSpPr>
            <a:spLocks noGrp="1"/>
          </p:cNvSpPr>
          <p:nvPr>
            <p:ph type="pic" sz="quarter" idx="10" hasCustomPrompt="1"/>
          </p:nvPr>
        </p:nvSpPr>
        <p:spPr>
          <a:xfrm>
            <a:off x="731520" y="5029200"/>
            <a:ext cx="3200400" cy="914400"/>
          </a:xfrm>
          <a:prstGeom prst="rect">
            <a:avLst/>
          </a:prstGeom>
        </p:spPr>
        <p:txBody>
          <a:bodyPr anchor="ctr">
            <a:normAutofit/>
          </a:bodyPr>
          <a:lstStyle>
            <a:lvl1pPr marL="0" indent="0">
              <a:buNone/>
              <a:defRPr sz="1800">
                <a:solidFill>
                  <a:schemeClr val="tx1"/>
                </a:solidFill>
                <a:latin typeface="AvenirNext LT Pro Regular" panose="020B0504020202020204" pitchFamily="34" charset="0"/>
              </a:defRPr>
            </a:lvl1pPr>
          </a:lstStyle>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a:t>Optional logo (e.g. client, partner)</a:t>
            </a:r>
          </a:p>
        </p:txBody>
      </p:sp>
      <p:sp>
        <p:nvSpPr>
          <p:cNvPr id="12" name="Text Placeholder 11">
            <a:extLst>
              <a:ext uri="{FF2B5EF4-FFF2-40B4-BE49-F238E27FC236}">
                <a16:creationId xmlns:a16="http://schemas.microsoft.com/office/drawing/2014/main" id="{A6D70DF9-D18E-48D6-9BF1-1B48BD6F7D69}"/>
              </a:ext>
            </a:extLst>
          </p:cNvPr>
          <p:cNvSpPr>
            <a:spLocks noGrp="1"/>
          </p:cNvSpPr>
          <p:nvPr>
            <p:ph type="body" sz="quarter" idx="11" hasCustomPrompt="1"/>
          </p:nvPr>
        </p:nvSpPr>
        <p:spPr>
          <a:xfrm>
            <a:off x="731520" y="4480560"/>
            <a:ext cx="3200400" cy="457200"/>
          </a:xfrm>
          <a:prstGeom prst="rect">
            <a:avLst/>
          </a:prstGeom>
        </p:spPr>
        <p:txBody>
          <a:bodyPr anchor="ctr">
            <a:noAutofit/>
          </a:bodyPr>
          <a:lstStyle>
            <a:lvl1pPr marL="0" indent="0">
              <a:buNone/>
              <a:defRPr sz="1800">
                <a:solidFill>
                  <a:schemeClr val="tx1"/>
                </a:solidFill>
                <a:latin typeface="AvenirNext LT Pro Regular" panose="020B0504020202020204" pitchFamily="34" charset="0"/>
              </a:defRPr>
            </a:lvl1pPr>
          </a:lstStyle>
          <a:p>
            <a:pPr lvl="0"/>
            <a:r>
              <a:rPr lang="en-US"/>
              <a:t>[Day, Month Year]</a:t>
            </a:r>
          </a:p>
        </p:txBody>
      </p:sp>
      <p:pic>
        <p:nvPicPr>
          <p:cNvPr id="18" name="Picture 17" descr="Logo&#10;&#10;Description automatically generated">
            <a:extLst>
              <a:ext uri="{FF2B5EF4-FFF2-40B4-BE49-F238E27FC236}">
                <a16:creationId xmlns:a16="http://schemas.microsoft.com/office/drawing/2014/main" id="{4E1E99A2-3A3E-4671-9542-8E4B379CB8E0}"/>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731520" y="822960"/>
            <a:ext cx="1529597" cy="731520"/>
          </a:xfrm>
          <a:prstGeom prst="rect">
            <a:avLst/>
          </a:prstGeom>
        </p:spPr>
      </p:pic>
      <p:pic>
        <p:nvPicPr>
          <p:cNvPr id="9" name="Picture 8">
            <a:extLst>
              <a:ext uri="{FF2B5EF4-FFF2-40B4-BE49-F238E27FC236}">
                <a16:creationId xmlns:a16="http://schemas.microsoft.com/office/drawing/2014/main" id="{06F27779-0F3D-6447-AF0B-FA705B5CCD27}"/>
              </a:ext>
            </a:extLst>
          </p:cNvPr>
          <p:cNvPicPr>
            <a:picLocks noChangeAspect="1"/>
          </p:cNvPicPr>
          <p:nvPr userDrawn="1"/>
        </p:nvPicPr>
        <p:blipFill>
          <a:blip r:embed="rId4" cstate="hqprint">
            <a:extLst>
              <a:ext uri="{28A0092B-C50C-407E-A947-70E740481C1C}">
                <a14:useLocalDpi xmlns:a14="http://schemas.microsoft.com/office/drawing/2010/main" val="0"/>
              </a:ext>
            </a:extLst>
          </a:blip>
          <a:srcRect/>
          <a:stretch/>
        </p:blipFill>
        <p:spPr>
          <a:xfrm>
            <a:off x="731520" y="823773"/>
            <a:ext cx="1529597" cy="729893"/>
          </a:xfrm>
          <a:prstGeom prst="rect">
            <a:avLst/>
          </a:prstGeom>
        </p:spPr>
      </p:pic>
    </p:spTree>
    <p:extLst>
      <p:ext uri="{BB962C8B-B14F-4D97-AF65-F5344CB8AC3E}">
        <p14:creationId xmlns:p14="http://schemas.microsoft.com/office/powerpoint/2010/main" val="30786771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Slide White 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34DB523-6D13-4413-A607-6EFBD0768FE6}"/>
              </a:ext>
            </a:extLst>
          </p:cNvPr>
          <p:cNvSpPr>
            <a:spLocks noGrp="1"/>
          </p:cNvSpPr>
          <p:nvPr>
            <p:ph type="sldNum" sz="quarter" idx="12"/>
          </p:nvPr>
        </p:nvSpPr>
        <p:spPr/>
        <p:txBody>
          <a:bodyPr/>
          <a:lstStyle/>
          <a:p>
            <a:fld id="{24765544-FD03-4464-B699-C4215568ACB5}" type="slidenum">
              <a:rPr lang="en-US" smtClean="0"/>
              <a:t>‹#›</a:t>
            </a:fld>
            <a:endParaRPr lang="en-US"/>
          </a:p>
        </p:txBody>
      </p:sp>
      <p:graphicFrame>
        <p:nvGraphicFramePr>
          <p:cNvPr id="12" name="Table 12">
            <a:extLst>
              <a:ext uri="{FF2B5EF4-FFF2-40B4-BE49-F238E27FC236}">
                <a16:creationId xmlns:a16="http://schemas.microsoft.com/office/drawing/2014/main" id="{0FE4A80C-98CF-43CC-88EC-54F75A9F4F29}"/>
              </a:ext>
            </a:extLst>
          </p:cNvPr>
          <p:cNvGraphicFramePr>
            <a:graphicFrameLocks noGrp="1"/>
          </p:cNvGraphicFramePr>
          <p:nvPr userDrawn="1">
            <p:extLst>
              <p:ext uri="{D42A27DB-BD31-4B8C-83A1-F6EECF244321}">
                <p14:modId xmlns:p14="http://schemas.microsoft.com/office/powerpoint/2010/main" val="4291939307"/>
              </p:ext>
            </p:extLst>
          </p:nvPr>
        </p:nvGraphicFramePr>
        <p:xfrm>
          <a:off x="365760" y="1827753"/>
          <a:ext cx="10988040" cy="2194560"/>
        </p:xfrm>
        <a:graphic>
          <a:graphicData uri="http://schemas.openxmlformats.org/drawingml/2006/table">
            <a:tbl>
              <a:tblPr firstRow="1" bandRow="1">
                <a:tableStyleId>{5C22544A-7EE6-4342-B048-85BDC9FD1C3A}</a:tableStyleId>
              </a:tblPr>
              <a:tblGrid>
                <a:gridCol w="1177290">
                  <a:extLst>
                    <a:ext uri="{9D8B030D-6E8A-4147-A177-3AD203B41FA5}">
                      <a16:colId xmlns:a16="http://schemas.microsoft.com/office/drawing/2014/main" val="716591009"/>
                    </a:ext>
                  </a:extLst>
                </a:gridCol>
                <a:gridCol w="9810750">
                  <a:extLst>
                    <a:ext uri="{9D8B030D-6E8A-4147-A177-3AD203B41FA5}">
                      <a16:colId xmlns:a16="http://schemas.microsoft.com/office/drawing/2014/main" val="2233180444"/>
                    </a:ext>
                  </a:extLst>
                </a:gridCol>
              </a:tblGrid>
              <a:tr h="731520">
                <a:tc>
                  <a:txBody>
                    <a:bodyPr/>
                    <a:lstStyle/>
                    <a:p>
                      <a:pPr algn="ctr"/>
                      <a:r>
                        <a:rPr lang="en-US" b="1">
                          <a:solidFill>
                            <a:schemeClr val="bg1"/>
                          </a:solidFill>
                          <a:latin typeface="Georgia Pro" panose="02040502050405020303" pitchFamily="18" charset="0"/>
                        </a:rPr>
                        <a:t>01</a:t>
                      </a:r>
                    </a:p>
                  </a:txBody>
                  <a:tcPr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91440" lvl="0"/>
                      <a:endParaRPr lang="en-US" b="0">
                        <a:solidFill>
                          <a:schemeClr val="tx1"/>
                        </a:solidFill>
                        <a:latin typeface="AvenirNext LT Pro Regular" panose="020B0504020202020204" pitchFamily="34" charset="0"/>
                      </a:endParaRPr>
                    </a:p>
                  </a:txBody>
                  <a:tcPr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235789198"/>
                  </a:ext>
                </a:extLst>
              </a:tr>
              <a:tr h="731520">
                <a:tc>
                  <a:txBody>
                    <a:bodyPr/>
                    <a:lstStyle/>
                    <a:p>
                      <a:pPr algn="ctr"/>
                      <a:r>
                        <a:rPr lang="en-US" b="1">
                          <a:solidFill>
                            <a:schemeClr val="bg1"/>
                          </a:solidFill>
                          <a:latin typeface="Georgia Pro" panose="02040502050405020303" pitchFamily="18" charset="0"/>
                        </a:rPr>
                        <a:t>02</a:t>
                      </a:r>
                    </a:p>
                  </a:txBody>
                  <a:tcPr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9144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AvenirNext LT Pro Regular" panose="020B0504020202020204" pitchFamily="34" charset="0"/>
                        <a:ea typeface="+mn-ea"/>
                        <a:cs typeface="+mn-cs"/>
                      </a:endParaRPr>
                    </a:p>
                  </a:txBody>
                  <a:tcPr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665876293"/>
                  </a:ext>
                </a:extLst>
              </a:tr>
              <a:tr h="731520">
                <a:tc>
                  <a:txBody>
                    <a:bodyPr/>
                    <a:lstStyle/>
                    <a:p>
                      <a:pPr algn="ctr"/>
                      <a:r>
                        <a:rPr lang="en-US" b="1">
                          <a:solidFill>
                            <a:schemeClr val="bg1"/>
                          </a:solidFill>
                          <a:latin typeface="Georgia Pro" panose="02040502050405020303" pitchFamily="18" charset="0"/>
                        </a:rPr>
                        <a:t>03</a:t>
                      </a:r>
                    </a:p>
                  </a:txBody>
                  <a:tcPr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marL="9144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AvenirNext LT Pro Regular" panose="020B0504020202020204" pitchFamily="34" charset="0"/>
                        <a:ea typeface="+mn-ea"/>
                        <a:cs typeface="+mn-cs"/>
                      </a:endParaRPr>
                    </a:p>
                  </a:txBody>
                  <a:tcPr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41442995"/>
                  </a:ext>
                </a:extLst>
              </a:tr>
            </a:tbl>
          </a:graphicData>
        </a:graphic>
      </p:graphicFrame>
      <p:sp>
        <p:nvSpPr>
          <p:cNvPr id="6" name="TextBox 5">
            <a:extLst>
              <a:ext uri="{FF2B5EF4-FFF2-40B4-BE49-F238E27FC236}">
                <a16:creationId xmlns:a16="http://schemas.microsoft.com/office/drawing/2014/main" id="{A652327B-012F-44E7-A88A-AB5A2DDADC58}"/>
              </a:ext>
            </a:extLst>
          </p:cNvPr>
          <p:cNvSpPr txBox="1"/>
          <p:nvPr userDrawn="1"/>
        </p:nvSpPr>
        <p:spPr>
          <a:xfrm>
            <a:off x="365760" y="365760"/>
            <a:ext cx="1058303" cy="369332"/>
          </a:xfrm>
          <a:prstGeom prst="rect">
            <a:avLst/>
          </a:prstGeom>
          <a:noFill/>
        </p:spPr>
        <p:txBody>
          <a:bodyPr wrap="none" rtlCol="0" anchor="ctr">
            <a:spAutoFit/>
          </a:bodyPr>
          <a:lstStyle/>
          <a:p>
            <a:r>
              <a:rPr lang="en-US" sz="1800" b="0" i="0">
                <a:solidFill>
                  <a:schemeClr val="accent1"/>
                </a:solidFill>
                <a:latin typeface="AvenirNext LT Pro Regular" panose="020B0704020202020204" pitchFamily="34" charset="0"/>
              </a:rPr>
              <a:t>Agenda</a:t>
            </a:r>
          </a:p>
        </p:txBody>
      </p:sp>
      <p:sp>
        <p:nvSpPr>
          <p:cNvPr id="10" name="Text Placeholder 9">
            <a:extLst>
              <a:ext uri="{FF2B5EF4-FFF2-40B4-BE49-F238E27FC236}">
                <a16:creationId xmlns:a16="http://schemas.microsoft.com/office/drawing/2014/main" id="{29BBEC5C-0339-4260-8BFE-53414C1896DD}"/>
              </a:ext>
            </a:extLst>
          </p:cNvPr>
          <p:cNvSpPr>
            <a:spLocks noGrp="1"/>
          </p:cNvSpPr>
          <p:nvPr>
            <p:ph type="body" sz="quarter" idx="13" hasCustomPrompt="1"/>
          </p:nvPr>
        </p:nvSpPr>
        <p:spPr>
          <a:xfrm>
            <a:off x="1567928" y="1868791"/>
            <a:ext cx="9144000" cy="640080"/>
          </a:xfrm>
          <a:prstGeom prst="rect">
            <a:avLst/>
          </a:prstGeom>
        </p:spPr>
        <p:txBody>
          <a:bodyPr anchor="ctr">
            <a:noAutofit/>
          </a:bodyPr>
          <a:lstStyle>
            <a:lvl1pPr marL="0" indent="0">
              <a:buNone/>
              <a:defRPr sz="1800"/>
            </a:lvl1pPr>
            <a:lvl3pPr marL="914400" indent="0">
              <a:buNone/>
              <a:defRPr/>
            </a:lvl3pPr>
          </a:lstStyle>
          <a:p>
            <a:pPr lvl="0"/>
            <a:r>
              <a:rPr lang="en-US" b="0">
                <a:solidFill>
                  <a:schemeClr val="tx1"/>
                </a:solidFill>
                <a:latin typeface="AvenirNext LT Pro Regular" panose="020B0504020202020204" pitchFamily="34" charset="0"/>
              </a:rPr>
              <a:t>Item 1 goes here. May extend to 2 lines. Text should be 14pt or larger.</a:t>
            </a:r>
            <a:endParaRPr lang="en-US"/>
          </a:p>
        </p:txBody>
      </p:sp>
      <p:sp>
        <p:nvSpPr>
          <p:cNvPr id="11" name="Text Placeholder 9">
            <a:extLst>
              <a:ext uri="{FF2B5EF4-FFF2-40B4-BE49-F238E27FC236}">
                <a16:creationId xmlns:a16="http://schemas.microsoft.com/office/drawing/2014/main" id="{DF8B5EFA-C10D-49E3-9D96-07973FB2609A}"/>
              </a:ext>
            </a:extLst>
          </p:cNvPr>
          <p:cNvSpPr>
            <a:spLocks noGrp="1"/>
          </p:cNvSpPr>
          <p:nvPr>
            <p:ph type="body" sz="quarter" idx="18" hasCustomPrompt="1"/>
          </p:nvPr>
        </p:nvSpPr>
        <p:spPr>
          <a:xfrm>
            <a:off x="1567928" y="2599305"/>
            <a:ext cx="9144000" cy="640080"/>
          </a:xfrm>
          <a:prstGeom prst="rect">
            <a:avLst/>
          </a:prstGeom>
        </p:spPr>
        <p:txBody>
          <a:bodyPr anchor="ctr">
            <a:noAutofit/>
          </a:bodyPr>
          <a:lstStyle>
            <a:lvl1pPr marL="0" indent="0">
              <a:buNone/>
              <a:defRPr sz="1800"/>
            </a:lvl1pPr>
            <a:lvl3pPr marL="914400" indent="0">
              <a:buNone/>
              <a:defRPr/>
            </a:lvl3pPr>
          </a:lstStyle>
          <a:p>
            <a:pPr lvl="0"/>
            <a:r>
              <a:rPr lang="en-US" b="0">
                <a:solidFill>
                  <a:schemeClr val="tx1"/>
                </a:solidFill>
                <a:latin typeface="AvenirNext LT Pro Regular" panose="020B0504020202020204" pitchFamily="34" charset="0"/>
              </a:rPr>
              <a:t>Item 2 goes here. May extend to 2 lines. Text should be 14pt or larger.</a:t>
            </a:r>
            <a:endParaRPr lang="en-US"/>
          </a:p>
        </p:txBody>
      </p:sp>
      <p:sp>
        <p:nvSpPr>
          <p:cNvPr id="17" name="Text Placeholder 9">
            <a:extLst>
              <a:ext uri="{FF2B5EF4-FFF2-40B4-BE49-F238E27FC236}">
                <a16:creationId xmlns:a16="http://schemas.microsoft.com/office/drawing/2014/main" id="{BF8025B1-9B91-4F35-94D5-56151A81F5ED}"/>
              </a:ext>
            </a:extLst>
          </p:cNvPr>
          <p:cNvSpPr>
            <a:spLocks noGrp="1"/>
          </p:cNvSpPr>
          <p:nvPr>
            <p:ph type="body" sz="quarter" idx="19" hasCustomPrompt="1"/>
          </p:nvPr>
        </p:nvSpPr>
        <p:spPr>
          <a:xfrm>
            <a:off x="1567928" y="3337560"/>
            <a:ext cx="9144000" cy="640080"/>
          </a:xfrm>
          <a:prstGeom prst="rect">
            <a:avLst/>
          </a:prstGeom>
        </p:spPr>
        <p:txBody>
          <a:bodyPr anchor="ctr">
            <a:noAutofit/>
          </a:bodyPr>
          <a:lstStyle>
            <a:lvl1pPr marL="0" indent="0">
              <a:buNone/>
              <a:defRPr sz="1800"/>
            </a:lvl1pPr>
            <a:lvl3pPr marL="914400" indent="0">
              <a:buNone/>
              <a:defRPr/>
            </a:lvl3pPr>
          </a:lstStyle>
          <a:p>
            <a:pPr lvl="0"/>
            <a:r>
              <a:rPr lang="en-US" b="0">
                <a:solidFill>
                  <a:schemeClr val="tx1"/>
                </a:solidFill>
                <a:latin typeface="AvenirNext LT Pro Regular" panose="020B0504020202020204" pitchFamily="34" charset="0"/>
              </a:rPr>
              <a:t>Item 3 goes here. May extend to 2 lines. Text should be 14pt or larger.</a:t>
            </a:r>
            <a:endParaRPr lang="en-US"/>
          </a:p>
        </p:txBody>
      </p:sp>
      <p:pic>
        <p:nvPicPr>
          <p:cNvPr id="3" name="Picture 2" descr="A blue and black logo&#10;&#10;Description automatically generated">
            <a:extLst>
              <a:ext uri="{FF2B5EF4-FFF2-40B4-BE49-F238E27FC236}">
                <a16:creationId xmlns:a16="http://schemas.microsoft.com/office/drawing/2014/main" id="{08D433D8-F59A-CF26-921E-A224D966E64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5760" y="6217602"/>
            <a:ext cx="773561" cy="457200"/>
          </a:xfrm>
          <a:prstGeom prst="rect">
            <a:avLst/>
          </a:prstGeom>
        </p:spPr>
      </p:pic>
    </p:spTree>
    <p:extLst>
      <p:ext uri="{BB962C8B-B14F-4D97-AF65-F5344CB8AC3E}">
        <p14:creationId xmlns:p14="http://schemas.microsoft.com/office/powerpoint/2010/main" val="2660935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1 White 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ED38554F-CB55-4B32-AE70-CD46EFEEF59D}"/>
              </a:ext>
            </a:extLst>
          </p:cNvPr>
          <p:cNvSpPr>
            <a:spLocks noGrp="1"/>
          </p:cNvSpPr>
          <p:nvPr>
            <p:ph type="pic" sz="quarter" idx="14" hasCustomPrompt="1"/>
          </p:nvPr>
        </p:nvSpPr>
        <p:spPr>
          <a:xfrm>
            <a:off x="3977640" y="-1"/>
            <a:ext cx="8229600" cy="6858000"/>
          </a:xfrm>
          <a:custGeom>
            <a:avLst/>
            <a:gdLst>
              <a:gd name="connsiteX0" fmla="*/ 0 w 6413500"/>
              <a:gd name="connsiteY0" fmla="*/ 6858000 h 6858000"/>
              <a:gd name="connsiteX1" fmla="*/ 1603375 w 6413500"/>
              <a:gd name="connsiteY1" fmla="*/ 0 h 6858000"/>
              <a:gd name="connsiteX2" fmla="*/ 6413500 w 6413500"/>
              <a:gd name="connsiteY2" fmla="*/ 0 h 6858000"/>
              <a:gd name="connsiteX3" fmla="*/ 4810125 w 6413500"/>
              <a:gd name="connsiteY3" fmla="*/ 6858000 h 6858000"/>
              <a:gd name="connsiteX4" fmla="*/ 0 w 6413500"/>
              <a:gd name="connsiteY4" fmla="*/ 6858000 h 6858000"/>
              <a:gd name="connsiteX0" fmla="*/ 0 w 7825442"/>
              <a:gd name="connsiteY0" fmla="*/ 6866964 h 6866964"/>
              <a:gd name="connsiteX1" fmla="*/ 3015317 w 7825442"/>
              <a:gd name="connsiteY1" fmla="*/ 0 h 6866964"/>
              <a:gd name="connsiteX2" fmla="*/ 7825442 w 7825442"/>
              <a:gd name="connsiteY2" fmla="*/ 0 h 6866964"/>
              <a:gd name="connsiteX3" fmla="*/ 6222067 w 7825442"/>
              <a:gd name="connsiteY3" fmla="*/ 6858000 h 6866964"/>
              <a:gd name="connsiteX4" fmla="*/ 0 w 7825442"/>
              <a:gd name="connsiteY4" fmla="*/ 6866964 h 6866964"/>
              <a:gd name="connsiteX0" fmla="*/ 0 w 7825442"/>
              <a:gd name="connsiteY0" fmla="*/ 6866964 h 6866964"/>
              <a:gd name="connsiteX1" fmla="*/ 3015317 w 7825442"/>
              <a:gd name="connsiteY1" fmla="*/ 0 h 6866964"/>
              <a:gd name="connsiteX2" fmla="*/ 7825442 w 7825442"/>
              <a:gd name="connsiteY2" fmla="*/ 0 h 6866964"/>
              <a:gd name="connsiteX3" fmla="*/ 5953125 w 7825442"/>
              <a:gd name="connsiteY3" fmla="*/ 6858000 h 6866964"/>
              <a:gd name="connsiteX4" fmla="*/ 0 w 7825442"/>
              <a:gd name="connsiteY4" fmla="*/ 6866964 h 6866964"/>
              <a:gd name="connsiteX0" fmla="*/ 0 w 7946466"/>
              <a:gd name="connsiteY0" fmla="*/ 6875929 h 6875929"/>
              <a:gd name="connsiteX1" fmla="*/ 3015317 w 7946466"/>
              <a:gd name="connsiteY1" fmla="*/ 8965 h 6875929"/>
              <a:gd name="connsiteX2" fmla="*/ 7946466 w 7946466"/>
              <a:gd name="connsiteY2" fmla="*/ 0 h 6875929"/>
              <a:gd name="connsiteX3" fmla="*/ 5953125 w 7946466"/>
              <a:gd name="connsiteY3" fmla="*/ 6866965 h 6875929"/>
              <a:gd name="connsiteX4" fmla="*/ 0 w 7946466"/>
              <a:gd name="connsiteY4" fmla="*/ 6875929 h 6875929"/>
              <a:gd name="connsiteX0" fmla="*/ 0 w 7946466"/>
              <a:gd name="connsiteY0" fmla="*/ 6875929 h 6875929"/>
              <a:gd name="connsiteX1" fmla="*/ 4162799 w 7946466"/>
              <a:gd name="connsiteY1" fmla="*/ 13447 h 6875929"/>
              <a:gd name="connsiteX2" fmla="*/ 7946466 w 7946466"/>
              <a:gd name="connsiteY2" fmla="*/ 0 h 6875929"/>
              <a:gd name="connsiteX3" fmla="*/ 5953125 w 7946466"/>
              <a:gd name="connsiteY3" fmla="*/ 6866965 h 6875929"/>
              <a:gd name="connsiteX4" fmla="*/ 0 w 7946466"/>
              <a:gd name="connsiteY4" fmla="*/ 6875929 h 6875929"/>
              <a:gd name="connsiteX0" fmla="*/ 0 w 8264713"/>
              <a:gd name="connsiteY0" fmla="*/ 6871446 h 6871446"/>
              <a:gd name="connsiteX1" fmla="*/ 4481046 w 8264713"/>
              <a:gd name="connsiteY1" fmla="*/ 13447 h 6871446"/>
              <a:gd name="connsiteX2" fmla="*/ 8264713 w 8264713"/>
              <a:gd name="connsiteY2" fmla="*/ 0 h 6871446"/>
              <a:gd name="connsiteX3" fmla="*/ 6271372 w 8264713"/>
              <a:gd name="connsiteY3" fmla="*/ 6866965 h 6871446"/>
              <a:gd name="connsiteX4" fmla="*/ 0 w 8264713"/>
              <a:gd name="connsiteY4" fmla="*/ 6871446 h 6871446"/>
              <a:gd name="connsiteX0" fmla="*/ 0 w 8152655"/>
              <a:gd name="connsiteY0" fmla="*/ 6871446 h 6871446"/>
              <a:gd name="connsiteX1" fmla="*/ 4481046 w 8152655"/>
              <a:gd name="connsiteY1" fmla="*/ 13447 h 6871446"/>
              <a:gd name="connsiteX2" fmla="*/ 8152655 w 8152655"/>
              <a:gd name="connsiteY2" fmla="*/ 0 h 6871446"/>
              <a:gd name="connsiteX3" fmla="*/ 6271372 w 8152655"/>
              <a:gd name="connsiteY3" fmla="*/ 6866965 h 6871446"/>
              <a:gd name="connsiteX4" fmla="*/ 0 w 8152655"/>
              <a:gd name="connsiteY4" fmla="*/ 6871446 h 6871446"/>
              <a:gd name="connsiteX0" fmla="*/ 0 w 8152655"/>
              <a:gd name="connsiteY0" fmla="*/ 6871446 h 6871446"/>
              <a:gd name="connsiteX1" fmla="*/ 4481046 w 8152655"/>
              <a:gd name="connsiteY1" fmla="*/ 13447 h 6871446"/>
              <a:gd name="connsiteX2" fmla="*/ 8152655 w 8152655"/>
              <a:gd name="connsiteY2" fmla="*/ 0 h 6871446"/>
              <a:gd name="connsiteX3" fmla="*/ 6984628 w 8152655"/>
              <a:gd name="connsiteY3" fmla="*/ 4244790 h 6871446"/>
              <a:gd name="connsiteX4" fmla="*/ 6271372 w 8152655"/>
              <a:gd name="connsiteY4" fmla="*/ 6866965 h 6871446"/>
              <a:gd name="connsiteX5" fmla="*/ 0 w 8152655"/>
              <a:gd name="connsiteY5" fmla="*/ 6871446 h 6871446"/>
              <a:gd name="connsiteX0" fmla="*/ 0 w 8152655"/>
              <a:gd name="connsiteY0" fmla="*/ 6871446 h 6871446"/>
              <a:gd name="connsiteX1" fmla="*/ 4481046 w 8152655"/>
              <a:gd name="connsiteY1" fmla="*/ 13447 h 6871446"/>
              <a:gd name="connsiteX2" fmla="*/ 8152655 w 8152655"/>
              <a:gd name="connsiteY2" fmla="*/ 0 h 6871446"/>
              <a:gd name="connsiteX3" fmla="*/ 8145557 w 8152655"/>
              <a:gd name="connsiteY3" fmla="*/ 4231343 h 6871446"/>
              <a:gd name="connsiteX4" fmla="*/ 6271372 w 8152655"/>
              <a:gd name="connsiteY4" fmla="*/ 6866965 h 6871446"/>
              <a:gd name="connsiteX5" fmla="*/ 0 w 8152655"/>
              <a:gd name="connsiteY5" fmla="*/ 6871446 h 6871446"/>
              <a:gd name="connsiteX0" fmla="*/ 0 w 8152655"/>
              <a:gd name="connsiteY0" fmla="*/ 6871446 h 6871446"/>
              <a:gd name="connsiteX1" fmla="*/ 4481046 w 8152655"/>
              <a:gd name="connsiteY1" fmla="*/ 13447 h 6871446"/>
              <a:gd name="connsiteX2" fmla="*/ 8152655 w 8152655"/>
              <a:gd name="connsiteY2" fmla="*/ 0 h 6871446"/>
              <a:gd name="connsiteX3" fmla="*/ 8145557 w 8152655"/>
              <a:gd name="connsiteY3" fmla="*/ 4231343 h 6871446"/>
              <a:gd name="connsiteX4" fmla="*/ 6414807 w 8152655"/>
              <a:gd name="connsiteY4" fmla="*/ 6866965 h 6871446"/>
              <a:gd name="connsiteX5" fmla="*/ 0 w 8152655"/>
              <a:gd name="connsiteY5" fmla="*/ 6871446 h 6871446"/>
              <a:gd name="connsiteX0" fmla="*/ 0 w 8152655"/>
              <a:gd name="connsiteY0" fmla="*/ 6871446 h 6871446"/>
              <a:gd name="connsiteX1" fmla="*/ 4481046 w 8152655"/>
              <a:gd name="connsiteY1" fmla="*/ 4482 h 6871446"/>
              <a:gd name="connsiteX2" fmla="*/ 8152655 w 8152655"/>
              <a:gd name="connsiteY2" fmla="*/ 0 h 6871446"/>
              <a:gd name="connsiteX3" fmla="*/ 8145557 w 8152655"/>
              <a:gd name="connsiteY3" fmla="*/ 4231343 h 6871446"/>
              <a:gd name="connsiteX4" fmla="*/ 6414807 w 8152655"/>
              <a:gd name="connsiteY4" fmla="*/ 6866965 h 6871446"/>
              <a:gd name="connsiteX5" fmla="*/ 0 w 8152655"/>
              <a:gd name="connsiteY5" fmla="*/ 6871446 h 6871446"/>
              <a:gd name="connsiteX0" fmla="*/ 0 w 8152655"/>
              <a:gd name="connsiteY0" fmla="*/ 6871446 h 6871446"/>
              <a:gd name="connsiteX1" fmla="*/ 4481046 w 8152655"/>
              <a:gd name="connsiteY1" fmla="*/ 1306 h 6871446"/>
              <a:gd name="connsiteX2" fmla="*/ 8152655 w 8152655"/>
              <a:gd name="connsiteY2" fmla="*/ 0 h 6871446"/>
              <a:gd name="connsiteX3" fmla="*/ 8145557 w 8152655"/>
              <a:gd name="connsiteY3" fmla="*/ 4231343 h 6871446"/>
              <a:gd name="connsiteX4" fmla="*/ 6414807 w 8152655"/>
              <a:gd name="connsiteY4" fmla="*/ 6866965 h 6871446"/>
              <a:gd name="connsiteX5" fmla="*/ 0 w 8152655"/>
              <a:gd name="connsiteY5" fmla="*/ 6871446 h 6871446"/>
              <a:gd name="connsiteX0" fmla="*/ 0 w 8134726"/>
              <a:gd name="connsiteY0" fmla="*/ 6862481 h 6866965"/>
              <a:gd name="connsiteX1" fmla="*/ 4463117 w 8134726"/>
              <a:gd name="connsiteY1" fmla="*/ 1306 h 6866965"/>
              <a:gd name="connsiteX2" fmla="*/ 8134726 w 8134726"/>
              <a:gd name="connsiteY2" fmla="*/ 0 h 6866965"/>
              <a:gd name="connsiteX3" fmla="*/ 8127628 w 8134726"/>
              <a:gd name="connsiteY3" fmla="*/ 4231343 h 6866965"/>
              <a:gd name="connsiteX4" fmla="*/ 6396878 w 8134726"/>
              <a:gd name="connsiteY4" fmla="*/ 6866965 h 6866965"/>
              <a:gd name="connsiteX5" fmla="*/ 0 w 8134726"/>
              <a:gd name="connsiteY5" fmla="*/ 6862481 h 6866965"/>
              <a:gd name="connsiteX0" fmla="*/ 0 w 8134726"/>
              <a:gd name="connsiteY0" fmla="*/ 6857999 h 6866965"/>
              <a:gd name="connsiteX1" fmla="*/ 4463117 w 8134726"/>
              <a:gd name="connsiteY1" fmla="*/ 1306 h 6866965"/>
              <a:gd name="connsiteX2" fmla="*/ 8134726 w 8134726"/>
              <a:gd name="connsiteY2" fmla="*/ 0 h 6866965"/>
              <a:gd name="connsiteX3" fmla="*/ 8127628 w 8134726"/>
              <a:gd name="connsiteY3" fmla="*/ 4231343 h 6866965"/>
              <a:gd name="connsiteX4" fmla="*/ 6396878 w 8134726"/>
              <a:gd name="connsiteY4" fmla="*/ 6866965 h 6866965"/>
              <a:gd name="connsiteX5" fmla="*/ 0 w 8134726"/>
              <a:gd name="connsiteY5" fmla="*/ 6857999 h 6866965"/>
              <a:gd name="connsiteX0" fmla="*/ 0 w 8134726"/>
              <a:gd name="connsiteY0" fmla="*/ 6857999 h 6862482"/>
              <a:gd name="connsiteX1" fmla="*/ 4463117 w 8134726"/>
              <a:gd name="connsiteY1" fmla="*/ 1306 h 6862482"/>
              <a:gd name="connsiteX2" fmla="*/ 8134726 w 8134726"/>
              <a:gd name="connsiteY2" fmla="*/ 0 h 6862482"/>
              <a:gd name="connsiteX3" fmla="*/ 8127628 w 8134726"/>
              <a:gd name="connsiteY3" fmla="*/ 4231343 h 6862482"/>
              <a:gd name="connsiteX4" fmla="*/ 6383431 w 8134726"/>
              <a:gd name="connsiteY4" fmla="*/ 6862482 h 6862482"/>
              <a:gd name="connsiteX5" fmla="*/ 0 w 8134726"/>
              <a:gd name="connsiteY5" fmla="*/ 6857999 h 6862482"/>
              <a:gd name="connsiteX0" fmla="*/ 0 w 8136593"/>
              <a:gd name="connsiteY0" fmla="*/ 6857999 h 6862482"/>
              <a:gd name="connsiteX1" fmla="*/ 4463117 w 8136593"/>
              <a:gd name="connsiteY1" fmla="*/ 1306 h 6862482"/>
              <a:gd name="connsiteX2" fmla="*/ 8134726 w 8136593"/>
              <a:gd name="connsiteY2" fmla="*/ 0 h 6862482"/>
              <a:gd name="connsiteX3" fmla="*/ 8136593 w 8136593"/>
              <a:gd name="connsiteY3" fmla="*/ 4159625 h 6862482"/>
              <a:gd name="connsiteX4" fmla="*/ 6383431 w 8136593"/>
              <a:gd name="connsiteY4" fmla="*/ 6862482 h 6862482"/>
              <a:gd name="connsiteX5" fmla="*/ 0 w 8136593"/>
              <a:gd name="connsiteY5" fmla="*/ 6857999 h 6862482"/>
              <a:gd name="connsiteX0" fmla="*/ 0 w 8134794"/>
              <a:gd name="connsiteY0" fmla="*/ 6857999 h 6862482"/>
              <a:gd name="connsiteX1" fmla="*/ 4463117 w 8134794"/>
              <a:gd name="connsiteY1" fmla="*/ 1306 h 6862482"/>
              <a:gd name="connsiteX2" fmla="*/ 8134726 w 8134794"/>
              <a:gd name="connsiteY2" fmla="*/ 0 h 6862482"/>
              <a:gd name="connsiteX3" fmla="*/ 8132110 w 8134794"/>
              <a:gd name="connsiteY3" fmla="*/ 4029637 h 6862482"/>
              <a:gd name="connsiteX4" fmla="*/ 6383431 w 8134794"/>
              <a:gd name="connsiteY4" fmla="*/ 6862482 h 6862482"/>
              <a:gd name="connsiteX5" fmla="*/ 0 w 8134794"/>
              <a:gd name="connsiteY5" fmla="*/ 6857999 h 6862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4794" h="6862482">
                <a:moveTo>
                  <a:pt x="0" y="6857999"/>
                </a:moveTo>
                <a:lnTo>
                  <a:pt x="4463117" y="1306"/>
                </a:lnTo>
                <a:lnTo>
                  <a:pt x="8134726" y="0"/>
                </a:lnTo>
                <a:cubicBezTo>
                  <a:pt x="8135348" y="1386542"/>
                  <a:pt x="8131488" y="2643095"/>
                  <a:pt x="8132110" y="4029637"/>
                </a:cubicBezTo>
                <a:lnTo>
                  <a:pt x="6383431" y="6862482"/>
                </a:lnTo>
                <a:lnTo>
                  <a:pt x="0" y="6857999"/>
                </a:lnTo>
                <a:close/>
              </a:path>
            </a:pathLst>
          </a:custGeom>
        </p:spPr>
        <p:txBody>
          <a:bodyPr anchor="ctr">
            <a:normAutofit/>
          </a:bodyPr>
          <a:lstStyle>
            <a:lvl1pPr marL="0" indent="0" algn="r">
              <a:buNone/>
              <a:defRPr sz="2000"/>
            </a:lvl1pPr>
          </a:lstStyle>
          <a:p>
            <a:r>
              <a:rPr lang="en-US"/>
              <a:t>Add a picture from our library by clicking the icon</a:t>
            </a:r>
          </a:p>
        </p:txBody>
      </p:sp>
      <p:sp>
        <p:nvSpPr>
          <p:cNvPr id="7" name="Slide Number Placeholder 6">
            <a:extLst>
              <a:ext uri="{FF2B5EF4-FFF2-40B4-BE49-F238E27FC236}">
                <a16:creationId xmlns:a16="http://schemas.microsoft.com/office/drawing/2014/main" id="{D46CA9F4-770D-4E99-8135-9C6C001A4E9F}"/>
              </a:ext>
            </a:extLst>
          </p:cNvPr>
          <p:cNvSpPr>
            <a:spLocks noGrp="1"/>
          </p:cNvSpPr>
          <p:nvPr>
            <p:ph type="sldNum" sz="quarter" idx="12"/>
          </p:nvPr>
        </p:nvSpPr>
        <p:spPr/>
        <p:txBody>
          <a:bodyPr/>
          <a:lstStyle>
            <a:lvl1pPr algn="r">
              <a:defRPr>
                <a:solidFill>
                  <a:schemeClr val="tx1"/>
                </a:solidFill>
              </a:defRPr>
            </a:lvl1pPr>
          </a:lstStyle>
          <a:p>
            <a:fld id="{24765544-FD03-4464-B699-C4215568ACB5}" type="slidenum">
              <a:rPr lang="en-US" smtClean="0"/>
              <a:pPr/>
              <a:t>‹#›</a:t>
            </a:fld>
            <a:endParaRPr lang="en-US"/>
          </a:p>
        </p:txBody>
      </p:sp>
      <p:sp>
        <p:nvSpPr>
          <p:cNvPr id="15" name="Title 1">
            <a:extLst>
              <a:ext uri="{FF2B5EF4-FFF2-40B4-BE49-F238E27FC236}">
                <a16:creationId xmlns:a16="http://schemas.microsoft.com/office/drawing/2014/main" id="{B4DFA970-719B-4AA4-A382-CEE277315B71}"/>
              </a:ext>
            </a:extLst>
          </p:cNvPr>
          <p:cNvSpPr>
            <a:spLocks noGrp="1"/>
          </p:cNvSpPr>
          <p:nvPr>
            <p:ph type="title" hasCustomPrompt="1"/>
          </p:nvPr>
        </p:nvSpPr>
        <p:spPr>
          <a:xfrm>
            <a:off x="365760" y="1097279"/>
            <a:ext cx="5486400" cy="1554480"/>
          </a:xfrm>
          <a:prstGeom prst="rect">
            <a:avLst/>
          </a:prstGeom>
        </p:spPr>
        <p:txBody>
          <a:bodyPr/>
          <a:lstStyle>
            <a:lvl1pPr>
              <a:lnSpc>
                <a:spcPct val="100000"/>
              </a:lnSpc>
              <a:defRPr/>
            </a:lvl1pPr>
          </a:lstStyle>
          <a:p>
            <a:r>
              <a:rPr lang="en-US"/>
              <a:t>This is a section title example and may extend to 2-3 lines. Text should be 28pt or larger.</a:t>
            </a:r>
          </a:p>
        </p:txBody>
      </p:sp>
      <p:sp>
        <p:nvSpPr>
          <p:cNvPr id="16" name="Text Placeholder 15">
            <a:extLst>
              <a:ext uri="{FF2B5EF4-FFF2-40B4-BE49-F238E27FC236}">
                <a16:creationId xmlns:a16="http://schemas.microsoft.com/office/drawing/2014/main" id="{D3C0483E-E456-4080-A217-A8FD82F0D0EF}"/>
              </a:ext>
            </a:extLst>
          </p:cNvPr>
          <p:cNvSpPr>
            <a:spLocks noGrp="1"/>
          </p:cNvSpPr>
          <p:nvPr>
            <p:ph type="body" idx="1" hasCustomPrompt="1"/>
          </p:nvPr>
        </p:nvSpPr>
        <p:spPr>
          <a:xfrm>
            <a:off x="365760" y="2743200"/>
            <a:ext cx="4572000" cy="1828800"/>
          </a:xfrm>
          <a:prstGeom prst="rect">
            <a:avLst/>
          </a:prstGeom>
        </p:spPr>
        <p:txBody>
          <a:bodyPr>
            <a:noAutofit/>
          </a:bodyPr>
          <a:lstStyle>
            <a:lvl1pPr marL="0" indent="0" algn="l">
              <a:buNone/>
              <a:defRPr sz="2000"/>
            </a:lvl1pPr>
          </a:lstStyle>
          <a:p>
            <a:r>
              <a:rPr lang="en-US"/>
              <a:t>This is a section subtitle and may extend to multiple lines. You may use bullet points, or opt not to. Text should be 20pt or larger.</a:t>
            </a:r>
          </a:p>
        </p:txBody>
      </p:sp>
      <p:pic>
        <p:nvPicPr>
          <p:cNvPr id="2" name="Picture 1" descr="A blue and black logo&#10;&#10;Description automatically generated">
            <a:extLst>
              <a:ext uri="{FF2B5EF4-FFF2-40B4-BE49-F238E27FC236}">
                <a16:creationId xmlns:a16="http://schemas.microsoft.com/office/drawing/2014/main" id="{F7E97037-9612-2BB8-D999-4D3E58FA83F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5760" y="6217602"/>
            <a:ext cx="773561" cy="457200"/>
          </a:xfrm>
          <a:prstGeom prst="rect">
            <a:avLst/>
          </a:prstGeom>
        </p:spPr>
      </p:pic>
    </p:spTree>
    <p:extLst>
      <p:ext uri="{BB962C8B-B14F-4D97-AF65-F5344CB8AC3E}">
        <p14:creationId xmlns:p14="http://schemas.microsoft.com/office/powerpoint/2010/main" val="2580941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2 White 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46CA9F4-770D-4E99-8135-9C6C001A4E9F}"/>
              </a:ext>
            </a:extLst>
          </p:cNvPr>
          <p:cNvSpPr>
            <a:spLocks noGrp="1"/>
          </p:cNvSpPr>
          <p:nvPr>
            <p:ph type="sldNum" sz="quarter" idx="12"/>
          </p:nvPr>
        </p:nvSpPr>
        <p:spPr/>
        <p:txBody>
          <a:bodyPr/>
          <a:lstStyle>
            <a:lvl1pPr>
              <a:defRPr>
                <a:solidFill>
                  <a:schemeClr val="tx1"/>
                </a:solidFill>
              </a:defRPr>
            </a:lvl1pPr>
          </a:lstStyle>
          <a:p>
            <a:fld id="{24765544-FD03-4464-B699-C4215568ACB5}" type="slidenum">
              <a:rPr lang="en-US" smtClean="0"/>
              <a:pPr/>
              <a:t>‹#›</a:t>
            </a:fld>
            <a:endParaRPr lang="en-US"/>
          </a:p>
        </p:txBody>
      </p:sp>
      <p:sp>
        <p:nvSpPr>
          <p:cNvPr id="15" name="Title 1">
            <a:extLst>
              <a:ext uri="{FF2B5EF4-FFF2-40B4-BE49-F238E27FC236}">
                <a16:creationId xmlns:a16="http://schemas.microsoft.com/office/drawing/2014/main" id="{B4DFA970-719B-4AA4-A382-CEE277315B71}"/>
              </a:ext>
            </a:extLst>
          </p:cNvPr>
          <p:cNvSpPr>
            <a:spLocks noGrp="1"/>
          </p:cNvSpPr>
          <p:nvPr>
            <p:ph type="title" hasCustomPrompt="1"/>
          </p:nvPr>
        </p:nvSpPr>
        <p:spPr>
          <a:xfrm>
            <a:off x="5867400" y="1097280"/>
            <a:ext cx="5486400" cy="1554480"/>
          </a:xfrm>
          <a:prstGeom prst="rect">
            <a:avLst/>
          </a:prstGeom>
        </p:spPr>
        <p:txBody>
          <a:bodyPr/>
          <a:lstStyle>
            <a:lvl1pPr algn="r">
              <a:defRPr/>
            </a:lvl1pPr>
          </a:lstStyle>
          <a:p>
            <a:r>
              <a:rPr lang="en-US"/>
              <a:t>This is a section title example and may extend to 2-3 lines. Text should be 28pt or larger.</a:t>
            </a:r>
          </a:p>
        </p:txBody>
      </p:sp>
      <p:sp>
        <p:nvSpPr>
          <p:cNvPr id="16" name="Text Placeholder 15">
            <a:extLst>
              <a:ext uri="{FF2B5EF4-FFF2-40B4-BE49-F238E27FC236}">
                <a16:creationId xmlns:a16="http://schemas.microsoft.com/office/drawing/2014/main" id="{D3C0483E-E456-4080-A217-A8FD82F0D0EF}"/>
              </a:ext>
            </a:extLst>
          </p:cNvPr>
          <p:cNvSpPr>
            <a:spLocks noGrp="1"/>
          </p:cNvSpPr>
          <p:nvPr>
            <p:ph type="body" idx="1" hasCustomPrompt="1"/>
          </p:nvPr>
        </p:nvSpPr>
        <p:spPr>
          <a:xfrm>
            <a:off x="6781800" y="2743200"/>
            <a:ext cx="4572000" cy="1828800"/>
          </a:xfrm>
          <a:prstGeom prst="rect">
            <a:avLst/>
          </a:prstGeom>
        </p:spPr>
        <p:txBody>
          <a:bodyPr>
            <a:noAutofit/>
          </a:bodyPr>
          <a:lstStyle>
            <a:lvl1pPr marL="0" indent="0" algn="r">
              <a:buNone/>
              <a:defRPr sz="2000"/>
            </a:lvl1pPr>
          </a:lstStyle>
          <a:p>
            <a:r>
              <a:rPr lang="en-US"/>
              <a:t>This is a section subtitle and may extend to multiple lines. You may use bullet points, or opt not to. Text should ]be 20pt or larger.</a:t>
            </a:r>
          </a:p>
        </p:txBody>
      </p:sp>
      <p:sp>
        <p:nvSpPr>
          <p:cNvPr id="3" name="Picture Placeholder 2">
            <a:extLst>
              <a:ext uri="{FF2B5EF4-FFF2-40B4-BE49-F238E27FC236}">
                <a16:creationId xmlns:a16="http://schemas.microsoft.com/office/drawing/2014/main" id="{EF877CB8-5D06-403D-B5FA-E4444EEE707B}"/>
              </a:ext>
            </a:extLst>
          </p:cNvPr>
          <p:cNvSpPr>
            <a:spLocks noGrp="1"/>
          </p:cNvSpPr>
          <p:nvPr>
            <p:ph type="pic" sz="quarter" idx="15" hasCustomPrompt="1"/>
          </p:nvPr>
        </p:nvSpPr>
        <p:spPr>
          <a:xfrm>
            <a:off x="-386" y="-185"/>
            <a:ext cx="8229985" cy="6863596"/>
          </a:xfrm>
          <a:custGeom>
            <a:avLst/>
            <a:gdLst>
              <a:gd name="connsiteX0" fmla="*/ 0 w 8229600"/>
              <a:gd name="connsiteY0" fmla="*/ 6858000 h 6858000"/>
              <a:gd name="connsiteX1" fmla="*/ 0 w 8229600"/>
              <a:gd name="connsiteY1" fmla="*/ 0 h 6858000"/>
              <a:gd name="connsiteX2" fmla="*/ 8229600 w 8229600"/>
              <a:gd name="connsiteY2" fmla="*/ 0 h 6858000"/>
              <a:gd name="connsiteX3" fmla="*/ 8229600 w 8229600"/>
              <a:gd name="connsiteY3" fmla="*/ 6858000 h 6858000"/>
              <a:gd name="connsiteX4" fmla="*/ 0 w 8229600"/>
              <a:gd name="connsiteY4" fmla="*/ 6858000 h 6858000"/>
              <a:gd name="connsiteX0" fmla="*/ 0 w 8229600"/>
              <a:gd name="connsiteY0" fmla="*/ 6863411 h 6863411"/>
              <a:gd name="connsiteX1" fmla="*/ 0 w 8229600"/>
              <a:gd name="connsiteY1" fmla="*/ 5411 h 6863411"/>
              <a:gd name="connsiteX2" fmla="*/ 3717117 w 8229600"/>
              <a:gd name="connsiteY2" fmla="*/ 0 h 6863411"/>
              <a:gd name="connsiteX3" fmla="*/ 8229600 w 8229600"/>
              <a:gd name="connsiteY3" fmla="*/ 6863411 h 6863411"/>
              <a:gd name="connsiteX4" fmla="*/ 0 w 8229600"/>
              <a:gd name="connsiteY4" fmla="*/ 6863411 h 6863411"/>
              <a:gd name="connsiteX0" fmla="*/ 0 w 8229600"/>
              <a:gd name="connsiteY0" fmla="*/ 6863411 h 6863411"/>
              <a:gd name="connsiteX1" fmla="*/ 0 w 8229600"/>
              <a:gd name="connsiteY1" fmla="*/ 4025524 h 6863411"/>
              <a:gd name="connsiteX2" fmla="*/ 0 w 8229600"/>
              <a:gd name="connsiteY2" fmla="*/ 5411 h 6863411"/>
              <a:gd name="connsiteX3" fmla="*/ 3717117 w 8229600"/>
              <a:gd name="connsiteY3" fmla="*/ 0 h 6863411"/>
              <a:gd name="connsiteX4" fmla="*/ 8229600 w 8229600"/>
              <a:gd name="connsiteY4" fmla="*/ 6863411 h 6863411"/>
              <a:gd name="connsiteX5" fmla="*/ 0 w 8229600"/>
              <a:gd name="connsiteY5" fmla="*/ 6863411 h 6863411"/>
              <a:gd name="connsiteX0" fmla="*/ 1780104 w 8229600"/>
              <a:gd name="connsiteY0" fmla="*/ 6863411 h 6863411"/>
              <a:gd name="connsiteX1" fmla="*/ 0 w 8229600"/>
              <a:gd name="connsiteY1" fmla="*/ 4025524 h 6863411"/>
              <a:gd name="connsiteX2" fmla="*/ 0 w 8229600"/>
              <a:gd name="connsiteY2" fmla="*/ 5411 h 6863411"/>
              <a:gd name="connsiteX3" fmla="*/ 3717117 w 8229600"/>
              <a:gd name="connsiteY3" fmla="*/ 0 h 6863411"/>
              <a:gd name="connsiteX4" fmla="*/ 8229600 w 8229600"/>
              <a:gd name="connsiteY4" fmla="*/ 6863411 h 6863411"/>
              <a:gd name="connsiteX5" fmla="*/ 1780104 w 8229600"/>
              <a:gd name="connsiteY5" fmla="*/ 6863411 h 6863411"/>
              <a:gd name="connsiteX0" fmla="*/ 1785515 w 8235011"/>
              <a:gd name="connsiteY0" fmla="*/ 6868821 h 6868821"/>
              <a:gd name="connsiteX1" fmla="*/ 5411 w 8235011"/>
              <a:gd name="connsiteY1" fmla="*/ 4030934 h 6868821"/>
              <a:gd name="connsiteX2" fmla="*/ 0 w 8235011"/>
              <a:gd name="connsiteY2" fmla="*/ 0 h 6868821"/>
              <a:gd name="connsiteX3" fmla="*/ 3722528 w 8235011"/>
              <a:gd name="connsiteY3" fmla="*/ 5410 h 6868821"/>
              <a:gd name="connsiteX4" fmla="*/ 8235011 w 8235011"/>
              <a:gd name="connsiteY4" fmla="*/ 6868821 h 6868821"/>
              <a:gd name="connsiteX5" fmla="*/ 1785515 w 8235011"/>
              <a:gd name="connsiteY5" fmla="*/ 6868821 h 6868821"/>
              <a:gd name="connsiteX0" fmla="*/ 1785515 w 8235011"/>
              <a:gd name="connsiteY0" fmla="*/ 6863411 h 6863411"/>
              <a:gd name="connsiteX1" fmla="*/ 5411 w 8235011"/>
              <a:gd name="connsiteY1" fmla="*/ 4025524 h 6863411"/>
              <a:gd name="connsiteX2" fmla="*/ 0 w 8235011"/>
              <a:gd name="connsiteY2" fmla="*/ 25456 h 6863411"/>
              <a:gd name="connsiteX3" fmla="*/ 3722528 w 8235011"/>
              <a:gd name="connsiteY3" fmla="*/ 0 h 6863411"/>
              <a:gd name="connsiteX4" fmla="*/ 8235011 w 8235011"/>
              <a:gd name="connsiteY4" fmla="*/ 6863411 h 6863411"/>
              <a:gd name="connsiteX5" fmla="*/ 1785515 w 8235011"/>
              <a:gd name="connsiteY5" fmla="*/ 6863411 h 6863411"/>
              <a:gd name="connsiteX0" fmla="*/ 1781657 w 8231153"/>
              <a:gd name="connsiteY0" fmla="*/ 6863411 h 6863411"/>
              <a:gd name="connsiteX1" fmla="*/ 1553 w 8231153"/>
              <a:gd name="connsiteY1" fmla="*/ 4025524 h 6863411"/>
              <a:gd name="connsiteX2" fmla="*/ 0 w 8231153"/>
              <a:gd name="connsiteY2" fmla="*/ 6165 h 6863411"/>
              <a:gd name="connsiteX3" fmla="*/ 3718670 w 8231153"/>
              <a:gd name="connsiteY3" fmla="*/ 0 h 6863411"/>
              <a:gd name="connsiteX4" fmla="*/ 8231153 w 8231153"/>
              <a:gd name="connsiteY4" fmla="*/ 6863411 h 6863411"/>
              <a:gd name="connsiteX5" fmla="*/ 1781657 w 8231153"/>
              <a:gd name="connsiteY5" fmla="*/ 6863411 h 6863411"/>
              <a:gd name="connsiteX0" fmla="*/ 1780489 w 8229985"/>
              <a:gd name="connsiteY0" fmla="*/ 6863411 h 6863411"/>
              <a:gd name="connsiteX1" fmla="*/ 385 w 8229985"/>
              <a:gd name="connsiteY1" fmla="*/ 4025524 h 6863411"/>
              <a:gd name="connsiteX2" fmla="*/ 2007 w 8229985"/>
              <a:gd name="connsiteY2" fmla="*/ 2990 h 6863411"/>
              <a:gd name="connsiteX3" fmla="*/ 3717502 w 8229985"/>
              <a:gd name="connsiteY3" fmla="*/ 0 h 6863411"/>
              <a:gd name="connsiteX4" fmla="*/ 8229985 w 8229985"/>
              <a:gd name="connsiteY4" fmla="*/ 6863411 h 6863411"/>
              <a:gd name="connsiteX5" fmla="*/ 1780489 w 8229985"/>
              <a:gd name="connsiteY5" fmla="*/ 6863411 h 6863411"/>
              <a:gd name="connsiteX0" fmla="*/ 1780489 w 8229985"/>
              <a:gd name="connsiteY0" fmla="*/ 6863596 h 6863596"/>
              <a:gd name="connsiteX1" fmla="*/ 385 w 8229985"/>
              <a:gd name="connsiteY1" fmla="*/ 4025709 h 6863596"/>
              <a:gd name="connsiteX2" fmla="*/ 2007 w 8229985"/>
              <a:gd name="connsiteY2" fmla="*/ 0 h 6863596"/>
              <a:gd name="connsiteX3" fmla="*/ 3717502 w 8229985"/>
              <a:gd name="connsiteY3" fmla="*/ 185 h 6863596"/>
              <a:gd name="connsiteX4" fmla="*/ 8229985 w 8229985"/>
              <a:gd name="connsiteY4" fmla="*/ 6863596 h 6863596"/>
              <a:gd name="connsiteX5" fmla="*/ 1780489 w 8229985"/>
              <a:gd name="connsiteY5" fmla="*/ 6863596 h 6863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29985" h="6863596">
                <a:moveTo>
                  <a:pt x="1780489" y="6863596"/>
                </a:moveTo>
                <a:lnTo>
                  <a:pt x="385" y="4025709"/>
                </a:lnTo>
                <a:cubicBezTo>
                  <a:pt x="-1419" y="2682064"/>
                  <a:pt x="3811" y="1343645"/>
                  <a:pt x="2007" y="0"/>
                </a:cubicBezTo>
                <a:lnTo>
                  <a:pt x="3717502" y="185"/>
                </a:lnTo>
                <a:lnTo>
                  <a:pt x="8229985" y="6863596"/>
                </a:lnTo>
                <a:lnTo>
                  <a:pt x="1780489" y="6863596"/>
                </a:lnTo>
                <a:close/>
              </a:path>
            </a:pathLst>
          </a:custGeom>
        </p:spPr>
        <p:txBody>
          <a:bodyPr anchor="ctr"/>
          <a:lstStyle>
            <a:lvl1pPr marL="182880" indent="0">
              <a:buNone/>
              <a:defRPr/>
            </a:lvl1pPr>
          </a:lstStyle>
          <a:p>
            <a:r>
              <a:rPr lang="en-US"/>
              <a:t>Add a picture from our library by clicking the icon</a:t>
            </a:r>
          </a:p>
        </p:txBody>
      </p:sp>
      <p:sp>
        <p:nvSpPr>
          <p:cNvPr id="2" name="Rectangle 1">
            <a:extLst>
              <a:ext uri="{FF2B5EF4-FFF2-40B4-BE49-F238E27FC236}">
                <a16:creationId xmlns:a16="http://schemas.microsoft.com/office/drawing/2014/main" id="{30D78D5C-962D-6656-B4FA-C54BB78FD51C}"/>
              </a:ext>
            </a:extLst>
          </p:cNvPr>
          <p:cNvSpPr/>
          <p:nvPr userDrawn="1"/>
        </p:nvSpPr>
        <p:spPr>
          <a:xfrm>
            <a:off x="9744765" y="6383130"/>
            <a:ext cx="923235" cy="2473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blue and black logo&#10;&#10;Description automatically generated">
            <a:extLst>
              <a:ext uri="{FF2B5EF4-FFF2-40B4-BE49-F238E27FC236}">
                <a16:creationId xmlns:a16="http://schemas.microsoft.com/office/drawing/2014/main" id="{E444F72A-4FA5-8ED9-2457-A4D39EAC0D2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5760" y="6217602"/>
            <a:ext cx="773561" cy="457200"/>
          </a:xfrm>
          <a:prstGeom prst="rect">
            <a:avLst/>
          </a:prstGeom>
        </p:spPr>
      </p:pic>
    </p:spTree>
    <p:extLst>
      <p:ext uri="{BB962C8B-B14F-4D97-AF65-F5344CB8AC3E}">
        <p14:creationId xmlns:p14="http://schemas.microsoft.com/office/powerpoint/2010/main" val="13676624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Column Content White 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431ED-35BC-4212-AFD8-A159293F27A5}"/>
              </a:ext>
            </a:extLst>
          </p:cNvPr>
          <p:cNvSpPr>
            <a:spLocks noGrp="1"/>
          </p:cNvSpPr>
          <p:nvPr>
            <p:ph type="title" hasCustomPrompt="1"/>
          </p:nvPr>
        </p:nvSpPr>
        <p:spPr>
          <a:xfrm>
            <a:off x="365760" y="822960"/>
            <a:ext cx="10972800" cy="731520"/>
          </a:xfrm>
          <a:prstGeom prst="rect">
            <a:avLst/>
          </a:prstGeom>
        </p:spPr>
        <p:txBody>
          <a:bodyPr anchor="t">
            <a:noAutofit/>
          </a:bodyPr>
          <a:lstStyle>
            <a:lvl1pPr>
              <a:defRPr sz="2000"/>
            </a:lvl1pPr>
          </a:lstStyle>
          <a:p>
            <a:r>
              <a:rPr lang="en-US"/>
              <a:t>Key takeaway statement, may underline 1-2 words for emphasis and extend 1-2 lines. Text should be 20pt or larger. Delete this box if not needed.</a:t>
            </a:r>
          </a:p>
        </p:txBody>
      </p:sp>
      <p:sp>
        <p:nvSpPr>
          <p:cNvPr id="3" name="Content Placeholder 2">
            <a:extLst>
              <a:ext uri="{FF2B5EF4-FFF2-40B4-BE49-F238E27FC236}">
                <a16:creationId xmlns:a16="http://schemas.microsoft.com/office/drawing/2014/main" id="{BF700E6D-E954-49F2-B4CE-B4B944F54AB0}"/>
              </a:ext>
            </a:extLst>
          </p:cNvPr>
          <p:cNvSpPr>
            <a:spLocks noGrp="1"/>
          </p:cNvSpPr>
          <p:nvPr>
            <p:ph idx="1" hasCustomPrompt="1"/>
          </p:nvPr>
        </p:nvSpPr>
        <p:spPr>
          <a:xfrm>
            <a:off x="365760" y="1825625"/>
            <a:ext cx="10972800" cy="4351338"/>
          </a:xfrm>
          <a:prstGeom prst="rect">
            <a:avLst/>
          </a:prstGeom>
        </p:spPr>
        <p:txBody>
          <a:bodyPr lIns="0"/>
          <a:lstStyle>
            <a:lvl1pPr marL="0" indent="0">
              <a:spcBef>
                <a:spcPts val="600"/>
              </a:spcBef>
              <a:buNone/>
              <a:defRPr sz="2000"/>
            </a:lvl1pPr>
            <a:lvl2pPr marL="182880" indent="-182880">
              <a:spcBef>
                <a:spcPts val="600"/>
              </a:spcBef>
              <a:defRPr/>
            </a:lvl2pPr>
            <a:lvl3pPr marL="365760" indent="-182880">
              <a:spcBef>
                <a:spcPts val="600"/>
              </a:spcBef>
              <a:defRPr/>
            </a:lvl3pPr>
            <a:lvl5pPr marL="1828800" indent="0">
              <a:buNone/>
              <a:defRPr/>
            </a:lvl5pPr>
          </a:lstStyle>
          <a:p>
            <a:pPr lvl="0"/>
            <a:r>
              <a:rPr lang="en-US"/>
              <a:t>Main slide copy, extend to 1-2 lines with 2 bullet levels. Text should be 20pt or larger. Click icon to add graphic. </a:t>
            </a:r>
          </a:p>
          <a:p>
            <a:pPr lvl="1"/>
            <a:r>
              <a:rPr lang="en-US"/>
              <a:t>First level bullet, extend to 1-line. Text should be 20pt or larger. </a:t>
            </a:r>
          </a:p>
          <a:p>
            <a:pPr lvl="2"/>
            <a:r>
              <a:rPr lang="en-US"/>
              <a:t>Second level bullet, may extend to multiple lines. Text should be 14pt or larger.</a:t>
            </a:r>
          </a:p>
        </p:txBody>
      </p:sp>
      <p:sp>
        <p:nvSpPr>
          <p:cNvPr id="6" name="Slide Number Placeholder 5">
            <a:extLst>
              <a:ext uri="{FF2B5EF4-FFF2-40B4-BE49-F238E27FC236}">
                <a16:creationId xmlns:a16="http://schemas.microsoft.com/office/drawing/2014/main" id="{D1BECEF7-8DC0-4217-B1E6-E97F973AC6FB}"/>
              </a:ext>
            </a:extLst>
          </p:cNvPr>
          <p:cNvSpPr>
            <a:spLocks noGrp="1"/>
          </p:cNvSpPr>
          <p:nvPr>
            <p:ph type="sldNum" sz="quarter" idx="12"/>
          </p:nvPr>
        </p:nvSpPr>
        <p:spPr/>
        <p:txBody>
          <a:bodyPr/>
          <a:lstStyle/>
          <a:p>
            <a:fld id="{24765544-FD03-4464-B699-C4215568ACB5}" type="slidenum">
              <a:rPr lang="en-US" smtClean="0"/>
              <a:t>‹#›</a:t>
            </a:fld>
            <a:endParaRPr lang="en-US"/>
          </a:p>
        </p:txBody>
      </p:sp>
      <p:sp>
        <p:nvSpPr>
          <p:cNvPr id="8" name="Text Placeholder 7">
            <a:extLst>
              <a:ext uri="{FF2B5EF4-FFF2-40B4-BE49-F238E27FC236}">
                <a16:creationId xmlns:a16="http://schemas.microsoft.com/office/drawing/2014/main" id="{AF67F3A2-24A6-45E6-90E1-9C7B460D948E}"/>
              </a:ext>
            </a:extLst>
          </p:cNvPr>
          <p:cNvSpPr>
            <a:spLocks noGrp="1"/>
          </p:cNvSpPr>
          <p:nvPr>
            <p:ph type="body" sz="quarter" idx="13" hasCustomPrompt="1"/>
          </p:nvPr>
        </p:nvSpPr>
        <p:spPr>
          <a:xfrm>
            <a:off x="365760" y="365760"/>
            <a:ext cx="5943600" cy="365760"/>
          </a:xfrm>
          <a:prstGeom prst="rect">
            <a:avLst/>
          </a:prstGeom>
        </p:spPr>
        <p:txBody>
          <a:bodyPr>
            <a:noAutofit/>
          </a:bodyPr>
          <a:lstStyle>
            <a:lvl1pPr marL="0" indent="0">
              <a:buNone/>
              <a:defRPr sz="1800" b="0" i="0">
                <a:solidFill>
                  <a:schemeClr val="accent1"/>
                </a:solidFill>
                <a:latin typeface="+mj-lt"/>
              </a:defRPr>
            </a:lvl1pPr>
          </a:lstStyle>
          <a:p>
            <a:pPr lvl="0"/>
            <a:r>
              <a:rPr lang="en-US"/>
              <a:t>Slide title (2-5 words)</a:t>
            </a:r>
          </a:p>
        </p:txBody>
      </p:sp>
      <p:sp>
        <p:nvSpPr>
          <p:cNvPr id="9" name="Text Placeholder 8">
            <a:extLst>
              <a:ext uri="{FF2B5EF4-FFF2-40B4-BE49-F238E27FC236}">
                <a16:creationId xmlns:a16="http://schemas.microsoft.com/office/drawing/2014/main" id="{DB8335DB-6FEE-437B-8565-E30D38C149AF}"/>
              </a:ext>
            </a:extLst>
          </p:cNvPr>
          <p:cNvSpPr>
            <a:spLocks noGrp="1"/>
          </p:cNvSpPr>
          <p:nvPr>
            <p:ph type="body" sz="quarter" idx="14" hasCustomPrompt="1"/>
          </p:nvPr>
        </p:nvSpPr>
        <p:spPr>
          <a:xfrm>
            <a:off x="8595360" y="122238"/>
            <a:ext cx="2743200" cy="274637"/>
          </a:xfrm>
          <a:prstGeom prst="rect">
            <a:avLst/>
          </a:prstGeom>
        </p:spPr>
        <p:txBody>
          <a:bodyPr anchor="ctr">
            <a:noAutofit/>
          </a:bodyPr>
          <a:lstStyle>
            <a:lvl1pPr marL="0" indent="0" algn="r">
              <a:buFontTx/>
              <a:buNone/>
              <a:defRPr sz="1100" i="0">
                <a:solidFill>
                  <a:schemeClr val="bg2">
                    <a:lumMod val="50000"/>
                  </a:schemeClr>
                </a:solidFill>
              </a:defRPr>
            </a:lvl1pPr>
          </a:lstStyle>
          <a:p>
            <a:pPr lvl="0"/>
            <a:r>
              <a:rPr lang="en-US"/>
              <a:t>Related agenda topic (optional)</a:t>
            </a:r>
          </a:p>
        </p:txBody>
      </p:sp>
      <p:pic>
        <p:nvPicPr>
          <p:cNvPr id="4" name="Picture 3" descr="A blue and black logo&#10;&#10;Description automatically generated">
            <a:extLst>
              <a:ext uri="{FF2B5EF4-FFF2-40B4-BE49-F238E27FC236}">
                <a16:creationId xmlns:a16="http://schemas.microsoft.com/office/drawing/2014/main" id="{3C59E64F-FD38-24B5-651D-1B26203AC80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5760" y="6217602"/>
            <a:ext cx="773561" cy="457200"/>
          </a:xfrm>
          <a:prstGeom prst="rect">
            <a:avLst/>
          </a:prstGeom>
        </p:spPr>
      </p:pic>
    </p:spTree>
    <p:extLst>
      <p:ext uri="{BB962C8B-B14F-4D97-AF65-F5344CB8AC3E}">
        <p14:creationId xmlns:p14="http://schemas.microsoft.com/office/powerpoint/2010/main" val="2978390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Content White BG">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5C29514-DFE8-429A-885B-7A7907F26BD4}"/>
              </a:ext>
            </a:extLst>
          </p:cNvPr>
          <p:cNvSpPr>
            <a:spLocks noGrp="1"/>
          </p:cNvSpPr>
          <p:nvPr>
            <p:ph sz="half" idx="2" hasCustomPrompt="1"/>
          </p:nvPr>
        </p:nvSpPr>
        <p:spPr>
          <a:xfrm>
            <a:off x="6141720" y="1825625"/>
            <a:ext cx="5212080" cy="4297680"/>
          </a:xfrm>
          <a:prstGeom prst="rect">
            <a:avLst/>
          </a:prstGeom>
        </p:spPr>
        <p:txBody>
          <a:bodyPr/>
          <a:lstStyle>
            <a:lvl1pPr marL="0" indent="0">
              <a:buNone/>
              <a:defRPr sz="1800"/>
            </a:lvl1pPr>
            <a:lvl2pPr marL="182880" indent="-182880">
              <a:defRPr sz="1600"/>
            </a:lvl2pPr>
            <a:lvl3pPr marL="365760" indent="-182880">
              <a:defRPr sz="1400"/>
            </a:lvl3pPr>
          </a:lstStyle>
          <a:p>
            <a:pPr lvl="0"/>
            <a:r>
              <a:rPr lang="en-US"/>
              <a:t>Main slide copy, extend 1-2 lines with 2 bullet levels. Text should be 18pt or larger. Click icon to add graphic. </a:t>
            </a:r>
          </a:p>
          <a:p>
            <a:pPr lvl="1"/>
            <a:r>
              <a:rPr lang="en-US"/>
              <a:t>First level bullet, extend to 1-2 lines. Text should be 16pt or larger. </a:t>
            </a:r>
          </a:p>
          <a:p>
            <a:pPr lvl="2"/>
            <a:r>
              <a:rPr lang="en-US"/>
              <a:t>Second level bullet, extend to 1-2 lines. Text should be 14pt or larger. </a:t>
            </a:r>
          </a:p>
        </p:txBody>
      </p:sp>
      <p:sp>
        <p:nvSpPr>
          <p:cNvPr id="7" name="Slide Number Placeholder 6">
            <a:extLst>
              <a:ext uri="{FF2B5EF4-FFF2-40B4-BE49-F238E27FC236}">
                <a16:creationId xmlns:a16="http://schemas.microsoft.com/office/drawing/2014/main" id="{41233A3A-FE1F-4424-A2D3-7EAB9D052A4D}"/>
              </a:ext>
            </a:extLst>
          </p:cNvPr>
          <p:cNvSpPr>
            <a:spLocks noGrp="1"/>
          </p:cNvSpPr>
          <p:nvPr>
            <p:ph type="sldNum" sz="quarter" idx="12"/>
          </p:nvPr>
        </p:nvSpPr>
        <p:spPr/>
        <p:txBody>
          <a:bodyPr/>
          <a:lstStyle/>
          <a:p>
            <a:fld id="{24765544-FD03-4464-B699-C4215568ACB5}" type="slidenum">
              <a:rPr lang="en-US" smtClean="0"/>
              <a:t>‹#›</a:t>
            </a:fld>
            <a:endParaRPr lang="en-US"/>
          </a:p>
        </p:txBody>
      </p:sp>
      <p:sp>
        <p:nvSpPr>
          <p:cNvPr id="9" name="Text Placeholder 7">
            <a:extLst>
              <a:ext uri="{FF2B5EF4-FFF2-40B4-BE49-F238E27FC236}">
                <a16:creationId xmlns:a16="http://schemas.microsoft.com/office/drawing/2014/main" id="{FF2ACCCE-C649-408D-A8AF-E5532641E219}"/>
              </a:ext>
            </a:extLst>
          </p:cNvPr>
          <p:cNvSpPr>
            <a:spLocks noGrp="1"/>
          </p:cNvSpPr>
          <p:nvPr>
            <p:ph type="body" sz="quarter" idx="13" hasCustomPrompt="1"/>
          </p:nvPr>
        </p:nvSpPr>
        <p:spPr>
          <a:xfrm>
            <a:off x="365760" y="365760"/>
            <a:ext cx="5943600" cy="365760"/>
          </a:xfrm>
          <a:prstGeom prst="rect">
            <a:avLst/>
          </a:prstGeom>
        </p:spPr>
        <p:txBody>
          <a:bodyPr>
            <a:noAutofit/>
          </a:bodyPr>
          <a:lstStyle>
            <a:lvl1pPr marL="0" indent="0">
              <a:buNone/>
              <a:defRPr sz="1800" b="1" i="0">
                <a:solidFill>
                  <a:schemeClr val="accent1"/>
                </a:solidFill>
                <a:latin typeface="+mj-lt"/>
              </a:defRPr>
            </a:lvl1pPr>
          </a:lstStyle>
          <a:p>
            <a:pPr lvl="0"/>
            <a:r>
              <a:rPr lang="en-US"/>
              <a:t>Slide title (2-5 words)</a:t>
            </a:r>
          </a:p>
        </p:txBody>
      </p:sp>
      <p:sp>
        <p:nvSpPr>
          <p:cNvPr id="12" name="Title 1">
            <a:extLst>
              <a:ext uri="{FF2B5EF4-FFF2-40B4-BE49-F238E27FC236}">
                <a16:creationId xmlns:a16="http://schemas.microsoft.com/office/drawing/2014/main" id="{98E011B6-D528-4B1E-905E-B4E480F5DC13}"/>
              </a:ext>
            </a:extLst>
          </p:cNvPr>
          <p:cNvSpPr>
            <a:spLocks noGrp="1"/>
          </p:cNvSpPr>
          <p:nvPr>
            <p:ph type="title" hasCustomPrompt="1"/>
          </p:nvPr>
        </p:nvSpPr>
        <p:spPr>
          <a:xfrm>
            <a:off x="365760" y="822960"/>
            <a:ext cx="10972800" cy="731520"/>
          </a:xfrm>
          <a:prstGeom prst="rect">
            <a:avLst/>
          </a:prstGeom>
        </p:spPr>
        <p:txBody>
          <a:bodyPr anchor="t">
            <a:noAutofit/>
          </a:bodyPr>
          <a:lstStyle>
            <a:lvl1pPr>
              <a:defRPr sz="2000"/>
            </a:lvl1pPr>
          </a:lstStyle>
          <a:p>
            <a:r>
              <a:rPr lang="en-US"/>
              <a:t>Key takeaway statement, may underline 1-2 words for emphasis and extend 1-2 lines. Text should be 20pt or larger. Delete this box if not needed.</a:t>
            </a:r>
          </a:p>
        </p:txBody>
      </p:sp>
      <p:sp>
        <p:nvSpPr>
          <p:cNvPr id="13" name="Text Placeholder 8">
            <a:extLst>
              <a:ext uri="{FF2B5EF4-FFF2-40B4-BE49-F238E27FC236}">
                <a16:creationId xmlns:a16="http://schemas.microsoft.com/office/drawing/2014/main" id="{599D585C-4382-4324-B2E6-C07E1D82FE7D}"/>
              </a:ext>
            </a:extLst>
          </p:cNvPr>
          <p:cNvSpPr>
            <a:spLocks noGrp="1"/>
          </p:cNvSpPr>
          <p:nvPr>
            <p:ph type="body" sz="quarter" idx="14" hasCustomPrompt="1"/>
          </p:nvPr>
        </p:nvSpPr>
        <p:spPr>
          <a:xfrm>
            <a:off x="8595360" y="122238"/>
            <a:ext cx="2743200" cy="274637"/>
          </a:xfrm>
          <a:prstGeom prst="rect">
            <a:avLst/>
          </a:prstGeom>
        </p:spPr>
        <p:txBody>
          <a:bodyPr anchor="ctr">
            <a:noAutofit/>
          </a:bodyPr>
          <a:lstStyle>
            <a:lvl1pPr marL="0" indent="0" algn="r">
              <a:buNone/>
              <a:defRPr sz="1100" b="0" i="0">
                <a:solidFill>
                  <a:schemeClr val="bg2">
                    <a:lumMod val="50000"/>
                  </a:schemeClr>
                </a:solidFill>
              </a:defRPr>
            </a:lvl1pPr>
          </a:lstStyle>
          <a:p>
            <a:pPr lvl="0"/>
            <a:r>
              <a:rPr lang="en-US"/>
              <a:t>Related agenda topic (optional)</a:t>
            </a:r>
          </a:p>
        </p:txBody>
      </p:sp>
      <p:sp>
        <p:nvSpPr>
          <p:cNvPr id="10" name="Content Placeholder 3">
            <a:extLst>
              <a:ext uri="{FF2B5EF4-FFF2-40B4-BE49-F238E27FC236}">
                <a16:creationId xmlns:a16="http://schemas.microsoft.com/office/drawing/2014/main" id="{6E7C3B46-D5EB-4C7A-AA2E-1397DA708BB3}"/>
              </a:ext>
            </a:extLst>
          </p:cNvPr>
          <p:cNvSpPr>
            <a:spLocks noGrp="1"/>
          </p:cNvSpPr>
          <p:nvPr>
            <p:ph sz="half" idx="15" hasCustomPrompt="1"/>
          </p:nvPr>
        </p:nvSpPr>
        <p:spPr>
          <a:xfrm>
            <a:off x="332232" y="1825625"/>
            <a:ext cx="5212080" cy="4297680"/>
          </a:xfrm>
          <a:prstGeom prst="rect">
            <a:avLst/>
          </a:prstGeom>
        </p:spPr>
        <p:txBody>
          <a:bodyPr/>
          <a:lstStyle>
            <a:lvl1pPr marL="0" indent="0">
              <a:buNone/>
              <a:defRPr sz="1800"/>
            </a:lvl1pPr>
            <a:lvl2pPr marL="182880" indent="-182880">
              <a:defRPr sz="1600"/>
            </a:lvl2pPr>
            <a:lvl3pPr marL="365760" indent="-182880">
              <a:defRPr sz="1400"/>
            </a:lvl3pPr>
          </a:lstStyle>
          <a:p>
            <a:pPr lvl="0"/>
            <a:r>
              <a:rPr lang="en-US"/>
              <a:t>Main slide copy, extend 1-2 lines with 2 bullet levels. Text should be 18pt or larger. Click icon to add graphic. </a:t>
            </a:r>
          </a:p>
          <a:p>
            <a:pPr lvl="1"/>
            <a:r>
              <a:rPr lang="en-US"/>
              <a:t>First level bullet, extend to 1-2 lines. Text should be 16pt or larger. </a:t>
            </a:r>
          </a:p>
          <a:p>
            <a:pPr lvl="2"/>
            <a:r>
              <a:rPr lang="en-US"/>
              <a:t>Second level bullet, extend to 1-2 lines. Text should be 14pt or larger. </a:t>
            </a:r>
          </a:p>
        </p:txBody>
      </p:sp>
      <p:pic>
        <p:nvPicPr>
          <p:cNvPr id="2" name="Picture 1" descr="A blue and black logo&#10;&#10;Description automatically generated">
            <a:extLst>
              <a:ext uri="{FF2B5EF4-FFF2-40B4-BE49-F238E27FC236}">
                <a16:creationId xmlns:a16="http://schemas.microsoft.com/office/drawing/2014/main" id="{70379B18-DED4-7772-81E8-BE02DBB12F0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5760" y="6217602"/>
            <a:ext cx="773561" cy="457200"/>
          </a:xfrm>
          <a:prstGeom prst="rect">
            <a:avLst/>
          </a:prstGeom>
        </p:spPr>
      </p:pic>
    </p:spTree>
    <p:extLst>
      <p:ext uri="{BB962C8B-B14F-4D97-AF65-F5344CB8AC3E}">
        <p14:creationId xmlns:p14="http://schemas.microsoft.com/office/powerpoint/2010/main" val="3890919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Subtitle Content White 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33A27-AF6E-40B5-83DF-31537A710D97}"/>
              </a:ext>
            </a:extLst>
          </p:cNvPr>
          <p:cNvSpPr>
            <a:spLocks noGrp="1"/>
          </p:cNvSpPr>
          <p:nvPr>
            <p:ph type="body" idx="1" hasCustomPrompt="1"/>
          </p:nvPr>
        </p:nvSpPr>
        <p:spPr>
          <a:xfrm>
            <a:off x="365759" y="1645920"/>
            <a:ext cx="5212080" cy="731520"/>
          </a:xfrm>
          <a:prstGeom prst="rect">
            <a:avLst/>
          </a:prstGeo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1-line sub-header, extend to 1-2 lines. Text should be 18pt or larger. </a:t>
            </a:r>
          </a:p>
        </p:txBody>
      </p:sp>
      <p:sp>
        <p:nvSpPr>
          <p:cNvPr id="5" name="Text Placeholder 4">
            <a:extLst>
              <a:ext uri="{FF2B5EF4-FFF2-40B4-BE49-F238E27FC236}">
                <a16:creationId xmlns:a16="http://schemas.microsoft.com/office/drawing/2014/main" id="{10409DFB-CEA4-4051-AD31-9CBE203E5184}"/>
              </a:ext>
            </a:extLst>
          </p:cNvPr>
          <p:cNvSpPr>
            <a:spLocks noGrp="1"/>
          </p:cNvSpPr>
          <p:nvPr>
            <p:ph type="body" sz="quarter" idx="3" hasCustomPrompt="1"/>
          </p:nvPr>
        </p:nvSpPr>
        <p:spPr>
          <a:xfrm>
            <a:off x="6131859" y="1645920"/>
            <a:ext cx="5212080" cy="731520"/>
          </a:xfrm>
          <a:prstGeom prst="rect">
            <a:avLst/>
          </a:prstGeo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1-line sub-header, extend to 1-2 lines. Text should be 18pt or larger. </a:t>
            </a:r>
          </a:p>
        </p:txBody>
      </p:sp>
      <p:sp>
        <p:nvSpPr>
          <p:cNvPr id="6" name="Content Placeholder 5">
            <a:extLst>
              <a:ext uri="{FF2B5EF4-FFF2-40B4-BE49-F238E27FC236}">
                <a16:creationId xmlns:a16="http://schemas.microsoft.com/office/drawing/2014/main" id="{6D7FF3F4-4820-4A19-BE4B-099A3F9F5202}"/>
              </a:ext>
            </a:extLst>
          </p:cNvPr>
          <p:cNvSpPr>
            <a:spLocks noGrp="1"/>
          </p:cNvSpPr>
          <p:nvPr>
            <p:ph sz="quarter" idx="4" hasCustomPrompt="1"/>
          </p:nvPr>
        </p:nvSpPr>
        <p:spPr>
          <a:xfrm>
            <a:off x="6131859" y="2468880"/>
            <a:ext cx="5212080" cy="3657600"/>
          </a:xfrm>
          <a:prstGeom prst="rect">
            <a:avLst/>
          </a:prstGeom>
        </p:spPr>
        <p:txBody>
          <a:bodyPr/>
          <a:lstStyle>
            <a:lvl1pPr marL="0" indent="0">
              <a:buNone/>
              <a:defRPr sz="1600"/>
            </a:lvl1pPr>
            <a:lvl2pPr marL="182880" indent="-182880">
              <a:defRPr sz="1600"/>
            </a:lvl2pPr>
            <a:lvl3pPr marL="365760" indent="-182880">
              <a:defRPr sz="1400"/>
            </a:lvl3pPr>
          </a:lstStyle>
          <a:p>
            <a:pPr lvl="0"/>
            <a:r>
              <a:rPr lang="en-US"/>
              <a:t>Main slide copy, extend to 1-3 lines with 2 bullet levels. Text should be 16pt or larger. Click icon to add graphic.</a:t>
            </a:r>
          </a:p>
          <a:p>
            <a:pPr lvl="1"/>
            <a:r>
              <a:rPr lang="en-US"/>
              <a:t>First level bullet, extend to 1-2 lines. Text should be 16pt or larger. </a:t>
            </a:r>
          </a:p>
          <a:p>
            <a:pPr lvl="2"/>
            <a:r>
              <a:rPr lang="en-US"/>
              <a:t>Second level bullet, extend to 1-2 lines. Text should be 14pt or larger. </a:t>
            </a:r>
          </a:p>
        </p:txBody>
      </p:sp>
      <p:sp>
        <p:nvSpPr>
          <p:cNvPr id="9" name="Slide Number Placeholder 8">
            <a:extLst>
              <a:ext uri="{FF2B5EF4-FFF2-40B4-BE49-F238E27FC236}">
                <a16:creationId xmlns:a16="http://schemas.microsoft.com/office/drawing/2014/main" id="{AB111D12-731C-464E-A720-3B7ABC714A75}"/>
              </a:ext>
            </a:extLst>
          </p:cNvPr>
          <p:cNvSpPr>
            <a:spLocks noGrp="1"/>
          </p:cNvSpPr>
          <p:nvPr>
            <p:ph type="sldNum" sz="quarter" idx="12"/>
          </p:nvPr>
        </p:nvSpPr>
        <p:spPr/>
        <p:txBody>
          <a:bodyPr/>
          <a:lstStyle/>
          <a:p>
            <a:fld id="{24765544-FD03-4464-B699-C4215568ACB5}" type="slidenum">
              <a:rPr lang="en-US" smtClean="0"/>
              <a:t>‹#›</a:t>
            </a:fld>
            <a:endParaRPr lang="en-US"/>
          </a:p>
        </p:txBody>
      </p:sp>
      <p:sp>
        <p:nvSpPr>
          <p:cNvPr id="11" name="Text Placeholder 7">
            <a:extLst>
              <a:ext uri="{FF2B5EF4-FFF2-40B4-BE49-F238E27FC236}">
                <a16:creationId xmlns:a16="http://schemas.microsoft.com/office/drawing/2014/main" id="{2D79A281-A1F0-4130-9440-8B2317D3957B}"/>
              </a:ext>
            </a:extLst>
          </p:cNvPr>
          <p:cNvSpPr>
            <a:spLocks noGrp="1"/>
          </p:cNvSpPr>
          <p:nvPr>
            <p:ph type="body" sz="quarter" idx="13" hasCustomPrompt="1"/>
          </p:nvPr>
        </p:nvSpPr>
        <p:spPr>
          <a:xfrm>
            <a:off x="365760" y="365760"/>
            <a:ext cx="5943600" cy="365760"/>
          </a:xfrm>
          <a:prstGeom prst="rect">
            <a:avLst/>
          </a:prstGeom>
        </p:spPr>
        <p:txBody>
          <a:bodyPr>
            <a:noAutofit/>
          </a:bodyPr>
          <a:lstStyle>
            <a:lvl1pPr marL="0" indent="0">
              <a:buNone/>
              <a:defRPr sz="1800" b="0" i="0">
                <a:solidFill>
                  <a:schemeClr val="accent1"/>
                </a:solidFill>
                <a:latin typeface="+mj-lt"/>
              </a:defRPr>
            </a:lvl1pPr>
          </a:lstStyle>
          <a:p>
            <a:pPr lvl="0"/>
            <a:r>
              <a:rPr lang="en-US"/>
              <a:t>Slide title (2-5 words)</a:t>
            </a:r>
          </a:p>
        </p:txBody>
      </p:sp>
      <p:sp>
        <p:nvSpPr>
          <p:cNvPr id="14" name="Title 1">
            <a:extLst>
              <a:ext uri="{FF2B5EF4-FFF2-40B4-BE49-F238E27FC236}">
                <a16:creationId xmlns:a16="http://schemas.microsoft.com/office/drawing/2014/main" id="{300C77BE-5174-439E-8968-F572F6DC2154}"/>
              </a:ext>
            </a:extLst>
          </p:cNvPr>
          <p:cNvSpPr>
            <a:spLocks noGrp="1"/>
          </p:cNvSpPr>
          <p:nvPr>
            <p:ph type="title" hasCustomPrompt="1"/>
          </p:nvPr>
        </p:nvSpPr>
        <p:spPr>
          <a:xfrm>
            <a:off x="365760" y="822960"/>
            <a:ext cx="10972800" cy="731520"/>
          </a:xfrm>
          <a:prstGeom prst="rect">
            <a:avLst/>
          </a:prstGeom>
        </p:spPr>
        <p:txBody>
          <a:bodyPr anchor="t">
            <a:noAutofit/>
          </a:bodyPr>
          <a:lstStyle>
            <a:lvl1pPr>
              <a:defRPr sz="2000"/>
            </a:lvl1pPr>
          </a:lstStyle>
          <a:p>
            <a:r>
              <a:rPr lang="en-US"/>
              <a:t>Key takeaway statement, may underline 1-2 words for emphasis and extend 1-2 lines. Text should be 20pt or larger. Delete this box if not needed.</a:t>
            </a:r>
          </a:p>
        </p:txBody>
      </p:sp>
      <p:sp>
        <p:nvSpPr>
          <p:cNvPr id="15" name="Text Placeholder 8">
            <a:extLst>
              <a:ext uri="{FF2B5EF4-FFF2-40B4-BE49-F238E27FC236}">
                <a16:creationId xmlns:a16="http://schemas.microsoft.com/office/drawing/2014/main" id="{81D22C8E-E478-4D2D-94A0-03C0016B306F}"/>
              </a:ext>
            </a:extLst>
          </p:cNvPr>
          <p:cNvSpPr>
            <a:spLocks noGrp="1"/>
          </p:cNvSpPr>
          <p:nvPr>
            <p:ph type="body" sz="quarter" idx="14" hasCustomPrompt="1"/>
          </p:nvPr>
        </p:nvSpPr>
        <p:spPr>
          <a:xfrm>
            <a:off x="8595360" y="122238"/>
            <a:ext cx="2743200" cy="274637"/>
          </a:xfrm>
          <a:prstGeom prst="rect">
            <a:avLst/>
          </a:prstGeom>
        </p:spPr>
        <p:txBody>
          <a:bodyPr anchor="ctr">
            <a:noAutofit/>
          </a:bodyPr>
          <a:lstStyle>
            <a:lvl1pPr marL="0" indent="0" algn="r">
              <a:buNone/>
              <a:defRPr sz="1100" i="0">
                <a:solidFill>
                  <a:schemeClr val="bg2">
                    <a:lumMod val="50000"/>
                  </a:schemeClr>
                </a:solidFill>
              </a:defRPr>
            </a:lvl1pPr>
          </a:lstStyle>
          <a:p>
            <a:pPr lvl="0"/>
            <a:r>
              <a:rPr lang="en-US"/>
              <a:t>Related agenda topic (optional)</a:t>
            </a:r>
          </a:p>
        </p:txBody>
      </p:sp>
      <p:sp>
        <p:nvSpPr>
          <p:cNvPr id="12" name="Content Placeholder 5">
            <a:extLst>
              <a:ext uri="{FF2B5EF4-FFF2-40B4-BE49-F238E27FC236}">
                <a16:creationId xmlns:a16="http://schemas.microsoft.com/office/drawing/2014/main" id="{C0F1D480-B4EA-4791-BB6E-6DD467C7A83D}"/>
              </a:ext>
            </a:extLst>
          </p:cNvPr>
          <p:cNvSpPr>
            <a:spLocks noGrp="1"/>
          </p:cNvSpPr>
          <p:nvPr>
            <p:ph sz="quarter" idx="15" hasCustomPrompt="1"/>
          </p:nvPr>
        </p:nvSpPr>
        <p:spPr>
          <a:xfrm>
            <a:off x="365759" y="2514600"/>
            <a:ext cx="5212080" cy="3657600"/>
          </a:xfrm>
          <a:prstGeom prst="rect">
            <a:avLst/>
          </a:prstGeom>
        </p:spPr>
        <p:txBody>
          <a:bodyPr/>
          <a:lstStyle>
            <a:lvl1pPr marL="0" indent="0">
              <a:buNone/>
              <a:defRPr sz="1600"/>
            </a:lvl1pPr>
            <a:lvl2pPr marL="182880" indent="-182880">
              <a:defRPr sz="1600"/>
            </a:lvl2pPr>
            <a:lvl3pPr marL="365760" indent="-182880">
              <a:defRPr sz="1400"/>
            </a:lvl3pPr>
          </a:lstStyle>
          <a:p>
            <a:pPr lvl="0"/>
            <a:r>
              <a:rPr lang="en-US"/>
              <a:t>Main slide copy, extend to 1-3 lines with 2 bullet levels. Text should be 16pt or larger. Click icon to add graphic.</a:t>
            </a:r>
          </a:p>
          <a:p>
            <a:pPr lvl="1"/>
            <a:r>
              <a:rPr lang="en-US"/>
              <a:t>First level bullet, extend to 1-2 lines. Text should be 16pt or larger. </a:t>
            </a:r>
          </a:p>
          <a:p>
            <a:pPr lvl="2"/>
            <a:r>
              <a:rPr lang="en-US"/>
              <a:t>Second level bullet, extend to 1-2 lines. Text should be 14pt or larger. </a:t>
            </a:r>
          </a:p>
        </p:txBody>
      </p:sp>
      <p:pic>
        <p:nvPicPr>
          <p:cNvPr id="2" name="Picture 1" descr="A blue and black logo&#10;&#10;Description automatically generated">
            <a:extLst>
              <a:ext uri="{FF2B5EF4-FFF2-40B4-BE49-F238E27FC236}">
                <a16:creationId xmlns:a16="http://schemas.microsoft.com/office/drawing/2014/main" id="{B054E19B-2709-81D6-F909-50E6428C295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5760" y="6217602"/>
            <a:ext cx="773561" cy="457200"/>
          </a:xfrm>
          <a:prstGeom prst="rect">
            <a:avLst/>
          </a:prstGeom>
        </p:spPr>
      </p:pic>
    </p:spTree>
    <p:extLst>
      <p:ext uri="{BB962C8B-B14F-4D97-AF65-F5344CB8AC3E}">
        <p14:creationId xmlns:p14="http://schemas.microsoft.com/office/powerpoint/2010/main" val="2150627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hree Column Content White 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1233A3A-FE1F-4424-A2D3-7EAB9D052A4D}"/>
              </a:ext>
            </a:extLst>
          </p:cNvPr>
          <p:cNvSpPr>
            <a:spLocks noGrp="1"/>
          </p:cNvSpPr>
          <p:nvPr>
            <p:ph type="sldNum" sz="quarter" idx="12"/>
          </p:nvPr>
        </p:nvSpPr>
        <p:spPr/>
        <p:txBody>
          <a:bodyPr/>
          <a:lstStyle/>
          <a:p>
            <a:fld id="{24765544-FD03-4464-B699-C4215568ACB5}" type="slidenum">
              <a:rPr lang="en-US" smtClean="0"/>
              <a:t>‹#›</a:t>
            </a:fld>
            <a:endParaRPr lang="en-US"/>
          </a:p>
        </p:txBody>
      </p:sp>
      <p:sp>
        <p:nvSpPr>
          <p:cNvPr id="9" name="Text Placeholder 7">
            <a:extLst>
              <a:ext uri="{FF2B5EF4-FFF2-40B4-BE49-F238E27FC236}">
                <a16:creationId xmlns:a16="http://schemas.microsoft.com/office/drawing/2014/main" id="{FF2ACCCE-C649-408D-A8AF-E5532641E219}"/>
              </a:ext>
            </a:extLst>
          </p:cNvPr>
          <p:cNvSpPr>
            <a:spLocks noGrp="1"/>
          </p:cNvSpPr>
          <p:nvPr>
            <p:ph type="body" sz="quarter" idx="13" hasCustomPrompt="1"/>
          </p:nvPr>
        </p:nvSpPr>
        <p:spPr>
          <a:xfrm>
            <a:off x="365760" y="365760"/>
            <a:ext cx="5943600" cy="365760"/>
          </a:xfrm>
          <a:prstGeom prst="rect">
            <a:avLst/>
          </a:prstGeom>
        </p:spPr>
        <p:txBody>
          <a:bodyPr>
            <a:noAutofit/>
          </a:bodyPr>
          <a:lstStyle>
            <a:lvl1pPr marL="0" indent="0">
              <a:buNone/>
              <a:defRPr sz="1800" b="0" i="0">
                <a:solidFill>
                  <a:schemeClr val="accent1"/>
                </a:solidFill>
                <a:latin typeface="+mj-lt"/>
              </a:defRPr>
            </a:lvl1pPr>
          </a:lstStyle>
          <a:p>
            <a:pPr lvl="0"/>
            <a:r>
              <a:rPr lang="en-US"/>
              <a:t>Slide title (2-5 words)</a:t>
            </a:r>
          </a:p>
        </p:txBody>
      </p:sp>
      <p:sp>
        <p:nvSpPr>
          <p:cNvPr id="15" name="Title 1">
            <a:extLst>
              <a:ext uri="{FF2B5EF4-FFF2-40B4-BE49-F238E27FC236}">
                <a16:creationId xmlns:a16="http://schemas.microsoft.com/office/drawing/2014/main" id="{25BEEC79-05B5-4CC6-8A36-751868A3CA5F}"/>
              </a:ext>
            </a:extLst>
          </p:cNvPr>
          <p:cNvSpPr>
            <a:spLocks noGrp="1"/>
          </p:cNvSpPr>
          <p:nvPr>
            <p:ph type="title" hasCustomPrompt="1"/>
          </p:nvPr>
        </p:nvSpPr>
        <p:spPr>
          <a:xfrm>
            <a:off x="365760" y="822960"/>
            <a:ext cx="10972800" cy="731520"/>
          </a:xfrm>
          <a:prstGeom prst="rect">
            <a:avLst/>
          </a:prstGeom>
        </p:spPr>
        <p:txBody>
          <a:bodyPr anchor="t">
            <a:noAutofit/>
          </a:bodyPr>
          <a:lstStyle>
            <a:lvl1pPr>
              <a:defRPr sz="2000"/>
            </a:lvl1pPr>
          </a:lstStyle>
          <a:p>
            <a:r>
              <a:rPr lang="en-US"/>
              <a:t>Key takeaway statement, may underline 1-2 words for emphasis and extend 1-2 lines. Text should be 20pt or larger. Delete this box if not needed.</a:t>
            </a:r>
          </a:p>
        </p:txBody>
      </p:sp>
      <p:sp>
        <p:nvSpPr>
          <p:cNvPr id="16" name="Text Placeholder 8">
            <a:extLst>
              <a:ext uri="{FF2B5EF4-FFF2-40B4-BE49-F238E27FC236}">
                <a16:creationId xmlns:a16="http://schemas.microsoft.com/office/drawing/2014/main" id="{C399A404-6362-4165-8082-F1C03B93081A}"/>
              </a:ext>
            </a:extLst>
          </p:cNvPr>
          <p:cNvSpPr>
            <a:spLocks noGrp="1"/>
          </p:cNvSpPr>
          <p:nvPr>
            <p:ph type="body" sz="quarter" idx="14" hasCustomPrompt="1"/>
          </p:nvPr>
        </p:nvSpPr>
        <p:spPr>
          <a:xfrm>
            <a:off x="8595360" y="122238"/>
            <a:ext cx="2743200" cy="274637"/>
          </a:xfrm>
          <a:prstGeom prst="rect">
            <a:avLst/>
          </a:prstGeom>
        </p:spPr>
        <p:txBody>
          <a:bodyPr anchor="ctr">
            <a:noAutofit/>
          </a:bodyPr>
          <a:lstStyle>
            <a:lvl1pPr marL="0" indent="0" algn="r">
              <a:buNone/>
              <a:defRPr sz="1100" i="0">
                <a:solidFill>
                  <a:schemeClr val="bg2">
                    <a:lumMod val="50000"/>
                  </a:schemeClr>
                </a:solidFill>
              </a:defRPr>
            </a:lvl1pPr>
          </a:lstStyle>
          <a:p>
            <a:pPr lvl="0"/>
            <a:r>
              <a:rPr lang="en-US"/>
              <a:t>Related agenda topic (optional)</a:t>
            </a:r>
          </a:p>
        </p:txBody>
      </p:sp>
      <p:sp>
        <p:nvSpPr>
          <p:cNvPr id="3" name="Text Placeholder 2">
            <a:extLst>
              <a:ext uri="{FF2B5EF4-FFF2-40B4-BE49-F238E27FC236}">
                <a16:creationId xmlns:a16="http://schemas.microsoft.com/office/drawing/2014/main" id="{E57109A3-5601-40D6-A3A7-8415A70A9A08}"/>
              </a:ext>
            </a:extLst>
          </p:cNvPr>
          <p:cNvSpPr>
            <a:spLocks noGrp="1"/>
          </p:cNvSpPr>
          <p:nvPr>
            <p:ph type="body" sz="quarter" idx="30" hasCustomPrompt="1"/>
          </p:nvPr>
        </p:nvSpPr>
        <p:spPr>
          <a:xfrm>
            <a:off x="362611" y="1645920"/>
            <a:ext cx="3566160" cy="4572000"/>
          </a:xfrm>
          <a:prstGeom prst="rect">
            <a:avLst/>
          </a:prstGeom>
        </p:spPr>
        <p:txBody>
          <a:bodyPr/>
          <a:lstStyle>
            <a:lvl1pPr marL="0" indent="0">
              <a:spcBef>
                <a:spcPts val="0"/>
              </a:spcBef>
              <a:buNone/>
              <a:defRPr sz="1400"/>
            </a:lvl1pPr>
            <a:lvl2pPr marL="182880" indent="-182880">
              <a:spcBef>
                <a:spcPts val="0"/>
              </a:spcBef>
              <a:defRPr sz="1400"/>
            </a:lvl2pPr>
            <a:lvl3pPr marL="365760" indent="-182880">
              <a:spcBef>
                <a:spcPts val="0"/>
              </a:spcBef>
              <a:defRPr sz="1200"/>
            </a:lvl3pPr>
          </a:lstStyle>
          <a:p>
            <a:pPr lvl="0"/>
            <a:r>
              <a:rPr lang="en-US"/>
              <a:t>Main slide copy, extend 1-3 lines with 2 bullet levels. Text should be 14pt or larger. Click icon to add graphic.</a:t>
            </a:r>
          </a:p>
          <a:p>
            <a:pPr lvl="1"/>
            <a:r>
              <a:rPr lang="en-US"/>
              <a:t>First level bullet, extend to 1-2 lines. Text should be 14pt or larger.</a:t>
            </a:r>
          </a:p>
          <a:p>
            <a:pPr lvl="2"/>
            <a:r>
              <a:rPr lang="en-US"/>
              <a:t>Second level bullet, extend to 1-2 lines. Text should be 12pt or larger.</a:t>
            </a:r>
          </a:p>
        </p:txBody>
      </p:sp>
      <p:sp>
        <p:nvSpPr>
          <p:cNvPr id="13" name="Text Placeholder 2">
            <a:extLst>
              <a:ext uri="{FF2B5EF4-FFF2-40B4-BE49-F238E27FC236}">
                <a16:creationId xmlns:a16="http://schemas.microsoft.com/office/drawing/2014/main" id="{624D5E9F-2159-4A58-AB83-FA977355E79A}"/>
              </a:ext>
            </a:extLst>
          </p:cNvPr>
          <p:cNvSpPr>
            <a:spLocks noGrp="1"/>
          </p:cNvSpPr>
          <p:nvPr>
            <p:ph type="body" sz="quarter" idx="31" hasCustomPrompt="1"/>
          </p:nvPr>
        </p:nvSpPr>
        <p:spPr>
          <a:xfrm>
            <a:off x="4023360" y="1645920"/>
            <a:ext cx="3566160" cy="4572000"/>
          </a:xfrm>
          <a:prstGeom prst="rect">
            <a:avLst/>
          </a:prstGeom>
        </p:spPr>
        <p:txBody>
          <a:bodyPr/>
          <a:lstStyle>
            <a:lvl1pPr marL="0" indent="0">
              <a:spcBef>
                <a:spcPts val="0"/>
              </a:spcBef>
              <a:buNone/>
              <a:defRPr sz="1400"/>
            </a:lvl1pPr>
            <a:lvl2pPr marL="182880" indent="-182880">
              <a:spcBef>
                <a:spcPts val="0"/>
              </a:spcBef>
              <a:defRPr sz="1400"/>
            </a:lvl2pPr>
            <a:lvl3pPr marL="365760" indent="-182880">
              <a:spcBef>
                <a:spcPts val="0"/>
              </a:spcBef>
              <a:defRPr sz="1200"/>
            </a:lvl3pPr>
          </a:lstStyle>
          <a:p>
            <a:pPr lvl="0"/>
            <a:r>
              <a:rPr lang="en-US"/>
              <a:t>Main slide copy, extend 1-3 lines with 2 bullet levels. Text should be 14pt or larger. Click icon to add graphic.</a:t>
            </a:r>
          </a:p>
          <a:p>
            <a:pPr lvl="1"/>
            <a:r>
              <a:rPr lang="en-US"/>
              <a:t>First level bullet, extend to 1-2 lines. Text should be 14pt or larger.</a:t>
            </a:r>
          </a:p>
          <a:p>
            <a:pPr lvl="2"/>
            <a:r>
              <a:rPr lang="en-US"/>
              <a:t>Second level bullet, extend to 1-2 lines. Text should be 12pt or larger.</a:t>
            </a:r>
          </a:p>
        </p:txBody>
      </p:sp>
      <p:sp>
        <p:nvSpPr>
          <p:cNvPr id="14" name="Text Placeholder 2">
            <a:extLst>
              <a:ext uri="{FF2B5EF4-FFF2-40B4-BE49-F238E27FC236}">
                <a16:creationId xmlns:a16="http://schemas.microsoft.com/office/drawing/2014/main" id="{9B56A9A0-52C9-4DA9-9880-B268774D3074}"/>
              </a:ext>
            </a:extLst>
          </p:cNvPr>
          <p:cNvSpPr>
            <a:spLocks noGrp="1"/>
          </p:cNvSpPr>
          <p:nvPr>
            <p:ph type="body" sz="quarter" idx="32" hasCustomPrompt="1"/>
          </p:nvPr>
        </p:nvSpPr>
        <p:spPr>
          <a:xfrm>
            <a:off x="7680960" y="1645920"/>
            <a:ext cx="3657600" cy="4572000"/>
          </a:xfrm>
          <a:prstGeom prst="rect">
            <a:avLst/>
          </a:prstGeom>
        </p:spPr>
        <p:txBody>
          <a:bodyPr/>
          <a:lstStyle>
            <a:lvl1pPr marL="0" indent="0">
              <a:spcBef>
                <a:spcPts val="0"/>
              </a:spcBef>
              <a:buNone/>
              <a:defRPr sz="1400"/>
            </a:lvl1pPr>
            <a:lvl2pPr marL="182880" indent="-182880">
              <a:spcBef>
                <a:spcPts val="0"/>
              </a:spcBef>
              <a:defRPr sz="1400"/>
            </a:lvl2pPr>
            <a:lvl3pPr marL="365760" indent="-182880">
              <a:spcBef>
                <a:spcPts val="0"/>
              </a:spcBef>
              <a:defRPr sz="1200"/>
            </a:lvl3pPr>
          </a:lstStyle>
          <a:p>
            <a:pPr lvl="0"/>
            <a:r>
              <a:rPr lang="en-US"/>
              <a:t>Main slide copy, extend 1-3 lines with 2 bullet levels. Text should be 14pt or larger. Click icon to add graphic.</a:t>
            </a:r>
          </a:p>
          <a:p>
            <a:pPr lvl="1"/>
            <a:r>
              <a:rPr lang="en-US"/>
              <a:t>First level bullet, extend to 1-2 lines. Text should be 14pt or larger.</a:t>
            </a:r>
          </a:p>
          <a:p>
            <a:pPr lvl="2"/>
            <a:r>
              <a:rPr lang="en-US"/>
              <a:t>Second level bullet, extend to 1-2 lines. Text should be 12pt or larger.</a:t>
            </a:r>
          </a:p>
        </p:txBody>
      </p:sp>
      <p:pic>
        <p:nvPicPr>
          <p:cNvPr id="2" name="Picture 1" descr="A blue and black logo&#10;&#10;Description automatically generated">
            <a:extLst>
              <a:ext uri="{FF2B5EF4-FFF2-40B4-BE49-F238E27FC236}">
                <a16:creationId xmlns:a16="http://schemas.microsoft.com/office/drawing/2014/main" id="{3E7D4374-4F0B-FFD9-AC3C-57FA45BB3F2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5760" y="6217602"/>
            <a:ext cx="773561" cy="457200"/>
          </a:xfrm>
          <a:prstGeom prst="rect">
            <a:avLst/>
          </a:prstGeom>
        </p:spPr>
      </p:pic>
    </p:spTree>
    <p:extLst>
      <p:ext uri="{BB962C8B-B14F-4D97-AF65-F5344CB8AC3E}">
        <p14:creationId xmlns:p14="http://schemas.microsoft.com/office/powerpoint/2010/main" val="5659442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Quadrant Content White 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1233A3A-FE1F-4424-A2D3-7EAB9D052A4D}"/>
              </a:ext>
            </a:extLst>
          </p:cNvPr>
          <p:cNvSpPr>
            <a:spLocks noGrp="1"/>
          </p:cNvSpPr>
          <p:nvPr>
            <p:ph type="sldNum" sz="quarter" idx="12"/>
          </p:nvPr>
        </p:nvSpPr>
        <p:spPr/>
        <p:txBody>
          <a:bodyPr/>
          <a:lstStyle/>
          <a:p>
            <a:fld id="{24765544-FD03-4464-B699-C4215568ACB5}" type="slidenum">
              <a:rPr lang="en-US" smtClean="0"/>
              <a:t>‹#›</a:t>
            </a:fld>
            <a:endParaRPr lang="en-US"/>
          </a:p>
        </p:txBody>
      </p:sp>
      <p:sp>
        <p:nvSpPr>
          <p:cNvPr id="9" name="Text Placeholder 7">
            <a:extLst>
              <a:ext uri="{FF2B5EF4-FFF2-40B4-BE49-F238E27FC236}">
                <a16:creationId xmlns:a16="http://schemas.microsoft.com/office/drawing/2014/main" id="{FF2ACCCE-C649-408D-A8AF-E5532641E219}"/>
              </a:ext>
            </a:extLst>
          </p:cNvPr>
          <p:cNvSpPr>
            <a:spLocks noGrp="1"/>
          </p:cNvSpPr>
          <p:nvPr>
            <p:ph type="body" sz="quarter" idx="13" hasCustomPrompt="1"/>
          </p:nvPr>
        </p:nvSpPr>
        <p:spPr>
          <a:xfrm>
            <a:off x="365760" y="365760"/>
            <a:ext cx="5943600" cy="365760"/>
          </a:xfrm>
          <a:prstGeom prst="rect">
            <a:avLst/>
          </a:prstGeom>
        </p:spPr>
        <p:txBody>
          <a:bodyPr>
            <a:noAutofit/>
          </a:bodyPr>
          <a:lstStyle>
            <a:lvl1pPr marL="0" indent="0">
              <a:buNone/>
              <a:defRPr sz="1800" b="0" i="0">
                <a:solidFill>
                  <a:schemeClr val="accent1"/>
                </a:solidFill>
                <a:latin typeface="+mj-lt"/>
              </a:defRPr>
            </a:lvl1pPr>
          </a:lstStyle>
          <a:p>
            <a:pPr lvl="0"/>
            <a:r>
              <a:rPr lang="en-US"/>
              <a:t>Slide title (2-5 words)</a:t>
            </a:r>
          </a:p>
        </p:txBody>
      </p:sp>
      <p:sp>
        <p:nvSpPr>
          <p:cNvPr id="14" name="Title 1">
            <a:extLst>
              <a:ext uri="{FF2B5EF4-FFF2-40B4-BE49-F238E27FC236}">
                <a16:creationId xmlns:a16="http://schemas.microsoft.com/office/drawing/2014/main" id="{3FC75BAA-00ED-43E4-8A26-D1183AB6501B}"/>
              </a:ext>
            </a:extLst>
          </p:cNvPr>
          <p:cNvSpPr>
            <a:spLocks noGrp="1"/>
          </p:cNvSpPr>
          <p:nvPr>
            <p:ph type="title" hasCustomPrompt="1"/>
          </p:nvPr>
        </p:nvSpPr>
        <p:spPr>
          <a:xfrm>
            <a:off x="365760" y="822960"/>
            <a:ext cx="10972800" cy="731520"/>
          </a:xfrm>
          <a:prstGeom prst="rect">
            <a:avLst/>
          </a:prstGeom>
        </p:spPr>
        <p:txBody>
          <a:bodyPr anchor="t">
            <a:noAutofit/>
          </a:bodyPr>
          <a:lstStyle>
            <a:lvl1pPr>
              <a:defRPr sz="2000"/>
            </a:lvl1pPr>
          </a:lstStyle>
          <a:p>
            <a:r>
              <a:rPr lang="en-US"/>
              <a:t>Key takeaway statement, may underline 1-2 words for emphasis and extend 1-2 lines. Text should be 20pt or larger. Delete this box if not needed.</a:t>
            </a:r>
          </a:p>
        </p:txBody>
      </p:sp>
      <p:sp>
        <p:nvSpPr>
          <p:cNvPr id="15" name="Text Placeholder 8">
            <a:extLst>
              <a:ext uri="{FF2B5EF4-FFF2-40B4-BE49-F238E27FC236}">
                <a16:creationId xmlns:a16="http://schemas.microsoft.com/office/drawing/2014/main" id="{D396906D-0DE3-43D3-AD60-198D7D5B422D}"/>
              </a:ext>
            </a:extLst>
          </p:cNvPr>
          <p:cNvSpPr>
            <a:spLocks noGrp="1"/>
          </p:cNvSpPr>
          <p:nvPr>
            <p:ph type="body" sz="quarter" idx="16" hasCustomPrompt="1"/>
          </p:nvPr>
        </p:nvSpPr>
        <p:spPr>
          <a:xfrm>
            <a:off x="8595360" y="122238"/>
            <a:ext cx="2743200" cy="274637"/>
          </a:xfrm>
          <a:prstGeom prst="rect">
            <a:avLst/>
          </a:prstGeom>
        </p:spPr>
        <p:txBody>
          <a:bodyPr anchor="ctr">
            <a:noAutofit/>
          </a:bodyPr>
          <a:lstStyle>
            <a:lvl1pPr marL="0" indent="0" algn="r">
              <a:buNone/>
              <a:defRPr sz="1100" i="0">
                <a:solidFill>
                  <a:schemeClr val="bg2">
                    <a:lumMod val="50000"/>
                  </a:schemeClr>
                </a:solidFill>
              </a:defRPr>
            </a:lvl1pPr>
          </a:lstStyle>
          <a:p>
            <a:pPr lvl="0"/>
            <a:r>
              <a:rPr lang="en-US"/>
              <a:t>Related agenda topic (optional)</a:t>
            </a:r>
          </a:p>
        </p:txBody>
      </p:sp>
      <p:sp>
        <p:nvSpPr>
          <p:cNvPr id="5" name="Text Placeholder 4">
            <a:extLst>
              <a:ext uri="{FF2B5EF4-FFF2-40B4-BE49-F238E27FC236}">
                <a16:creationId xmlns:a16="http://schemas.microsoft.com/office/drawing/2014/main" id="{28F1C10C-D544-48EE-B753-45091D3F191A}"/>
              </a:ext>
            </a:extLst>
          </p:cNvPr>
          <p:cNvSpPr>
            <a:spLocks noGrp="1"/>
          </p:cNvSpPr>
          <p:nvPr>
            <p:ph type="body" sz="quarter" idx="17" hasCustomPrompt="1"/>
          </p:nvPr>
        </p:nvSpPr>
        <p:spPr>
          <a:xfrm>
            <a:off x="5897880" y="1825625"/>
            <a:ext cx="5440680" cy="2011680"/>
          </a:xfrm>
          <a:prstGeom prst="rect">
            <a:avLst/>
          </a:prstGeom>
        </p:spPr>
        <p:txBody>
          <a:bodyPr/>
          <a:lstStyle>
            <a:lvl1pPr marL="0" indent="0">
              <a:spcBef>
                <a:spcPts val="0"/>
              </a:spcBef>
              <a:buNone/>
              <a:defRPr sz="1400"/>
            </a:lvl1pPr>
            <a:lvl2pPr marL="182880" indent="-182880">
              <a:spcBef>
                <a:spcPts val="0"/>
              </a:spcBef>
              <a:defRPr sz="1200"/>
            </a:lvl2pPr>
            <a:lvl3pPr marL="365760" indent="-182880">
              <a:spcBef>
                <a:spcPts val="0"/>
              </a:spcBef>
              <a:defRPr sz="1200"/>
            </a:lvl3pPr>
          </a:lstStyle>
          <a:p>
            <a:pPr lvl="0"/>
            <a:r>
              <a:rPr lang="en-US"/>
              <a:t>Main slide copy, extend 1-3 lines with 2 bullet levels. Text should be 14pt or larger. Click icon to add graphic.</a:t>
            </a:r>
          </a:p>
          <a:p>
            <a:pPr lvl="1"/>
            <a:r>
              <a:rPr lang="en-US"/>
              <a:t>First level bullet, extend to 1-2 lines. Text should be 12pt or larger. </a:t>
            </a:r>
          </a:p>
          <a:p>
            <a:pPr lvl="2"/>
            <a:r>
              <a:rPr lang="en-US"/>
              <a:t>Second level bullet, extend to 1-2 lines. Text should be 12pt or larger.</a:t>
            </a:r>
          </a:p>
        </p:txBody>
      </p:sp>
      <p:sp>
        <p:nvSpPr>
          <p:cNvPr id="13" name="Text Placeholder 4">
            <a:extLst>
              <a:ext uri="{FF2B5EF4-FFF2-40B4-BE49-F238E27FC236}">
                <a16:creationId xmlns:a16="http://schemas.microsoft.com/office/drawing/2014/main" id="{2041B42F-EEF5-4412-A803-2F22EF49F304}"/>
              </a:ext>
            </a:extLst>
          </p:cNvPr>
          <p:cNvSpPr>
            <a:spLocks noGrp="1"/>
          </p:cNvSpPr>
          <p:nvPr>
            <p:ph type="body" sz="quarter" idx="18" hasCustomPrompt="1"/>
          </p:nvPr>
        </p:nvSpPr>
        <p:spPr>
          <a:xfrm>
            <a:off x="365760" y="1825625"/>
            <a:ext cx="5440680" cy="2011680"/>
          </a:xfrm>
          <a:prstGeom prst="rect">
            <a:avLst/>
          </a:prstGeom>
        </p:spPr>
        <p:txBody>
          <a:bodyPr/>
          <a:lstStyle>
            <a:lvl1pPr marL="0" indent="0">
              <a:spcBef>
                <a:spcPts val="0"/>
              </a:spcBef>
              <a:buNone/>
              <a:defRPr sz="1400"/>
            </a:lvl1pPr>
            <a:lvl2pPr marL="182880" indent="-182880">
              <a:spcBef>
                <a:spcPts val="0"/>
              </a:spcBef>
              <a:defRPr sz="1200"/>
            </a:lvl2pPr>
            <a:lvl3pPr marL="365760" indent="-182880">
              <a:spcBef>
                <a:spcPts val="0"/>
              </a:spcBef>
              <a:defRPr sz="1200"/>
            </a:lvl3pPr>
          </a:lstStyle>
          <a:p>
            <a:pPr lvl="0"/>
            <a:r>
              <a:rPr lang="en-US"/>
              <a:t>Main slide copy, extend 1-3 lines with 2 bullet levels. Text should be 14pt or larger. Click icon to add graphic.</a:t>
            </a:r>
          </a:p>
          <a:p>
            <a:pPr lvl="1"/>
            <a:r>
              <a:rPr lang="en-US"/>
              <a:t>First level bullet, extend to 1-2 lines. Text should be 12pt or larger. </a:t>
            </a:r>
          </a:p>
          <a:p>
            <a:pPr lvl="2"/>
            <a:r>
              <a:rPr lang="en-US"/>
              <a:t>Second level bullet, extend to 1-2 lines. Text should be 12pt or larger.</a:t>
            </a:r>
          </a:p>
        </p:txBody>
      </p:sp>
      <p:sp>
        <p:nvSpPr>
          <p:cNvPr id="16" name="Text Placeholder 4">
            <a:extLst>
              <a:ext uri="{FF2B5EF4-FFF2-40B4-BE49-F238E27FC236}">
                <a16:creationId xmlns:a16="http://schemas.microsoft.com/office/drawing/2014/main" id="{A4FD8A43-797A-4897-95DD-68178F531BF1}"/>
              </a:ext>
            </a:extLst>
          </p:cNvPr>
          <p:cNvSpPr>
            <a:spLocks noGrp="1"/>
          </p:cNvSpPr>
          <p:nvPr>
            <p:ph type="body" sz="quarter" idx="19" hasCustomPrompt="1"/>
          </p:nvPr>
        </p:nvSpPr>
        <p:spPr>
          <a:xfrm>
            <a:off x="365760" y="3935095"/>
            <a:ext cx="5440680" cy="2011680"/>
          </a:xfrm>
          <a:prstGeom prst="rect">
            <a:avLst/>
          </a:prstGeom>
        </p:spPr>
        <p:txBody>
          <a:bodyPr/>
          <a:lstStyle>
            <a:lvl1pPr marL="0" indent="0">
              <a:spcBef>
                <a:spcPts val="0"/>
              </a:spcBef>
              <a:buNone/>
              <a:defRPr sz="1400"/>
            </a:lvl1pPr>
            <a:lvl2pPr marL="182880" indent="-182880">
              <a:spcBef>
                <a:spcPts val="0"/>
              </a:spcBef>
              <a:defRPr sz="1200"/>
            </a:lvl2pPr>
            <a:lvl3pPr marL="365760" indent="-182880">
              <a:lnSpc>
                <a:spcPct val="100000"/>
              </a:lnSpc>
              <a:spcBef>
                <a:spcPts val="0"/>
              </a:spcBef>
              <a:defRPr sz="1200"/>
            </a:lvl3pPr>
          </a:lstStyle>
          <a:p>
            <a:pPr lvl="0"/>
            <a:r>
              <a:rPr lang="en-US"/>
              <a:t>Main slide copy, extend 1-3 lines with 2 bullet levels. Text should be 14pt or larger. Click icon to add graphic.</a:t>
            </a:r>
          </a:p>
          <a:p>
            <a:pPr lvl="1"/>
            <a:r>
              <a:rPr lang="en-US"/>
              <a:t>First level bullet, extend to 1-2 lines. Text should be 12pt or larger. </a:t>
            </a:r>
          </a:p>
          <a:p>
            <a:pPr lvl="2"/>
            <a:r>
              <a:rPr lang="en-US"/>
              <a:t>Second level bullet, extend to 1-2 lines. Text should be 12pt or larger.</a:t>
            </a:r>
          </a:p>
        </p:txBody>
      </p:sp>
      <p:sp>
        <p:nvSpPr>
          <p:cNvPr id="17" name="Text Placeholder 4">
            <a:extLst>
              <a:ext uri="{FF2B5EF4-FFF2-40B4-BE49-F238E27FC236}">
                <a16:creationId xmlns:a16="http://schemas.microsoft.com/office/drawing/2014/main" id="{AD6D03A4-CACE-4058-81C2-C9F15F688269}"/>
              </a:ext>
            </a:extLst>
          </p:cNvPr>
          <p:cNvSpPr>
            <a:spLocks noGrp="1"/>
          </p:cNvSpPr>
          <p:nvPr>
            <p:ph type="body" sz="quarter" idx="20" hasCustomPrompt="1"/>
          </p:nvPr>
        </p:nvSpPr>
        <p:spPr>
          <a:xfrm>
            <a:off x="5899868" y="3935095"/>
            <a:ext cx="5440680" cy="2011680"/>
          </a:xfrm>
          <a:prstGeom prst="rect">
            <a:avLst/>
          </a:prstGeom>
        </p:spPr>
        <p:txBody>
          <a:bodyPr/>
          <a:lstStyle>
            <a:lvl1pPr marL="0" indent="0">
              <a:spcBef>
                <a:spcPts val="0"/>
              </a:spcBef>
              <a:buNone/>
              <a:defRPr sz="1400"/>
            </a:lvl1pPr>
            <a:lvl2pPr marL="182880" indent="-182880">
              <a:spcBef>
                <a:spcPts val="0"/>
              </a:spcBef>
              <a:defRPr sz="1200"/>
            </a:lvl2pPr>
            <a:lvl3pPr marL="365760" indent="-182880">
              <a:spcBef>
                <a:spcPts val="0"/>
              </a:spcBef>
              <a:defRPr sz="1200"/>
            </a:lvl3pPr>
          </a:lstStyle>
          <a:p>
            <a:pPr lvl="0"/>
            <a:r>
              <a:rPr lang="en-US"/>
              <a:t>Main slide copy, extend 1-3 lines with 2 bullet levels. Text should be 14pt or larger. Click icon to add graphic.</a:t>
            </a:r>
          </a:p>
          <a:p>
            <a:pPr lvl="1"/>
            <a:r>
              <a:rPr lang="en-US"/>
              <a:t>First level bullet, extend to 1-2 lines. Text should be 12pt or larger. </a:t>
            </a:r>
          </a:p>
          <a:p>
            <a:pPr lvl="2"/>
            <a:r>
              <a:rPr lang="en-US"/>
              <a:t>Second level bullet, extend to 1-2 lines. Text should be 12pt or larger.</a:t>
            </a:r>
          </a:p>
        </p:txBody>
      </p:sp>
      <p:pic>
        <p:nvPicPr>
          <p:cNvPr id="2" name="Picture 1" descr="A blue and black logo&#10;&#10;Description automatically generated">
            <a:extLst>
              <a:ext uri="{FF2B5EF4-FFF2-40B4-BE49-F238E27FC236}">
                <a16:creationId xmlns:a16="http://schemas.microsoft.com/office/drawing/2014/main" id="{5F46C71D-5189-62BB-4452-EB8D24D6369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5760" y="6217602"/>
            <a:ext cx="773561" cy="457200"/>
          </a:xfrm>
          <a:prstGeom prst="rect">
            <a:avLst/>
          </a:prstGeom>
        </p:spPr>
      </p:pic>
    </p:spTree>
    <p:extLst>
      <p:ext uri="{BB962C8B-B14F-4D97-AF65-F5344CB8AC3E}">
        <p14:creationId xmlns:p14="http://schemas.microsoft.com/office/powerpoint/2010/main" val="4054990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with Graph White 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C9456-D4B4-4553-B4FB-18A9BE90169E}"/>
              </a:ext>
            </a:extLst>
          </p:cNvPr>
          <p:cNvSpPr>
            <a:spLocks noGrp="1"/>
          </p:cNvSpPr>
          <p:nvPr>
            <p:ph type="title" hasCustomPrompt="1"/>
          </p:nvPr>
        </p:nvSpPr>
        <p:spPr>
          <a:xfrm>
            <a:off x="365759" y="822960"/>
            <a:ext cx="4114800" cy="1280160"/>
          </a:xfrm>
          <a:prstGeom prst="rect">
            <a:avLst/>
          </a:prstGeom>
        </p:spPr>
        <p:txBody>
          <a:bodyPr anchor="b">
            <a:normAutofit/>
          </a:bodyPr>
          <a:lstStyle>
            <a:lvl1pPr>
              <a:defRPr sz="2400"/>
            </a:lvl1pPr>
          </a:lstStyle>
          <a:p>
            <a:r>
              <a:rPr lang="en-US"/>
              <a:t>Key takeaway statement, may extend 2-4 lines. Text should be 20pt or larger. </a:t>
            </a:r>
          </a:p>
        </p:txBody>
      </p:sp>
      <p:sp>
        <p:nvSpPr>
          <p:cNvPr id="3" name="Content Placeholder 2">
            <a:extLst>
              <a:ext uri="{FF2B5EF4-FFF2-40B4-BE49-F238E27FC236}">
                <a16:creationId xmlns:a16="http://schemas.microsoft.com/office/drawing/2014/main" id="{D8839ADC-5E96-405A-AF1F-84E5373B2BC8}"/>
              </a:ext>
            </a:extLst>
          </p:cNvPr>
          <p:cNvSpPr>
            <a:spLocks noGrp="1"/>
          </p:cNvSpPr>
          <p:nvPr>
            <p:ph idx="1" hasCustomPrompt="1"/>
          </p:nvPr>
        </p:nvSpPr>
        <p:spPr>
          <a:xfrm>
            <a:off x="5212080" y="1172976"/>
            <a:ext cx="6172200" cy="4671076"/>
          </a:xfrm>
          <a:prstGeom prst="rect">
            <a:avLst/>
          </a:prstGeom>
        </p:spPr>
        <p:txBody>
          <a:bodyPr>
            <a:normAutofit/>
          </a:bodyPr>
          <a:lstStyle>
            <a:lvl1pPr marL="0" indent="0">
              <a:buNone/>
              <a:defRPr sz="20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icon to add graphic. Change the color of the lines in View &gt; Slide Master &gt; Shape Format.</a:t>
            </a:r>
          </a:p>
        </p:txBody>
      </p:sp>
      <p:sp>
        <p:nvSpPr>
          <p:cNvPr id="4" name="Text Placeholder 3">
            <a:extLst>
              <a:ext uri="{FF2B5EF4-FFF2-40B4-BE49-F238E27FC236}">
                <a16:creationId xmlns:a16="http://schemas.microsoft.com/office/drawing/2014/main" id="{FA82E3AF-B61C-417E-A3F3-DE330569CFBD}"/>
              </a:ext>
            </a:extLst>
          </p:cNvPr>
          <p:cNvSpPr>
            <a:spLocks noGrp="1"/>
          </p:cNvSpPr>
          <p:nvPr>
            <p:ph type="body" sz="half" idx="2" hasCustomPrompt="1"/>
          </p:nvPr>
        </p:nvSpPr>
        <p:spPr>
          <a:xfrm>
            <a:off x="365759" y="2194560"/>
            <a:ext cx="4114800" cy="3657600"/>
          </a:xfrm>
          <a:prstGeom prst="rect">
            <a:avLst/>
          </a:prstGeom>
        </p:spPr>
        <p:txBody>
          <a:bodyPr/>
          <a:lstStyle>
            <a:lvl1pPr marL="0" indent="0">
              <a:spcBef>
                <a:spcPts val="0"/>
              </a:spcBef>
              <a:buNone/>
              <a:defRPr sz="1800"/>
            </a:lvl1pPr>
            <a:lvl2pPr marL="182880" indent="-182880">
              <a:spcBef>
                <a:spcPts val="0"/>
              </a:spcBef>
              <a:buFont typeface="Arial" panose="020B0604020202020204" pitchFamily="34" charset="0"/>
              <a:buChar char="•"/>
              <a:defRPr sz="1600"/>
            </a:lvl2pPr>
            <a:lvl3pPr marL="365760" indent="-182880">
              <a:spcBef>
                <a:spcPts val="0"/>
              </a:spcBef>
              <a:buFont typeface="Arial" panose="020B0604020202020204" pitchFamily="34" charset="0"/>
              <a:buChar char="•"/>
              <a:defRPr sz="14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Main slide copy, extend 1-3 lines with 2 bullet levels. Text should be 16pt or larger. Click icon to add graphic.</a:t>
            </a:r>
          </a:p>
          <a:p>
            <a:pPr lvl="1"/>
            <a:r>
              <a:rPr lang="en-US"/>
              <a:t>First level bullet, extend to 1-2 lines. Text should be 14pt or larger. </a:t>
            </a:r>
          </a:p>
          <a:p>
            <a:pPr lvl="2"/>
            <a:r>
              <a:rPr lang="en-US"/>
              <a:t>Second level, extend to 1-2 lines. Text should be 12pt or larger.</a:t>
            </a:r>
          </a:p>
        </p:txBody>
      </p:sp>
      <p:sp>
        <p:nvSpPr>
          <p:cNvPr id="7" name="Slide Number Placeholder 6">
            <a:extLst>
              <a:ext uri="{FF2B5EF4-FFF2-40B4-BE49-F238E27FC236}">
                <a16:creationId xmlns:a16="http://schemas.microsoft.com/office/drawing/2014/main" id="{D46CA9F4-770D-4E99-8135-9C6C001A4E9F}"/>
              </a:ext>
            </a:extLst>
          </p:cNvPr>
          <p:cNvSpPr>
            <a:spLocks noGrp="1"/>
          </p:cNvSpPr>
          <p:nvPr>
            <p:ph type="sldNum" sz="quarter" idx="12"/>
          </p:nvPr>
        </p:nvSpPr>
        <p:spPr/>
        <p:txBody>
          <a:bodyPr/>
          <a:lstStyle/>
          <a:p>
            <a:fld id="{24765544-FD03-4464-B699-C4215568ACB5}" type="slidenum">
              <a:rPr lang="en-US" smtClean="0"/>
              <a:t>‹#›</a:t>
            </a:fld>
            <a:endParaRPr lang="en-US"/>
          </a:p>
        </p:txBody>
      </p:sp>
      <p:sp>
        <p:nvSpPr>
          <p:cNvPr id="9" name="Text Placeholder 7">
            <a:extLst>
              <a:ext uri="{FF2B5EF4-FFF2-40B4-BE49-F238E27FC236}">
                <a16:creationId xmlns:a16="http://schemas.microsoft.com/office/drawing/2014/main" id="{F6191C81-4DFF-464A-BE41-6F8DE1F1C326}"/>
              </a:ext>
            </a:extLst>
          </p:cNvPr>
          <p:cNvSpPr>
            <a:spLocks noGrp="1"/>
          </p:cNvSpPr>
          <p:nvPr>
            <p:ph type="body" sz="quarter" idx="13" hasCustomPrompt="1"/>
          </p:nvPr>
        </p:nvSpPr>
        <p:spPr>
          <a:xfrm>
            <a:off x="365760" y="365760"/>
            <a:ext cx="5943600" cy="365760"/>
          </a:xfrm>
          <a:prstGeom prst="rect">
            <a:avLst/>
          </a:prstGeom>
        </p:spPr>
        <p:txBody>
          <a:bodyPr>
            <a:noAutofit/>
          </a:bodyPr>
          <a:lstStyle>
            <a:lvl1pPr marL="0" indent="0">
              <a:buNone/>
              <a:defRPr sz="1800" b="0" i="0">
                <a:solidFill>
                  <a:schemeClr val="accent1"/>
                </a:solidFill>
                <a:latin typeface="+mj-lt"/>
              </a:defRPr>
            </a:lvl1pPr>
          </a:lstStyle>
          <a:p>
            <a:pPr lvl="0"/>
            <a:r>
              <a:rPr lang="en-US"/>
              <a:t>Slide title (2-5 words)</a:t>
            </a:r>
          </a:p>
        </p:txBody>
      </p:sp>
      <p:sp>
        <p:nvSpPr>
          <p:cNvPr id="12" name="Text Placeholder 8">
            <a:extLst>
              <a:ext uri="{FF2B5EF4-FFF2-40B4-BE49-F238E27FC236}">
                <a16:creationId xmlns:a16="http://schemas.microsoft.com/office/drawing/2014/main" id="{50631013-0CE5-4F88-9B34-76AA381842BB}"/>
              </a:ext>
            </a:extLst>
          </p:cNvPr>
          <p:cNvSpPr>
            <a:spLocks noGrp="1"/>
          </p:cNvSpPr>
          <p:nvPr>
            <p:ph type="body" sz="quarter" idx="14" hasCustomPrompt="1"/>
          </p:nvPr>
        </p:nvSpPr>
        <p:spPr>
          <a:xfrm>
            <a:off x="8595360" y="122238"/>
            <a:ext cx="2743200" cy="274637"/>
          </a:xfrm>
          <a:prstGeom prst="rect">
            <a:avLst/>
          </a:prstGeom>
        </p:spPr>
        <p:txBody>
          <a:bodyPr anchor="ctr">
            <a:noAutofit/>
          </a:bodyPr>
          <a:lstStyle>
            <a:lvl1pPr marL="0" indent="0" algn="r">
              <a:buNone/>
              <a:defRPr sz="1100" i="0">
                <a:solidFill>
                  <a:schemeClr val="bg2">
                    <a:lumMod val="50000"/>
                  </a:schemeClr>
                </a:solidFill>
              </a:defRPr>
            </a:lvl1pPr>
          </a:lstStyle>
          <a:p>
            <a:pPr lvl="0"/>
            <a:r>
              <a:rPr lang="en-US"/>
              <a:t>Related agenda topic (optional)</a:t>
            </a:r>
          </a:p>
        </p:txBody>
      </p:sp>
      <p:sp>
        <p:nvSpPr>
          <p:cNvPr id="13" name="Parallelogram 12">
            <a:extLst>
              <a:ext uri="{FF2B5EF4-FFF2-40B4-BE49-F238E27FC236}">
                <a16:creationId xmlns:a16="http://schemas.microsoft.com/office/drawing/2014/main" id="{3084B0CF-9F31-411C-AAEF-D2D1F98A8B2E}"/>
              </a:ext>
            </a:extLst>
          </p:cNvPr>
          <p:cNvSpPr>
            <a:spLocks/>
          </p:cNvSpPr>
          <p:nvPr userDrawn="1"/>
        </p:nvSpPr>
        <p:spPr>
          <a:xfrm>
            <a:off x="5212080" y="1081535"/>
            <a:ext cx="6172200" cy="91440"/>
          </a:xfrm>
          <a:prstGeom prst="parallelogram">
            <a:avLst>
              <a:gd name="adj" fmla="val 65506"/>
            </a:avLst>
          </a:prstGeom>
          <a:solidFill>
            <a:schemeClr val="accent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Parallelogram 14">
            <a:extLst>
              <a:ext uri="{FF2B5EF4-FFF2-40B4-BE49-F238E27FC236}">
                <a16:creationId xmlns:a16="http://schemas.microsoft.com/office/drawing/2014/main" id="{5E042065-B44A-4253-852E-2BBD154389F7}"/>
              </a:ext>
            </a:extLst>
          </p:cNvPr>
          <p:cNvSpPr>
            <a:spLocks/>
          </p:cNvSpPr>
          <p:nvPr userDrawn="1"/>
        </p:nvSpPr>
        <p:spPr>
          <a:xfrm>
            <a:off x="5212080" y="5844052"/>
            <a:ext cx="6172200" cy="91440"/>
          </a:xfrm>
          <a:prstGeom prst="parallelogram">
            <a:avLst>
              <a:gd name="adj" fmla="val 65506"/>
            </a:avLst>
          </a:prstGeom>
          <a:solidFill>
            <a:schemeClr val="accent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ue and black logo&#10;&#10;Description automatically generated">
            <a:extLst>
              <a:ext uri="{FF2B5EF4-FFF2-40B4-BE49-F238E27FC236}">
                <a16:creationId xmlns:a16="http://schemas.microsoft.com/office/drawing/2014/main" id="{0D803627-5AD8-8BFF-2E9B-503E38860A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5760" y="6217602"/>
            <a:ext cx="773561" cy="457200"/>
          </a:xfrm>
          <a:prstGeom prst="rect">
            <a:avLst/>
          </a:prstGeom>
        </p:spPr>
      </p:pic>
    </p:spTree>
    <p:extLst>
      <p:ext uri="{BB962C8B-B14F-4D97-AF65-F5344CB8AC3E}">
        <p14:creationId xmlns:p14="http://schemas.microsoft.com/office/powerpoint/2010/main" val="40782053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tatement with Bkgrd Picture White 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0B406DE7-8E1B-42B0-B8C2-078151AEE485}"/>
              </a:ext>
            </a:extLst>
          </p:cNvPr>
          <p:cNvSpPr>
            <a:spLocks noGrp="1"/>
          </p:cNvSpPr>
          <p:nvPr>
            <p:ph type="pic" sz="quarter" idx="12" hasCustomPrompt="1"/>
          </p:nvPr>
        </p:nvSpPr>
        <p:spPr>
          <a:xfrm>
            <a:off x="0" y="0"/>
            <a:ext cx="12192000" cy="6126480"/>
          </a:xfrm>
          <a:prstGeom prst="rect">
            <a:avLst/>
          </a:prstGeom>
        </p:spPr>
        <p:txBody>
          <a:bodyPr anchor="ctr"/>
          <a:lstStyle>
            <a:lvl1pPr marL="0" indent="0" algn="r">
              <a:spcBef>
                <a:spcPts val="0"/>
              </a:spcBef>
              <a:spcAft>
                <a:spcPts val="0"/>
              </a:spcAft>
              <a:buNone/>
              <a:defRPr/>
            </a:lvl1pPr>
          </a:lstStyle>
          <a:p>
            <a:r>
              <a:rPr lang="en-US"/>
              <a:t>Click icon to add background </a:t>
            </a:r>
          </a:p>
          <a:p>
            <a:r>
              <a:rPr lang="en-US"/>
              <a:t>picture from our library</a:t>
            </a:r>
          </a:p>
        </p:txBody>
      </p:sp>
      <p:sp>
        <p:nvSpPr>
          <p:cNvPr id="2" name="Title 1">
            <a:extLst>
              <a:ext uri="{FF2B5EF4-FFF2-40B4-BE49-F238E27FC236}">
                <a16:creationId xmlns:a16="http://schemas.microsoft.com/office/drawing/2014/main" id="{8EA3931A-419A-4C4B-807C-0685C2D71571}"/>
              </a:ext>
            </a:extLst>
          </p:cNvPr>
          <p:cNvSpPr>
            <a:spLocks noGrp="1"/>
          </p:cNvSpPr>
          <p:nvPr>
            <p:ph type="title" hasCustomPrompt="1"/>
          </p:nvPr>
        </p:nvSpPr>
        <p:spPr>
          <a:xfrm>
            <a:off x="370242" y="1234440"/>
            <a:ext cx="5029200" cy="3657600"/>
          </a:xfrm>
          <a:prstGeom prst="rect">
            <a:avLst/>
          </a:prstGeom>
        </p:spPr>
        <p:txBody>
          <a:bodyPr>
            <a:normAutofit/>
          </a:bodyPr>
          <a:lstStyle>
            <a:lvl1pPr algn="ctr">
              <a:defRPr sz="2400"/>
            </a:lvl1pPr>
          </a:lstStyle>
          <a:p>
            <a:r>
              <a:rPr lang="en-US"/>
              <a:t>Add a bold statement text here. Avenir Next 24pt minimum. Change color of the lines in View &gt; Slide Master &gt; Shape Format.</a:t>
            </a:r>
          </a:p>
        </p:txBody>
      </p:sp>
      <p:sp>
        <p:nvSpPr>
          <p:cNvPr id="4" name="Slide Number Placeholder 3">
            <a:extLst>
              <a:ext uri="{FF2B5EF4-FFF2-40B4-BE49-F238E27FC236}">
                <a16:creationId xmlns:a16="http://schemas.microsoft.com/office/drawing/2014/main" id="{B586FE6C-9EFF-4858-A9EC-3C7468517BB8}"/>
              </a:ext>
            </a:extLst>
          </p:cNvPr>
          <p:cNvSpPr>
            <a:spLocks noGrp="1"/>
          </p:cNvSpPr>
          <p:nvPr>
            <p:ph type="sldNum" sz="quarter" idx="11"/>
          </p:nvPr>
        </p:nvSpPr>
        <p:spPr/>
        <p:txBody>
          <a:bodyPr/>
          <a:lstStyle/>
          <a:p>
            <a:fld id="{78C158F0-531B-4D8F-B6F9-8CC09C40F2A5}" type="slidenum">
              <a:rPr lang="en-US" smtClean="0"/>
              <a:pPr/>
              <a:t>‹#›</a:t>
            </a:fld>
            <a:endParaRPr lang="en-US"/>
          </a:p>
        </p:txBody>
      </p:sp>
      <p:sp>
        <p:nvSpPr>
          <p:cNvPr id="10" name="Parallelogram 9">
            <a:extLst>
              <a:ext uri="{FF2B5EF4-FFF2-40B4-BE49-F238E27FC236}">
                <a16:creationId xmlns:a16="http://schemas.microsoft.com/office/drawing/2014/main" id="{0FAB9CF5-0464-47C8-8070-EEE8A7D1D103}"/>
              </a:ext>
            </a:extLst>
          </p:cNvPr>
          <p:cNvSpPr>
            <a:spLocks/>
          </p:cNvSpPr>
          <p:nvPr userDrawn="1"/>
        </p:nvSpPr>
        <p:spPr>
          <a:xfrm>
            <a:off x="374724" y="1143000"/>
            <a:ext cx="5029200" cy="91440"/>
          </a:xfrm>
          <a:prstGeom prst="parallelogram">
            <a:avLst>
              <a:gd name="adj" fmla="val 65506"/>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7DCD718-CA39-4BA5-A4D2-D26EC71BCB74}"/>
              </a:ext>
            </a:extLst>
          </p:cNvPr>
          <p:cNvSpPr>
            <a:spLocks/>
          </p:cNvSpPr>
          <p:nvPr userDrawn="1"/>
        </p:nvSpPr>
        <p:spPr>
          <a:xfrm>
            <a:off x="374724" y="4892040"/>
            <a:ext cx="5029200" cy="91440"/>
          </a:xfrm>
          <a:prstGeom prst="parallelogram">
            <a:avLst>
              <a:gd name="adj" fmla="val 65506"/>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blue and black logo&#10;&#10;Description automatically generated">
            <a:extLst>
              <a:ext uri="{FF2B5EF4-FFF2-40B4-BE49-F238E27FC236}">
                <a16:creationId xmlns:a16="http://schemas.microsoft.com/office/drawing/2014/main" id="{124C2D33-2838-066F-2BBB-75509D3B147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5760" y="6217602"/>
            <a:ext cx="773561" cy="457200"/>
          </a:xfrm>
          <a:prstGeom prst="rect">
            <a:avLst/>
          </a:prstGeom>
        </p:spPr>
      </p:pic>
    </p:spTree>
    <p:extLst>
      <p:ext uri="{BB962C8B-B14F-4D97-AF65-F5344CB8AC3E}">
        <p14:creationId xmlns:p14="http://schemas.microsoft.com/office/powerpoint/2010/main" val="3653268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old Statement White 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5A361-A260-411C-BCB0-51159288BAE5}"/>
              </a:ext>
            </a:extLst>
          </p:cNvPr>
          <p:cNvSpPr>
            <a:spLocks noGrp="1"/>
          </p:cNvSpPr>
          <p:nvPr>
            <p:ph type="title" hasCustomPrompt="1"/>
          </p:nvPr>
        </p:nvSpPr>
        <p:spPr>
          <a:xfrm>
            <a:off x="365760" y="365125"/>
            <a:ext cx="5943600" cy="365760"/>
          </a:xfrm>
          <a:prstGeom prst="rect">
            <a:avLst/>
          </a:prstGeom>
        </p:spPr>
        <p:txBody>
          <a:bodyPr>
            <a:normAutofit/>
          </a:bodyPr>
          <a:lstStyle>
            <a:lvl1pPr>
              <a:defRPr sz="1800" b="0" i="0">
                <a:solidFill>
                  <a:schemeClr val="accent1"/>
                </a:solidFill>
                <a:latin typeface="AvenirNext LT Pro Regular" panose="020B0704020202020204" pitchFamily="34" charset="0"/>
              </a:defRPr>
            </a:lvl1pPr>
          </a:lstStyle>
          <a:p>
            <a:pPr lvl="0"/>
            <a:r>
              <a:rPr lang="en-US"/>
              <a:t>Slide title (2-5 words)</a:t>
            </a:r>
          </a:p>
        </p:txBody>
      </p:sp>
      <p:sp>
        <p:nvSpPr>
          <p:cNvPr id="4" name="Slide Number Placeholder 3">
            <a:extLst>
              <a:ext uri="{FF2B5EF4-FFF2-40B4-BE49-F238E27FC236}">
                <a16:creationId xmlns:a16="http://schemas.microsoft.com/office/drawing/2014/main" id="{7C077152-9286-4E91-8290-9EB994300202}"/>
              </a:ext>
            </a:extLst>
          </p:cNvPr>
          <p:cNvSpPr>
            <a:spLocks noGrp="1"/>
          </p:cNvSpPr>
          <p:nvPr>
            <p:ph type="sldNum" sz="quarter" idx="11"/>
          </p:nvPr>
        </p:nvSpPr>
        <p:spPr/>
        <p:txBody>
          <a:bodyPr/>
          <a:lstStyle/>
          <a:p>
            <a:fld id="{78C158F0-531B-4D8F-B6F9-8CC09C40F2A5}" type="slidenum">
              <a:rPr lang="en-US" smtClean="0"/>
              <a:pPr/>
              <a:t>‹#›</a:t>
            </a:fld>
            <a:endParaRPr lang="en-US"/>
          </a:p>
        </p:txBody>
      </p:sp>
      <p:sp>
        <p:nvSpPr>
          <p:cNvPr id="6" name="Parallelogram 5">
            <a:extLst>
              <a:ext uri="{FF2B5EF4-FFF2-40B4-BE49-F238E27FC236}">
                <a16:creationId xmlns:a16="http://schemas.microsoft.com/office/drawing/2014/main" id="{934DC941-8483-4C60-B156-D057B2945DA6}"/>
              </a:ext>
            </a:extLst>
          </p:cNvPr>
          <p:cNvSpPr>
            <a:spLocks noChangeAspect="1"/>
          </p:cNvSpPr>
          <p:nvPr userDrawn="1"/>
        </p:nvSpPr>
        <p:spPr>
          <a:xfrm>
            <a:off x="5852160" y="0"/>
            <a:ext cx="2628900" cy="2103120"/>
          </a:xfrm>
          <a:prstGeom prst="parallelogram">
            <a:avLst>
              <a:gd name="adj" fmla="val 65506"/>
            </a:avLst>
          </a:prstGeom>
          <a:solidFill>
            <a:schemeClr val="accent3"/>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arallelogram 6">
            <a:extLst>
              <a:ext uri="{FF2B5EF4-FFF2-40B4-BE49-F238E27FC236}">
                <a16:creationId xmlns:a16="http://schemas.microsoft.com/office/drawing/2014/main" id="{83DAB288-0E87-4305-ABB0-83039EE0AD6A}"/>
              </a:ext>
            </a:extLst>
          </p:cNvPr>
          <p:cNvSpPr>
            <a:spLocks noChangeAspect="1"/>
          </p:cNvSpPr>
          <p:nvPr userDrawn="1"/>
        </p:nvSpPr>
        <p:spPr>
          <a:xfrm>
            <a:off x="3223260" y="4754880"/>
            <a:ext cx="2628900" cy="2103120"/>
          </a:xfrm>
          <a:prstGeom prst="parallelogram">
            <a:avLst>
              <a:gd name="adj" fmla="val 65506"/>
            </a:avLst>
          </a:prstGeom>
          <a:solidFill>
            <a:schemeClr val="accent3"/>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8">
            <a:extLst>
              <a:ext uri="{FF2B5EF4-FFF2-40B4-BE49-F238E27FC236}">
                <a16:creationId xmlns:a16="http://schemas.microsoft.com/office/drawing/2014/main" id="{3E7A2D6E-2B37-4405-84DA-8417ACC31ED8}"/>
              </a:ext>
            </a:extLst>
          </p:cNvPr>
          <p:cNvSpPr>
            <a:spLocks noGrp="1"/>
          </p:cNvSpPr>
          <p:nvPr>
            <p:ph type="body" sz="quarter" idx="12" hasCustomPrompt="1"/>
          </p:nvPr>
        </p:nvSpPr>
        <p:spPr>
          <a:xfrm>
            <a:off x="2895600" y="2514600"/>
            <a:ext cx="6400800" cy="1828800"/>
          </a:xfrm>
          <a:prstGeom prst="rect">
            <a:avLst/>
          </a:prstGeom>
        </p:spPr>
        <p:txBody>
          <a:bodyPr anchor="ctr">
            <a:normAutofit/>
          </a:bodyPr>
          <a:lstStyle>
            <a:lvl1pPr marL="0" indent="0" algn="ctr">
              <a:buNone/>
              <a:defRPr sz="2400"/>
            </a:lvl1pPr>
          </a:lstStyle>
          <a:p>
            <a:pPr lvl="0"/>
            <a:r>
              <a:rPr lang="en-US"/>
              <a:t>Add a bold statement here, which may extend to 4 lines. Avenir Next 24pt min. Change shape colors in View &gt; Slide Master &gt; Shape Format.</a:t>
            </a:r>
          </a:p>
        </p:txBody>
      </p:sp>
      <p:pic>
        <p:nvPicPr>
          <p:cNvPr id="3" name="Picture 2" descr="A blue and black logo&#10;&#10;Description automatically generated">
            <a:extLst>
              <a:ext uri="{FF2B5EF4-FFF2-40B4-BE49-F238E27FC236}">
                <a16:creationId xmlns:a16="http://schemas.microsoft.com/office/drawing/2014/main" id="{0BE3C525-F4B1-CB9E-3150-A06E2821810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5760" y="6217602"/>
            <a:ext cx="773561" cy="457200"/>
          </a:xfrm>
          <a:prstGeom prst="rect">
            <a:avLst/>
          </a:prstGeom>
        </p:spPr>
      </p:pic>
    </p:spTree>
    <p:extLst>
      <p:ext uri="{BB962C8B-B14F-4D97-AF65-F5344CB8AC3E}">
        <p14:creationId xmlns:p14="http://schemas.microsoft.com/office/powerpoint/2010/main" val="11690456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ap Layout White 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7FA0E15-B53D-49D7-B89A-CCAB337FCAE7}"/>
              </a:ext>
            </a:extLst>
          </p:cNvPr>
          <p:cNvSpPr>
            <a:spLocks noGrp="1"/>
          </p:cNvSpPr>
          <p:nvPr>
            <p:ph type="sldNum" sz="quarter" idx="11"/>
          </p:nvPr>
        </p:nvSpPr>
        <p:spPr/>
        <p:txBody>
          <a:bodyPr/>
          <a:lstStyle/>
          <a:p>
            <a:fld id="{78C158F0-531B-4D8F-B6F9-8CC09C40F2A5}" type="slidenum">
              <a:rPr lang="en-US" smtClean="0"/>
              <a:pPr/>
              <a:t>‹#›</a:t>
            </a:fld>
            <a:endParaRPr lang="en-US"/>
          </a:p>
        </p:txBody>
      </p:sp>
      <p:sp>
        <p:nvSpPr>
          <p:cNvPr id="14" name="Title 1">
            <a:extLst>
              <a:ext uri="{FF2B5EF4-FFF2-40B4-BE49-F238E27FC236}">
                <a16:creationId xmlns:a16="http://schemas.microsoft.com/office/drawing/2014/main" id="{CDF82C79-E4D8-4883-9768-CE81AD3F5DEE}"/>
              </a:ext>
            </a:extLst>
          </p:cNvPr>
          <p:cNvSpPr>
            <a:spLocks noGrp="1"/>
          </p:cNvSpPr>
          <p:nvPr>
            <p:ph type="title" hasCustomPrompt="1"/>
          </p:nvPr>
        </p:nvSpPr>
        <p:spPr>
          <a:xfrm>
            <a:off x="365760" y="1097279"/>
            <a:ext cx="3657600" cy="1371600"/>
          </a:xfrm>
          <a:prstGeom prst="rect">
            <a:avLst/>
          </a:prstGeom>
        </p:spPr>
        <p:txBody>
          <a:bodyPr anchor="b">
            <a:noAutofit/>
          </a:bodyPr>
          <a:lstStyle>
            <a:lvl1pPr>
              <a:defRPr sz="2000"/>
            </a:lvl1pPr>
          </a:lstStyle>
          <a:p>
            <a:r>
              <a:rPr lang="en-US"/>
              <a:t>Key takeaway statement, may extend 2-4 lines. Text should be 20pt or larger. </a:t>
            </a:r>
          </a:p>
        </p:txBody>
      </p:sp>
      <p:sp>
        <p:nvSpPr>
          <p:cNvPr id="15" name="Text Placeholder 15">
            <a:extLst>
              <a:ext uri="{FF2B5EF4-FFF2-40B4-BE49-F238E27FC236}">
                <a16:creationId xmlns:a16="http://schemas.microsoft.com/office/drawing/2014/main" id="{183EA797-77DF-4CFF-9FB7-95466C36D87B}"/>
              </a:ext>
            </a:extLst>
          </p:cNvPr>
          <p:cNvSpPr>
            <a:spLocks noGrp="1"/>
          </p:cNvSpPr>
          <p:nvPr>
            <p:ph type="body" idx="1" hasCustomPrompt="1"/>
          </p:nvPr>
        </p:nvSpPr>
        <p:spPr>
          <a:xfrm>
            <a:off x="365760" y="2560322"/>
            <a:ext cx="3657600" cy="2743200"/>
          </a:xfrm>
          <a:prstGeom prst="rect">
            <a:avLst/>
          </a:prstGeom>
        </p:spPr>
        <p:txBody>
          <a:bodyPr>
            <a:noAutofit/>
          </a:bodyPr>
          <a:lstStyle>
            <a:lvl1pPr marL="0" indent="0">
              <a:buNone/>
              <a:defRPr sz="1600"/>
            </a:lvl1pPr>
            <a:lvl2pPr marL="182880" indent="-182880">
              <a:defRPr sz="1400"/>
            </a:lvl2pPr>
            <a:lvl3pPr marL="457200">
              <a:defRPr sz="1600"/>
            </a:lvl3pPr>
          </a:lstStyle>
          <a:p>
            <a:pPr lvl="0"/>
            <a:r>
              <a:rPr lang="en-US"/>
              <a:t>Main slide copy, extend 1-3 lines with 1 bullet levels. Text should be 16pt or larger. </a:t>
            </a:r>
          </a:p>
          <a:p>
            <a:pPr lvl="1"/>
            <a:r>
              <a:rPr lang="en-US"/>
              <a:t>First level bullet, extend to 1-2 lines. Text should be 14pt or larger. </a:t>
            </a:r>
          </a:p>
        </p:txBody>
      </p:sp>
      <p:sp>
        <p:nvSpPr>
          <p:cNvPr id="3" name="Text Placeholder 2">
            <a:extLst>
              <a:ext uri="{FF2B5EF4-FFF2-40B4-BE49-F238E27FC236}">
                <a16:creationId xmlns:a16="http://schemas.microsoft.com/office/drawing/2014/main" id="{6C571FDD-4333-4C61-9EC9-C75F189FC3CE}"/>
              </a:ext>
            </a:extLst>
          </p:cNvPr>
          <p:cNvSpPr>
            <a:spLocks noGrp="1"/>
          </p:cNvSpPr>
          <p:nvPr>
            <p:ph type="body" sz="quarter" idx="12" hasCustomPrompt="1"/>
          </p:nvPr>
        </p:nvSpPr>
        <p:spPr>
          <a:xfrm>
            <a:off x="365759" y="365760"/>
            <a:ext cx="5943600" cy="365760"/>
          </a:xfrm>
          <a:prstGeom prst="rect">
            <a:avLst/>
          </a:prstGeom>
        </p:spPr>
        <p:txBody>
          <a:bodyPr>
            <a:normAutofit/>
          </a:bodyPr>
          <a:lstStyle>
            <a:lvl1pPr marL="0" indent="0">
              <a:buNone/>
              <a:defRPr sz="1800" b="0" i="0">
                <a:solidFill>
                  <a:schemeClr val="accent1"/>
                </a:solidFill>
                <a:latin typeface="+mj-lt"/>
              </a:defRPr>
            </a:lvl1pPr>
          </a:lstStyle>
          <a:p>
            <a:pPr lvl="0"/>
            <a:r>
              <a:rPr lang="en-US"/>
              <a:t>Slide title (2-5 words)</a:t>
            </a:r>
          </a:p>
        </p:txBody>
      </p:sp>
      <p:pic>
        <p:nvPicPr>
          <p:cNvPr id="2" name="Picture 1" descr="A blue and black logo&#10;&#10;Description automatically generated">
            <a:extLst>
              <a:ext uri="{FF2B5EF4-FFF2-40B4-BE49-F238E27FC236}">
                <a16:creationId xmlns:a16="http://schemas.microsoft.com/office/drawing/2014/main" id="{C36610E2-DE2C-1257-A3A5-84B580909D0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5760" y="6217602"/>
            <a:ext cx="773561" cy="457200"/>
          </a:xfrm>
          <a:prstGeom prst="rect">
            <a:avLst/>
          </a:prstGeom>
        </p:spPr>
      </p:pic>
    </p:spTree>
    <p:extLst>
      <p:ext uri="{BB962C8B-B14F-4D97-AF65-F5344CB8AC3E}">
        <p14:creationId xmlns:p14="http://schemas.microsoft.com/office/powerpoint/2010/main" val="36290193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Slide White 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173B4E4-DE61-4C0E-BD15-90F8085816F2}"/>
              </a:ext>
            </a:extLst>
          </p:cNvPr>
          <p:cNvSpPr>
            <a:spLocks noGrp="1"/>
          </p:cNvSpPr>
          <p:nvPr>
            <p:ph type="sldNum" sz="quarter" idx="10"/>
          </p:nvPr>
        </p:nvSpPr>
        <p:spPr/>
        <p:txBody>
          <a:bodyPr/>
          <a:lstStyle/>
          <a:p>
            <a:fld id="{78C158F0-531B-4D8F-B6F9-8CC09C40F2A5}" type="slidenum">
              <a:rPr lang="en-US" smtClean="0"/>
              <a:pPr/>
              <a:t>‹#›</a:t>
            </a:fld>
            <a:endParaRPr lang="en-US"/>
          </a:p>
        </p:txBody>
      </p:sp>
      <p:pic>
        <p:nvPicPr>
          <p:cNvPr id="4" name="Picture 3" descr="A blue and black logo&#10;&#10;Description automatically generated">
            <a:extLst>
              <a:ext uri="{FF2B5EF4-FFF2-40B4-BE49-F238E27FC236}">
                <a16:creationId xmlns:a16="http://schemas.microsoft.com/office/drawing/2014/main" id="{7D39C9C1-749E-A8E6-219A-A7D06ADA91D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5760" y="6217602"/>
            <a:ext cx="773561" cy="457200"/>
          </a:xfrm>
          <a:prstGeom prst="rect">
            <a:avLst/>
          </a:prstGeom>
        </p:spPr>
      </p:pic>
    </p:spTree>
    <p:extLst>
      <p:ext uri="{BB962C8B-B14F-4D97-AF65-F5344CB8AC3E}">
        <p14:creationId xmlns:p14="http://schemas.microsoft.com/office/powerpoint/2010/main" val="3611649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Slide-NoLogo White 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173B4E4-DE61-4C0E-BD15-90F8085816F2}"/>
              </a:ext>
            </a:extLst>
          </p:cNvPr>
          <p:cNvSpPr>
            <a:spLocks noGrp="1"/>
          </p:cNvSpPr>
          <p:nvPr>
            <p:ph type="sldNum" sz="quarter" idx="10"/>
          </p:nvPr>
        </p:nvSpPr>
        <p:spPr/>
        <p:txBody>
          <a:bodyPr/>
          <a:lstStyle/>
          <a:p>
            <a:fld id="{78C158F0-531B-4D8F-B6F9-8CC09C40F2A5}" type="slidenum">
              <a:rPr lang="en-US" smtClean="0"/>
              <a:pPr/>
              <a:t>‹#›</a:t>
            </a:fld>
            <a:endParaRPr lang="en-US"/>
          </a:p>
        </p:txBody>
      </p:sp>
    </p:spTree>
    <p:extLst>
      <p:ext uri="{BB962C8B-B14F-4D97-AF65-F5344CB8AC3E}">
        <p14:creationId xmlns:p14="http://schemas.microsoft.com/office/powerpoint/2010/main" val="15127592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losing Slide White 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57E960F-39C7-412B-8009-4FEF58988F09}"/>
              </a:ext>
            </a:extLst>
          </p:cNvPr>
          <p:cNvSpPr>
            <a:spLocks noGrp="1"/>
          </p:cNvSpPr>
          <p:nvPr>
            <p:ph type="sldNum" sz="quarter" idx="11"/>
          </p:nvPr>
        </p:nvSpPr>
        <p:spPr/>
        <p:txBody>
          <a:bodyPr lIns="0" rIns="0"/>
          <a:lstStyle>
            <a:lvl1pPr>
              <a:defRPr b="1">
                <a:solidFill>
                  <a:schemeClr val="tx1"/>
                </a:solidFill>
              </a:defRPr>
            </a:lvl1pPr>
          </a:lstStyle>
          <a:p>
            <a:fld id="{78C158F0-531B-4D8F-B6F9-8CC09C40F2A5}" type="slidenum">
              <a:rPr lang="en-US" smtClean="0"/>
              <a:pPr/>
              <a:t>‹#›</a:t>
            </a:fld>
            <a:endParaRPr lang="en-US"/>
          </a:p>
        </p:txBody>
      </p:sp>
      <p:sp>
        <p:nvSpPr>
          <p:cNvPr id="6" name="Text Placeholder 3">
            <a:extLst>
              <a:ext uri="{FF2B5EF4-FFF2-40B4-BE49-F238E27FC236}">
                <a16:creationId xmlns:a16="http://schemas.microsoft.com/office/drawing/2014/main" id="{00FE70E3-2999-493C-97E6-44D1F5DCDFFB}"/>
              </a:ext>
            </a:extLst>
          </p:cNvPr>
          <p:cNvSpPr>
            <a:spLocks noGrp="1"/>
          </p:cNvSpPr>
          <p:nvPr>
            <p:ph type="body" sz="half" idx="2" hasCustomPrompt="1"/>
          </p:nvPr>
        </p:nvSpPr>
        <p:spPr>
          <a:xfrm>
            <a:off x="365759" y="914400"/>
            <a:ext cx="4114800" cy="457200"/>
          </a:xfrm>
          <a:prstGeom prst="rect">
            <a:avLst/>
          </a:prstGeom>
        </p:spPr>
        <p:txBody>
          <a:bodyPr>
            <a:normAutofit/>
          </a:bodyPr>
          <a:lstStyle>
            <a:lvl1pPr marL="0" indent="0">
              <a:lnSpc>
                <a:spcPct val="100000"/>
              </a:lnSpc>
              <a:spcBef>
                <a:spcPts val="600"/>
              </a:spcBef>
              <a:spcAft>
                <a:spcPts val="600"/>
              </a:spcAft>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Add your name here</a:t>
            </a:r>
          </a:p>
        </p:txBody>
      </p:sp>
      <p:sp>
        <p:nvSpPr>
          <p:cNvPr id="8" name="TextBox 7">
            <a:extLst>
              <a:ext uri="{FF2B5EF4-FFF2-40B4-BE49-F238E27FC236}">
                <a16:creationId xmlns:a16="http://schemas.microsoft.com/office/drawing/2014/main" id="{38F688A8-396E-4AE5-858C-19A50A22ABAB}"/>
              </a:ext>
            </a:extLst>
          </p:cNvPr>
          <p:cNvSpPr txBox="1"/>
          <p:nvPr userDrawn="1"/>
        </p:nvSpPr>
        <p:spPr>
          <a:xfrm>
            <a:off x="365760" y="365760"/>
            <a:ext cx="735458" cy="338554"/>
          </a:xfrm>
          <a:prstGeom prst="rect">
            <a:avLst/>
          </a:prstGeom>
          <a:noFill/>
        </p:spPr>
        <p:txBody>
          <a:bodyPr wrap="none" lIns="0" rIns="0" rtlCol="0">
            <a:spAutoFit/>
          </a:bodyPr>
          <a:lstStyle/>
          <a:p>
            <a:r>
              <a:rPr lang="en-US" sz="1600" b="0" i="0">
                <a:solidFill>
                  <a:schemeClr val="accent3"/>
                </a:solidFill>
                <a:latin typeface="+mj-lt"/>
              </a:rPr>
              <a:t>Contact</a:t>
            </a:r>
          </a:p>
        </p:txBody>
      </p:sp>
      <p:sp>
        <p:nvSpPr>
          <p:cNvPr id="13" name="Text Placeholder 3">
            <a:extLst>
              <a:ext uri="{FF2B5EF4-FFF2-40B4-BE49-F238E27FC236}">
                <a16:creationId xmlns:a16="http://schemas.microsoft.com/office/drawing/2014/main" id="{6F5F2753-9C94-4844-81F0-EEF41C50FEC3}"/>
              </a:ext>
            </a:extLst>
          </p:cNvPr>
          <p:cNvSpPr>
            <a:spLocks noGrp="1"/>
          </p:cNvSpPr>
          <p:nvPr>
            <p:ph type="body" sz="half" idx="12" hasCustomPrompt="1"/>
          </p:nvPr>
        </p:nvSpPr>
        <p:spPr>
          <a:xfrm>
            <a:off x="365759" y="1371600"/>
            <a:ext cx="4114800" cy="457200"/>
          </a:xfrm>
          <a:prstGeom prst="rect">
            <a:avLst/>
          </a:prstGeom>
        </p:spPr>
        <p:txBody>
          <a:bodyPr>
            <a:normAutofit/>
          </a:bodyPr>
          <a:lstStyle>
            <a:lvl1pPr marL="0" indent="0">
              <a:lnSpc>
                <a:spcPct val="100000"/>
              </a:lnSpc>
              <a:spcBef>
                <a:spcPts val="600"/>
              </a:spcBef>
              <a:spcAft>
                <a:spcPts val="600"/>
              </a:spcAft>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Add your.email@zelis.com here</a:t>
            </a:r>
          </a:p>
        </p:txBody>
      </p:sp>
      <p:sp>
        <p:nvSpPr>
          <p:cNvPr id="14" name="Text Placeholder 3">
            <a:extLst>
              <a:ext uri="{FF2B5EF4-FFF2-40B4-BE49-F238E27FC236}">
                <a16:creationId xmlns:a16="http://schemas.microsoft.com/office/drawing/2014/main" id="{2A5D62E7-BA43-4944-8822-D62B48EC1955}"/>
              </a:ext>
            </a:extLst>
          </p:cNvPr>
          <p:cNvSpPr>
            <a:spLocks noGrp="1"/>
          </p:cNvSpPr>
          <p:nvPr>
            <p:ph type="body" sz="half" idx="13" hasCustomPrompt="1"/>
          </p:nvPr>
        </p:nvSpPr>
        <p:spPr>
          <a:xfrm>
            <a:off x="365759" y="1828800"/>
            <a:ext cx="4114800" cy="457200"/>
          </a:xfrm>
          <a:prstGeom prst="rect">
            <a:avLst/>
          </a:prstGeom>
        </p:spPr>
        <p:txBody>
          <a:bodyPr>
            <a:normAutofit/>
          </a:bodyPr>
          <a:lstStyle>
            <a:lvl1pPr marL="0" indent="0">
              <a:lnSpc>
                <a:spcPct val="100000"/>
              </a:lnSpc>
              <a:spcBef>
                <a:spcPts val="600"/>
              </a:spcBef>
              <a:spcAft>
                <a:spcPts val="600"/>
              </a:spcAft>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Add your phone here</a:t>
            </a:r>
          </a:p>
        </p:txBody>
      </p:sp>
      <p:sp>
        <p:nvSpPr>
          <p:cNvPr id="15" name="Parallelogram 14">
            <a:extLst>
              <a:ext uri="{FF2B5EF4-FFF2-40B4-BE49-F238E27FC236}">
                <a16:creationId xmlns:a16="http://schemas.microsoft.com/office/drawing/2014/main" id="{AC0F86D9-3FA6-46FD-814B-481AC2009376}"/>
              </a:ext>
            </a:extLst>
          </p:cNvPr>
          <p:cNvSpPr>
            <a:spLocks/>
          </p:cNvSpPr>
          <p:nvPr userDrawn="1"/>
        </p:nvSpPr>
        <p:spPr>
          <a:xfrm>
            <a:off x="10789920" y="6400800"/>
            <a:ext cx="228600" cy="182880"/>
          </a:xfrm>
          <a:prstGeom prst="parallelogram">
            <a:avLst>
              <a:gd name="adj" fmla="val 65506"/>
            </a:avLst>
          </a:prstGeom>
          <a:solidFill>
            <a:schemeClr val="accent3"/>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descr="A picture containing text, computer, night sky&#10;&#10;Description automatically generated">
            <a:extLst>
              <a:ext uri="{FF2B5EF4-FFF2-40B4-BE49-F238E27FC236}">
                <a16:creationId xmlns:a16="http://schemas.microsoft.com/office/drawing/2014/main" id="{FC968BA9-8D12-4549-8AF4-9179C3AA3A9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791200" y="-318"/>
            <a:ext cx="6400800" cy="6675120"/>
          </a:xfrm>
          <a:prstGeom prst="rect">
            <a:avLst/>
          </a:prstGeom>
        </p:spPr>
      </p:pic>
      <p:pic>
        <p:nvPicPr>
          <p:cNvPr id="2" name="Picture 1" descr="A blue and black logo&#10;&#10;Description automatically generated">
            <a:extLst>
              <a:ext uri="{FF2B5EF4-FFF2-40B4-BE49-F238E27FC236}">
                <a16:creationId xmlns:a16="http://schemas.microsoft.com/office/drawing/2014/main" id="{EC467B81-5C44-57AA-2525-C1CA4E2B859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5760" y="6217602"/>
            <a:ext cx="773561" cy="457200"/>
          </a:xfrm>
          <a:prstGeom prst="rect">
            <a:avLst/>
          </a:prstGeom>
        </p:spPr>
      </p:pic>
    </p:spTree>
    <p:extLst>
      <p:ext uri="{BB962C8B-B14F-4D97-AF65-F5344CB8AC3E}">
        <p14:creationId xmlns:p14="http://schemas.microsoft.com/office/powerpoint/2010/main" val="36465508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Section Break 1 Dark 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ED38554F-CB55-4B32-AE70-CD46EFEEF59D}"/>
              </a:ext>
            </a:extLst>
          </p:cNvPr>
          <p:cNvSpPr>
            <a:spLocks noGrp="1"/>
          </p:cNvSpPr>
          <p:nvPr>
            <p:ph type="pic" sz="quarter" idx="14" hasCustomPrompt="1"/>
          </p:nvPr>
        </p:nvSpPr>
        <p:spPr>
          <a:xfrm>
            <a:off x="3977640" y="-1"/>
            <a:ext cx="8229600" cy="6858000"/>
          </a:xfrm>
          <a:custGeom>
            <a:avLst/>
            <a:gdLst>
              <a:gd name="connsiteX0" fmla="*/ 0 w 6413500"/>
              <a:gd name="connsiteY0" fmla="*/ 6858000 h 6858000"/>
              <a:gd name="connsiteX1" fmla="*/ 1603375 w 6413500"/>
              <a:gd name="connsiteY1" fmla="*/ 0 h 6858000"/>
              <a:gd name="connsiteX2" fmla="*/ 6413500 w 6413500"/>
              <a:gd name="connsiteY2" fmla="*/ 0 h 6858000"/>
              <a:gd name="connsiteX3" fmla="*/ 4810125 w 6413500"/>
              <a:gd name="connsiteY3" fmla="*/ 6858000 h 6858000"/>
              <a:gd name="connsiteX4" fmla="*/ 0 w 6413500"/>
              <a:gd name="connsiteY4" fmla="*/ 6858000 h 6858000"/>
              <a:gd name="connsiteX0" fmla="*/ 0 w 7825442"/>
              <a:gd name="connsiteY0" fmla="*/ 6866964 h 6866964"/>
              <a:gd name="connsiteX1" fmla="*/ 3015317 w 7825442"/>
              <a:gd name="connsiteY1" fmla="*/ 0 h 6866964"/>
              <a:gd name="connsiteX2" fmla="*/ 7825442 w 7825442"/>
              <a:gd name="connsiteY2" fmla="*/ 0 h 6866964"/>
              <a:gd name="connsiteX3" fmla="*/ 6222067 w 7825442"/>
              <a:gd name="connsiteY3" fmla="*/ 6858000 h 6866964"/>
              <a:gd name="connsiteX4" fmla="*/ 0 w 7825442"/>
              <a:gd name="connsiteY4" fmla="*/ 6866964 h 6866964"/>
              <a:gd name="connsiteX0" fmla="*/ 0 w 7825442"/>
              <a:gd name="connsiteY0" fmla="*/ 6866964 h 6866964"/>
              <a:gd name="connsiteX1" fmla="*/ 3015317 w 7825442"/>
              <a:gd name="connsiteY1" fmla="*/ 0 h 6866964"/>
              <a:gd name="connsiteX2" fmla="*/ 7825442 w 7825442"/>
              <a:gd name="connsiteY2" fmla="*/ 0 h 6866964"/>
              <a:gd name="connsiteX3" fmla="*/ 5953125 w 7825442"/>
              <a:gd name="connsiteY3" fmla="*/ 6858000 h 6866964"/>
              <a:gd name="connsiteX4" fmla="*/ 0 w 7825442"/>
              <a:gd name="connsiteY4" fmla="*/ 6866964 h 6866964"/>
              <a:gd name="connsiteX0" fmla="*/ 0 w 7946466"/>
              <a:gd name="connsiteY0" fmla="*/ 6875929 h 6875929"/>
              <a:gd name="connsiteX1" fmla="*/ 3015317 w 7946466"/>
              <a:gd name="connsiteY1" fmla="*/ 8965 h 6875929"/>
              <a:gd name="connsiteX2" fmla="*/ 7946466 w 7946466"/>
              <a:gd name="connsiteY2" fmla="*/ 0 h 6875929"/>
              <a:gd name="connsiteX3" fmla="*/ 5953125 w 7946466"/>
              <a:gd name="connsiteY3" fmla="*/ 6866965 h 6875929"/>
              <a:gd name="connsiteX4" fmla="*/ 0 w 7946466"/>
              <a:gd name="connsiteY4" fmla="*/ 6875929 h 6875929"/>
              <a:gd name="connsiteX0" fmla="*/ 0 w 7946466"/>
              <a:gd name="connsiteY0" fmla="*/ 6875929 h 6875929"/>
              <a:gd name="connsiteX1" fmla="*/ 4162799 w 7946466"/>
              <a:gd name="connsiteY1" fmla="*/ 13447 h 6875929"/>
              <a:gd name="connsiteX2" fmla="*/ 7946466 w 7946466"/>
              <a:gd name="connsiteY2" fmla="*/ 0 h 6875929"/>
              <a:gd name="connsiteX3" fmla="*/ 5953125 w 7946466"/>
              <a:gd name="connsiteY3" fmla="*/ 6866965 h 6875929"/>
              <a:gd name="connsiteX4" fmla="*/ 0 w 7946466"/>
              <a:gd name="connsiteY4" fmla="*/ 6875929 h 6875929"/>
              <a:gd name="connsiteX0" fmla="*/ 0 w 8264713"/>
              <a:gd name="connsiteY0" fmla="*/ 6871446 h 6871446"/>
              <a:gd name="connsiteX1" fmla="*/ 4481046 w 8264713"/>
              <a:gd name="connsiteY1" fmla="*/ 13447 h 6871446"/>
              <a:gd name="connsiteX2" fmla="*/ 8264713 w 8264713"/>
              <a:gd name="connsiteY2" fmla="*/ 0 h 6871446"/>
              <a:gd name="connsiteX3" fmla="*/ 6271372 w 8264713"/>
              <a:gd name="connsiteY3" fmla="*/ 6866965 h 6871446"/>
              <a:gd name="connsiteX4" fmla="*/ 0 w 8264713"/>
              <a:gd name="connsiteY4" fmla="*/ 6871446 h 6871446"/>
              <a:gd name="connsiteX0" fmla="*/ 0 w 8152655"/>
              <a:gd name="connsiteY0" fmla="*/ 6871446 h 6871446"/>
              <a:gd name="connsiteX1" fmla="*/ 4481046 w 8152655"/>
              <a:gd name="connsiteY1" fmla="*/ 13447 h 6871446"/>
              <a:gd name="connsiteX2" fmla="*/ 8152655 w 8152655"/>
              <a:gd name="connsiteY2" fmla="*/ 0 h 6871446"/>
              <a:gd name="connsiteX3" fmla="*/ 6271372 w 8152655"/>
              <a:gd name="connsiteY3" fmla="*/ 6866965 h 6871446"/>
              <a:gd name="connsiteX4" fmla="*/ 0 w 8152655"/>
              <a:gd name="connsiteY4" fmla="*/ 6871446 h 6871446"/>
              <a:gd name="connsiteX0" fmla="*/ 0 w 8152655"/>
              <a:gd name="connsiteY0" fmla="*/ 6871446 h 6871446"/>
              <a:gd name="connsiteX1" fmla="*/ 4481046 w 8152655"/>
              <a:gd name="connsiteY1" fmla="*/ 13447 h 6871446"/>
              <a:gd name="connsiteX2" fmla="*/ 8152655 w 8152655"/>
              <a:gd name="connsiteY2" fmla="*/ 0 h 6871446"/>
              <a:gd name="connsiteX3" fmla="*/ 6984628 w 8152655"/>
              <a:gd name="connsiteY3" fmla="*/ 4244790 h 6871446"/>
              <a:gd name="connsiteX4" fmla="*/ 6271372 w 8152655"/>
              <a:gd name="connsiteY4" fmla="*/ 6866965 h 6871446"/>
              <a:gd name="connsiteX5" fmla="*/ 0 w 8152655"/>
              <a:gd name="connsiteY5" fmla="*/ 6871446 h 6871446"/>
              <a:gd name="connsiteX0" fmla="*/ 0 w 8152655"/>
              <a:gd name="connsiteY0" fmla="*/ 6871446 h 6871446"/>
              <a:gd name="connsiteX1" fmla="*/ 4481046 w 8152655"/>
              <a:gd name="connsiteY1" fmla="*/ 13447 h 6871446"/>
              <a:gd name="connsiteX2" fmla="*/ 8152655 w 8152655"/>
              <a:gd name="connsiteY2" fmla="*/ 0 h 6871446"/>
              <a:gd name="connsiteX3" fmla="*/ 8145557 w 8152655"/>
              <a:gd name="connsiteY3" fmla="*/ 4231343 h 6871446"/>
              <a:gd name="connsiteX4" fmla="*/ 6271372 w 8152655"/>
              <a:gd name="connsiteY4" fmla="*/ 6866965 h 6871446"/>
              <a:gd name="connsiteX5" fmla="*/ 0 w 8152655"/>
              <a:gd name="connsiteY5" fmla="*/ 6871446 h 6871446"/>
              <a:gd name="connsiteX0" fmla="*/ 0 w 8152655"/>
              <a:gd name="connsiteY0" fmla="*/ 6871446 h 6871446"/>
              <a:gd name="connsiteX1" fmla="*/ 4481046 w 8152655"/>
              <a:gd name="connsiteY1" fmla="*/ 13447 h 6871446"/>
              <a:gd name="connsiteX2" fmla="*/ 8152655 w 8152655"/>
              <a:gd name="connsiteY2" fmla="*/ 0 h 6871446"/>
              <a:gd name="connsiteX3" fmla="*/ 8145557 w 8152655"/>
              <a:gd name="connsiteY3" fmla="*/ 4231343 h 6871446"/>
              <a:gd name="connsiteX4" fmla="*/ 6414807 w 8152655"/>
              <a:gd name="connsiteY4" fmla="*/ 6866965 h 6871446"/>
              <a:gd name="connsiteX5" fmla="*/ 0 w 8152655"/>
              <a:gd name="connsiteY5" fmla="*/ 6871446 h 6871446"/>
              <a:gd name="connsiteX0" fmla="*/ 0 w 8152655"/>
              <a:gd name="connsiteY0" fmla="*/ 6871446 h 6871446"/>
              <a:gd name="connsiteX1" fmla="*/ 4481046 w 8152655"/>
              <a:gd name="connsiteY1" fmla="*/ 4482 h 6871446"/>
              <a:gd name="connsiteX2" fmla="*/ 8152655 w 8152655"/>
              <a:gd name="connsiteY2" fmla="*/ 0 h 6871446"/>
              <a:gd name="connsiteX3" fmla="*/ 8145557 w 8152655"/>
              <a:gd name="connsiteY3" fmla="*/ 4231343 h 6871446"/>
              <a:gd name="connsiteX4" fmla="*/ 6414807 w 8152655"/>
              <a:gd name="connsiteY4" fmla="*/ 6866965 h 6871446"/>
              <a:gd name="connsiteX5" fmla="*/ 0 w 8152655"/>
              <a:gd name="connsiteY5" fmla="*/ 6871446 h 6871446"/>
              <a:gd name="connsiteX0" fmla="*/ 0 w 8152655"/>
              <a:gd name="connsiteY0" fmla="*/ 6871446 h 6871446"/>
              <a:gd name="connsiteX1" fmla="*/ 4481046 w 8152655"/>
              <a:gd name="connsiteY1" fmla="*/ 1306 h 6871446"/>
              <a:gd name="connsiteX2" fmla="*/ 8152655 w 8152655"/>
              <a:gd name="connsiteY2" fmla="*/ 0 h 6871446"/>
              <a:gd name="connsiteX3" fmla="*/ 8145557 w 8152655"/>
              <a:gd name="connsiteY3" fmla="*/ 4231343 h 6871446"/>
              <a:gd name="connsiteX4" fmla="*/ 6414807 w 8152655"/>
              <a:gd name="connsiteY4" fmla="*/ 6866965 h 6871446"/>
              <a:gd name="connsiteX5" fmla="*/ 0 w 8152655"/>
              <a:gd name="connsiteY5" fmla="*/ 6871446 h 6871446"/>
              <a:gd name="connsiteX0" fmla="*/ 0 w 8134726"/>
              <a:gd name="connsiteY0" fmla="*/ 6862481 h 6866965"/>
              <a:gd name="connsiteX1" fmla="*/ 4463117 w 8134726"/>
              <a:gd name="connsiteY1" fmla="*/ 1306 h 6866965"/>
              <a:gd name="connsiteX2" fmla="*/ 8134726 w 8134726"/>
              <a:gd name="connsiteY2" fmla="*/ 0 h 6866965"/>
              <a:gd name="connsiteX3" fmla="*/ 8127628 w 8134726"/>
              <a:gd name="connsiteY3" fmla="*/ 4231343 h 6866965"/>
              <a:gd name="connsiteX4" fmla="*/ 6396878 w 8134726"/>
              <a:gd name="connsiteY4" fmla="*/ 6866965 h 6866965"/>
              <a:gd name="connsiteX5" fmla="*/ 0 w 8134726"/>
              <a:gd name="connsiteY5" fmla="*/ 6862481 h 6866965"/>
              <a:gd name="connsiteX0" fmla="*/ 0 w 8134726"/>
              <a:gd name="connsiteY0" fmla="*/ 6857999 h 6866965"/>
              <a:gd name="connsiteX1" fmla="*/ 4463117 w 8134726"/>
              <a:gd name="connsiteY1" fmla="*/ 1306 h 6866965"/>
              <a:gd name="connsiteX2" fmla="*/ 8134726 w 8134726"/>
              <a:gd name="connsiteY2" fmla="*/ 0 h 6866965"/>
              <a:gd name="connsiteX3" fmla="*/ 8127628 w 8134726"/>
              <a:gd name="connsiteY3" fmla="*/ 4231343 h 6866965"/>
              <a:gd name="connsiteX4" fmla="*/ 6396878 w 8134726"/>
              <a:gd name="connsiteY4" fmla="*/ 6866965 h 6866965"/>
              <a:gd name="connsiteX5" fmla="*/ 0 w 8134726"/>
              <a:gd name="connsiteY5" fmla="*/ 6857999 h 6866965"/>
              <a:gd name="connsiteX0" fmla="*/ 0 w 8134726"/>
              <a:gd name="connsiteY0" fmla="*/ 6857999 h 6862482"/>
              <a:gd name="connsiteX1" fmla="*/ 4463117 w 8134726"/>
              <a:gd name="connsiteY1" fmla="*/ 1306 h 6862482"/>
              <a:gd name="connsiteX2" fmla="*/ 8134726 w 8134726"/>
              <a:gd name="connsiteY2" fmla="*/ 0 h 6862482"/>
              <a:gd name="connsiteX3" fmla="*/ 8127628 w 8134726"/>
              <a:gd name="connsiteY3" fmla="*/ 4231343 h 6862482"/>
              <a:gd name="connsiteX4" fmla="*/ 6383431 w 8134726"/>
              <a:gd name="connsiteY4" fmla="*/ 6862482 h 6862482"/>
              <a:gd name="connsiteX5" fmla="*/ 0 w 8134726"/>
              <a:gd name="connsiteY5" fmla="*/ 6857999 h 6862482"/>
              <a:gd name="connsiteX0" fmla="*/ 0 w 8136593"/>
              <a:gd name="connsiteY0" fmla="*/ 6857999 h 6862482"/>
              <a:gd name="connsiteX1" fmla="*/ 4463117 w 8136593"/>
              <a:gd name="connsiteY1" fmla="*/ 1306 h 6862482"/>
              <a:gd name="connsiteX2" fmla="*/ 8134726 w 8136593"/>
              <a:gd name="connsiteY2" fmla="*/ 0 h 6862482"/>
              <a:gd name="connsiteX3" fmla="*/ 8136593 w 8136593"/>
              <a:gd name="connsiteY3" fmla="*/ 4159625 h 6862482"/>
              <a:gd name="connsiteX4" fmla="*/ 6383431 w 8136593"/>
              <a:gd name="connsiteY4" fmla="*/ 6862482 h 6862482"/>
              <a:gd name="connsiteX5" fmla="*/ 0 w 8136593"/>
              <a:gd name="connsiteY5" fmla="*/ 6857999 h 6862482"/>
              <a:gd name="connsiteX0" fmla="*/ 0 w 8134794"/>
              <a:gd name="connsiteY0" fmla="*/ 6857999 h 6862482"/>
              <a:gd name="connsiteX1" fmla="*/ 4463117 w 8134794"/>
              <a:gd name="connsiteY1" fmla="*/ 1306 h 6862482"/>
              <a:gd name="connsiteX2" fmla="*/ 8134726 w 8134794"/>
              <a:gd name="connsiteY2" fmla="*/ 0 h 6862482"/>
              <a:gd name="connsiteX3" fmla="*/ 8132110 w 8134794"/>
              <a:gd name="connsiteY3" fmla="*/ 4029637 h 6862482"/>
              <a:gd name="connsiteX4" fmla="*/ 6383431 w 8134794"/>
              <a:gd name="connsiteY4" fmla="*/ 6862482 h 6862482"/>
              <a:gd name="connsiteX5" fmla="*/ 0 w 8134794"/>
              <a:gd name="connsiteY5" fmla="*/ 6857999 h 6862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4794" h="6862482">
                <a:moveTo>
                  <a:pt x="0" y="6857999"/>
                </a:moveTo>
                <a:lnTo>
                  <a:pt x="4463117" y="1306"/>
                </a:lnTo>
                <a:lnTo>
                  <a:pt x="8134726" y="0"/>
                </a:lnTo>
                <a:cubicBezTo>
                  <a:pt x="8135348" y="1386542"/>
                  <a:pt x="8131488" y="2643095"/>
                  <a:pt x="8132110" y="4029637"/>
                </a:cubicBezTo>
                <a:lnTo>
                  <a:pt x="6383431" y="6862482"/>
                </a:lnTo>
                <a:lnTo>
                  <a:pt x="0" y="6857999"/>
                </a:lnTo>
                <a:close/>
              </a:path>
            </a:pathLst>
          </a:custGeom>
        </p:spPr>
        <p:txBody>
          <a:bodyPr anchor="ctr">
            <a:normAutofit/>
          </a:bodyPr>
          <a:lstStyle>
            <a:lvl1pPr marL="0" indent="0" algn="r">
              <a:buNone/>
              <a:defRPr sz="2000"/>
            </a:lvl1pPr>
          </a:lstStyle>
          <a:p>
            <a:r>
              <a:rPr lang="en-US"/>
              <a:t>Add a picture from our library by clicking the icon</a:t>
            </a:r>
          </a:p>
        </p:txBody>
      </p:sp>
      <p:sp>
        <p:nvSpPr>
          <p:cNvPr id="15" name="Title 1">
            <a:extLst>
              <a:ext uri="{FF2B5EF4-FFF2-40B4-BE49-F238E27FC236}">
                <a16:creationId xmlns:a16="http://schemas.microsoft.com/office/drawing/2014/main" id="{B4DFA970-719B-4AA4-A382-CEE277315B71}"/>
              </a:ext>
            </a:extLst>
          </p:cNvPr>
          <p:cNvSpPr>
            <a:spLocks noGrp="1"/>
          </p:cNvSpPr>
          <p:nvPr>
            <p:ph type="title" hasCustomPrompt="1"/>
          </p:nvPr>
        </p:nvSpPr>
        <p:spPr>
          <a:xfrm>
            <a:off x="365760" y="1097279"/>
            <a:ext cx="5486400" cy="1554480"/>
          </a:xfrm>
          <a:prstGeom prst="rect">
            <a:avLst/>
          </a:prstGeom>
        </p:spPr>
        <p:txBody>
          <a:bodyPr lIns="0" rIns="0"/>
          <a:lstStyle>
            <a:lvl1pPr>
              <a:lnSpc>
                <a:spcPct val="100000"/>
              </a:lnSpc>
              <a:defRPr sz="2800">
                <a:solidFill>
                  <a:schemeClr val="bg1"/>
                </a:solidFill>
                <a:latin typeface="AvenirNext LT Pro Regular" panose="020B0504020202020204" pitchFamily="34" charset="0"/>
              </a:defRPr>
            </a:lvl1pPr>
          </a:lstStyle>
          <a:p>
            <a:r>
              <a:rPr lang="en-US"/>
              <a:t>This is a section title example and may extend to 2-3 lines. Text should be 28pt or larger.</a:t>
            </a:r>
          </a:p>
        </p:txBody>
      </p:sp>
      <p:sp>
        <p:nvSpPr>
          <p:cNvPr id="16" name="Text Placeholder 15">
            <a:extLst>
              <a:ext uri="{FF2B5EF4-FFF2-40B4-BE49-F238E27FC236}">
                <a16:creationId xmlns:a16="http://schemas.microsoft.com/office/drawing/2014/main" id="{D3C0483E-E456-4080-A217-A8FD82F0D0EF}"/>
              </a:ext>
            </a:extLst>
          </p:cNvPr>
          <p:cNvSpPr>
            <a:spLocks noGrp="1"/>
          </p:cNvSpPr>
          <p:nvPr>
            <p:ph type="body" idx="1" hasCustomPrompt="1"/>
          </p:nvPr>
        </p:nvSpPr>
        <p:spPr>
          <a:xfrm>
            <a:off x="365760" y="2743200"/>
            <a:ext cx="4572000" cy="1828800"/>
          </a:xfrm>
          <a:prstGeom prst="rect">
            <a:avLst/>
          </a:prstGeom>
        </p:spPr>
        <p:txBody>
          <a:bodyPr lIns="0" rIns="0" anchor="t">
            <a:noAutofit/>
          </a:bodyPr>
          <a:lstStyle>
            <a:lvl1pPr marL="0" indent="0" algn="l">
              <a:buNone/>
              <a:defRPr sz="2000">
                <a:solidFill>
                  <a:schemeClr val="bg1"/>
                </a:solidFill>
                <a:latin typeface="AvenirNext LT Pro Regular" panose="020B0504020202020204" pitchFamily="34" charset="0"/>
              </a:defRPr>
            </a:lvl1pPr>
          </a:lstStyle>
          <a:p>
            <a:r>
              <a:rPr lang="en-US"/>
              <a:t>This is a section subtitle and may extend to multiple lines. You may use bullet points, or opt not to. Text should be 20pt or larger.</a:t>
            </a:r>
          </a:p>
        </p:txBody>
      </p:sp>
      <p:pic>
        <p:nvPicPr>
          <p:cNvPr id="3" name="Picture 2">
            <a:extLst>
              <a:ext uri="{FF2B5EF4-FFF2-40B4-BE49-F238E27FC236}">
                <a16:creationId xmlns:a16="http://schemas.microsoft.com/office/drawing/2014/main" id="{B5EEC3D9-1084-4DAD-BB2D-4F4F66D50949}"/>
              </a:ext>
            </a:extLst>
          </p:cNvPr>
          <p:cNvPicPr>
            <a:picLocks/>
          </p:cNvPicPr>
          <p:nvPr userDrawn="1"/>
        </p:nvPicPr>
        <p:blipFill>
          <a:blip r:embed="rId2">
            <a:extLst>
              <a:ext uri="{28A0092B-C50C-407E-A947-70E740481C1C}">
                <a14:useLocalDpi xmlns:a14="http://schemas.microsoft.com/office/drawing/2010/main" val="0"/>
              </a:ext>
            </a:extLst>
          </a:blip>
          <a:srcRect/>
          <a:stretch/>
        </p:blipFill>
        <p:spPr>
          <a:xfrm>
            <a:off x="365760" y="6217920"/>
            <a:ext cx="777240" cy="453971"/>
          </a:xfrm>
          <a:prstGeom prst="rect">
            <a:avLst/>
          </a:prstGeom>
        </p:spPr>
      </p:pic>
    </p:spTree>
    <p:extLst>
      <p:ext uri="{BB962C8B-B14F-4D97-AF65-F5344CB8AC3E}">
        <p14:creationId xmlns:p14="http://schemas.microsoft.com/office/powerpoint/2010/main" val="32187519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One Column Content White 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431ED-35BC-4212-AFD8-A159293F27A5}"/>
              </a:ext>
            </a:extLst>
          </p:cNvPr>
          <p:cNvSpPr>
            <a:spLocks noGrp="1"/>
          </p:cNvSpPr>
          <p:nvPr>
            <p:ph type="title" hasCustomPrompt="1"/>
          </p:nvPr>
        </p:nvSpPr>
        <p:spPr>
          <a:xfrm>
            <a:off x="365760" y="822960"/>
            <a:ext cx="10972800" cy="365760"/>
          </a:xfrm>
          <a:prstGeom prst="rect">
            <a:avLst/>
          </a:prstGeom>
        </p:spPr>
        <p:txBody>
          <a:bodyPr anchor="t">
            <a:noAutofit/>
          </a:bodyPr>
          <a:lstStyle>
            <a:lvl1pPr>
              <a:defRPr sz="1600">
                <a:latin typeface="+mn-lt"/>
              </a:defRPr>
            </a:lvl1pPr>
          </a:lstStyle>
          <a:p>
            <a:r>
              <a:rPr lang="en-US"/>
              <a:t>Key takeaway statement, may underline 1-2 words for emphasis and extend 1-2 lines. Delete this box if not needed.</a:t>
            </a:r>
          </a:p>
        </p:txBody>
      </p:sp>
      <p:sp>
        <p:nvSpPr>
          <p:cNvPr id="3" name="Content Placeholder 2">
            <a:extLst>
              <a:ext uri="{FF2B5EF4-FFF2-40B4-BE49-F238E27FC236}">
                <a16:creationId xmlns:a16="http://schemas.microsoft.com/office/drawing/2014/main" id="{BF700E6D-E954-49F2-B4CE-B4B944F54AB0}"/>
              </a:ext>
            </a:extLst>
          </p:cNvPr>
          <p:cNvSpPr>
            <a:spLocks noGrp="1"/>
          </p:cNvSpPr>
          <p:nvPr>
            <p:ph idx="1" hasCustomPrompt="1"/>
          </p:nvPr>
        </p:nvSpPr>
        <p:spPr>
          <a:xfrm>
            <a:off x="365760" y="1496291"/>
            <a:ext cx="10972800" cy="4680672"/>
          </a:xfrm>
          <a:prstGeom prst="rect">
            <a:avLst/>
          </a:prstGeom>
        </p:spPr>
        <p:txBody>
          <a:bodyPr lIns="0">
            <a:normAutofit/>
          </a:bodyPr>
          <a:lstStyle>
            <a:lvl1pPr marL="0" indent="0">
              <a:spcBef>
                <a:spcPts val="600"/>
              </a:spcBef>
              <a:buNone/>
              <a:defRPr sz="1400"/>
            </a:lvl1pPr>
            <a:lvl2pPr marL="182880" indent="-182880">
              <a:spcBef>
                <a:spcPts val="600"/>
              </a:spcBef>
              <a:defRPr/>
            </a:lvl2pPr>
            <a:lvl3pPr marL="365760" indent="-182880">
              <a:spcBef>
                <a:spcPts val="600"/>
              </a:spcBef>
              <a:defRPr/>
            </a:lvl3pPr>
            <a:lvl5pPr marL="1828800" indent="0">
              <a:buNone/>
              <a:defRPr/>
            </a:lvl5pPr>
          </a:lstStyle>
          <a:p>
            <a:pPr lvl="0"/>
            <a:r>
              <a:rPr lang="en-US"/>
              <a:t>Body text should be 14pt. Click icon to add graphic. </a:t>
            </a:r>
          </a:p>
        </p:txBody>
      </p:sp>
      <p:sp>
        <p:nvSpPr>
          <p:cNvPr id="8" name="Text Placeholder 7">
            <a:extLst>
              <a:ext uri="{FF2B5EF4-FFF2-40B4-BE49-F238E27FC236}">
                <a16:creationId xmlns:a16="http://schemas.microsoft.com/office/drawing/2014/main" id="{AF67F3A2-24A6-45E6-90E1-9C7B460D948E}"/>
              </a:ext>
            </a:extLst>
          </p:cNvPr>
          <p:cNvSpPr>
            <a:spLocks noGrp="1"/>
          </p:cNvSpPr>
          <p:nvPr>
            <p:ph type="body" sz="quarter" idx="13" hasCustomPrompt="1"/>
          </p:nvPr>
        </p:nvSpPr>
        <p:spPr>
          <a:xfrm>
            <a:off x="365760" y="365760"/>
            <a:ext cx="5943600" cy="365760"/>
          </a:xfrm>
          <a:prstGeom prst="rect">
            <a:avLst/>
          </a:prstGeom>
        </p:spPr>
        <p:txBody>
          <a:bodyPr>
            <a:noAutofit/>
          </a:bodyPr>
          <a:lstStyle>
            <a:lvl1pPr marL="0" indent="0">
              <a:buNone/>
              <a:defRPr sz="1800" b="0" i="0">
                <a:solidFill>
                  <a:srgbClr val="320FFF"/>
                </a:solidFill>
                <a:latin typeface="+mj-lt"/>
              </a:defRPr>
            </a:lvl1pPr>
          </a:lstStyle>
          <a:p>
            <a:pPr lvl="0"/>
            <a:r>
              <a:rPr lang="en-US"/>
              <a:t>Slide title (2-5 words) – 18pt</a:t>
            </a:r>
          </a:p>
        </p:txBody>
      </p:sp>
      <p:pic>
        <p:nvPicPr>
          <p:cNvPr id="4" name="Picture 3" descr="A blue and black logo&#10;&#10;Description automatically generated">
            <a:extLst>
              <a:ext uri="{FF2B5EF4-FFF2-40B4-BE49-F238E27FC236}">
                <a16:creationId xmlns:a16="http://schemas.microsoft.com/office/drawing/2014/main" id="{3C59E64F-FD38-24B5-651D-1B26203AC80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5760" y="6217602"/>
            <a:ext cx="773561" cy="457200"/>
          </a:xfrm>
          <a:prstGeom prst="rect">
            <a:avLst/>
          </a:prstGeom>
        </p:spPr>
      </p:pic>
    </p:spTree>
    <p:extLst>
      <p:ext uri="{BB962C8B-B14F-4D97-AF65-F5344CB8AC3E}">
        <p14:creationId xmlns:p14="http://schemas.microsoft.com/office/powerpoint/2010/main" val="11937461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Slide Color Dark BG">
    <p:spTree>
      <p:nvGrpSpPr>
        <p:cNvPr id="1" name=""/>
        <p:cNvGrpSpPr/>
        <p:nvPr/>
      </p:nvGrpSpPr>
      <p:grpSpPr>
        <a:xfrm>
          <a:off x="0" y="0"/>
          <a:ext cx="0" cy="0"/>
          <a:chOff x="0" y="0"/>
          <a:chExt cx="0" cy="0"/>
        </a:xfrm>
      </p:grpSpPr>
      <p:pic>
        <p:nvPicPr>
          <p:cNvPr id="5" name="Picture 4" descr="A picture containing text, computer, night sky&#10;&#10;Description automatically generated">
            <a:extLst>
              <a:ext uri="{FF2B5EF4-FFF2-40B4-BE49-F238E27FC236}">
                <a16:creationId xmlns:a16="http://schemas.microsoft.com/office/drawing/2014/main" id="{90313458-CFA6-A589-7082-04E3A298A606}"/>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a:off x="5791200" y="0"/>
            <a:ext cx="6400800" cy="6675120"/>
          </a:xfrm>
          <a:prstGeom prst="rect">
            <a:avLst/>
          </a:prstGeom>
        </p:spPr>
      </p:pic>
      <p:sp>
        <p:nvSpPr>
          <p:cNvPr id="2" name="Title 1">
            <a:extLst>
              <a:ext uri="{FF2B5EF4-FFF2-40B4-BE49-F238E27FC236}">
                <a16:creationId xmlns:a16="http://schemas.microsoft.com/office/drawing/2014/main" id="{7428C0A6-BE80-4450-8D6F-89697C3198A9}"/>
              </a:ext>
            </a:extLst>
          </p:cNvPr>
          <p:cNvSpPr>
            <a:spLocks noGrp="1"/>
          </p:cNvSpPr>
          <p:nvPr>
            <p:ph type="ctrTitle" hasCustomPrompt="1"/>
          </p:nvPr>
        </p:nvSpPr>
        <p:spPr>
          <a:xfrm>
            <a:off x="731520" y="1633993"/>
            <a:ext cx="6400800" cy="1645920"/>
          </a:xfrm>
        </p:spPr>
        <p:txBody>
          <a:bodyPr lIns="0" rIns="0" anchor="ctr">
            <a:normAutofit/>
          </a:bodyPr>
          <a:lstStyle>
            <a:lvl1pPr marL="0" marR="0" indent="0" algn="l" defTabSz="914400" rtl="0" eaLnBrk="1" fontAlgn="auto" latinLnBrk="0" hangingPunct="1">
              <a:lnSpc>
                <a:spcPct val="100000"/>
              </a:lnSpc>
              <a:spcBef>
                <a:spcPct val="0"/>
              </a:spcBef>
              <a:spcAft>
                <a:spcPts val="0"/>
              </a:spcAft>
              <a:buClrTx/>
              <a:buSzTx/>
              <a:buFontTx/>
              <a:buNone/>
              <a:tabLst/>
              <a:defRPr sz="3200">
                <a:solidFill>
                  <a:schemeClr val="bg1"/>
                </a:solidFill>
                <a:latin typeface="AvenirNext LT Pro Regular" panose="020B07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a:latin typeface="AvenirNext LT Pro Regular" panose="020B0504020202020204" pitchFamily="34" charset="0"/>
              </a:rPr>
              <a:t>This is a title example and </a:t>
            </a:r>
            <a:br>
              <a:rPr lang="en-US">
                <a:latin typeface="AvenirNext LT Pro Regular" panose="020B0504020202020204" pitchFamily="34" charset="0"/>
              </a:rPr>
            </a:br>
            <a:r>
              <a:rPr lang="en-US">
                <a:latin typeface="AvenirNext LT Pro Regular" panose="020B0504020202020204" pitchFamily="34" charset="0"/>
              </a:rPr>
              <a:t>may extend 1-3 lines. </a:t>
            </a:r>
            <a:endParaRPr lang="en-US"/>
          </a:p>
        </p:txBody>
      </p:sp>
      <p:sp>
        <p:nvSpPr>
          <p:cNvPr id="3" name="Subtitle 2">
            <a:extLst>
              <a:ext uri="{FF2B5EF4-FFF2-40B4-BE49-F238E27FC236}">
                <a16:creationId xmlns:a16="http://schemas.microsoft.com/office/drawing/2014/main" id="{D1F4521C-8BB5-4454-AEC9-365275AC0DC0}"/>
              </a:ext>
            </a:extLst>
          </p:cNvPr>
          <p:cNvSpPr>
            <a:spLocks noGrp="1"/>
          </p:cNvSpPr>
          <p:nvPr>
            <p:ph type="subTitle" idx="1" hasCustomPrompt="1"/>
          </p:nvPr>
        </p:nvSpPr>
        <p:spPr>
          <a:xfrm>
            <a:off x="731520" y="3383280"/>
            <a:ext cx="6400800" cy="1005840"/>
          </a:xfrm>
        </p:spPr>
        <p:txBody>
          <a:bodyPr lIns="0" rIns="0"/>
          <a:lstStyle>
            <a:lvl1pPr marL="0" marR="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sz="2400">
                <a:solidFill>
                  <a:schemeClr val="bg1"/>
                </a:solidFill>
                <a:latin typeface="AvenirNext LT Pro Regular" panose="020B05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atin typeface="AvenirNext LT Pro Regular" panose="020B0504020202020204" pitchFamily="34" charset="0"/>
              </a:rPr>
              <a:t>This is a subtitle and may extend to no more than 2 lines. </a:t>
            </a:r>
          </a:p>
        </p:txBody>
      </p:sp>
      <p:sp>
        <p:nvSpPr>
          <p:cNvPr id="12" name="Text Placeholder 11">
            <a:extLst>
              <a:ext uri="{FF2B5EF4-FFF2-40B4-BE49-F238E27FC236}">
                <a16:creationId xmlns:a16="http://schemas.microsoft.com/office/drawing/2014/main" id="{A6D70DF9-D18E-48D6-9BF1-1B48BD6F7D69}"/>
              </a:ext>
            </a:extLst>
          </p:cNvPr>
          <p:cNvSpPr>
            <a:spLocks noGrp="1"/>
          </p:cNvSpPr>
          <p:nvPr>
            <p:ph type="body" sz="quarter" idx="11" hasCustomPrompt="1"/>
          </p:nvPr>
        </p:nvSpPr>
        <p:spPr>
          <a:xfrm>
            <a:off x="731520" y="4480560"/>
            <a:ext cx="3200400" cy="457200"/>
          </a:xfrm>
        </p:spPr>
        <p:txBody>
          <a:bodyPr anchor="ctr">
            <a:noAutofit/>
          </a:bodyPr>
          <a:lstStyle>
            <a:lvl1pPr marL="0" indent="0">
              <a:buNone/>
              <a:defRPr sz="1800">
                <a:solidFill>
                  <a:schemeClr val="bg1"/>
                </a:solidFill>
                <a:latin typeface="AvenirNext LT Pro Regular" panose="020B0504020202020204" pitchFamily="34" charset="0"/>
              </a:defRPr>
            </a:lvl1pPr>
          </a:lstStyle>
          <a:p>
            <a:pPr lvl="0"/>
            <a:r>
              <a:rPr lang="en-US"/>
              <a:t>[Day, Month Year]</a:t>
            </a:r>
          </a:p>
        </p:txBody>
      </p:sp>
      <p:sp>
        <p:nvSpPr>
          <p:cNvPr id="10" name="Picture Placeholder 9">
            <a:extLst>
              <a:ext uri="{FF2B5EF4-FFF2-40B4-BE49-F238E27FC236}">
                <a16:creationId xmlns:a16="http://schemas.microsoft.com/office/drawing/2014/main" id="{919FC8FD-04D7-4428-AB15-7D1EA1C3C0F0}"/>
              </a:ext>
            </a:extLst>
          </p:cNvPr>
          <p:cNvSpPr>
            <a:spLocks noGrp="1"/>
          </p:cNvSpPr>
          <p:nvPr>
            <p:ph type="pic" sz="quarter" idx="10" hasCustomPrompt="1"/>
          </p:nvPr>
        </p:nvSpPr>
        <p:spPr>
          <a:xfrm>
            <a:off x="731520" y="5029200"/>
            <a:ext cx="3200400" cy="914400"/>
          </a:xfrm>
        </p:spPr>
        <p:txBody>
          <a:bodyPr anchor="ctr">
            <a:normAutofit/>
          </a:bodyPr>
          <a:lstStyle>
            <a:lvl1pPr marL="0" indent="0">
              <a:buNone/>
              <a:defRPr sz="1800">
                <a:solidFill>
                  <a:schemeClr val="bg1"/>
                </a:solidFill>
                <a:latin typeface="AvenirNext LT Pro Regular" panose="020B0504020202020204" pitchFamily="34" charset="0"/>
              </a:defRPr>
            </a:lvl1pPr>
          </a:lstStyle>
          <a:p>
            <a:r>
              <a:rPr lang="en-US"/>
              <a:t>Optional logo (e.g. client, partner)</a:t>
            </a:r>
          </a:p>
        </p:txBody>
      </p:sp>
      <p:pic>
        <p:nvPicPr>
          <p:cNvPr id="18" name="Picture 17" descr="Logo&#10;&#10;Description automatically generated">
            <a:extLst>
              <a:ext uri="{FF2B5EF4-FFF2-40B4-BE49-F238E27FC236}">
                <a16:creationId xmlns:a16="http://schemas.microsoft.com/office/drawing/2014/main" id="{4E1E99A2-3A3E-4671-9542-8E4B379CB8E0}"/>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731520" y="822960"/>
            <a:ext cx="1529597" cy="731520"/>
          </a:xfrm>
          <a:prstGeom prst="rect">
            <a:avLst/>
          </a:prstGeom>
        </p:spPr>
      </p:pic>
      <p:sp>
        <p:nvSpPr>
          <p:cNvPr id="4" name="Rectangle 3">
            <a:extLst>
              <a:ext uri="{FF2B5EF4-FFF2-40B4-BE49-F238E27FC236}">
                <a16:creationId xmlns:a16="http://schemas.microsoft.com/office/drawing/2014/main" id="{A57F5B01-A2D0-1315-A72E-342611BD03DA}"/>
              </a:ext>
            </a:extLst>
          </p:cNvPr>
          <p:cNvSpPr/>
          <p:nvPr userDrawn="1"/>
        </p:nvSpPr>
        <p:spPr>
          <a:xfrm>
            <a:off x="9731513" y="6391965"/>
            <a:ext cx="1744870" cy="23853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314877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Content Dark BG">
    <p:spTree>
      <p:nvGrpSpPr>
        <p:cNvPr id="1" name=""/>
        <p:cNvGrpSpPr/>
        <p:nvPr/>
      </p:nvGrpSpPr>
      <p:grpSpPr>
        <a:xfrm>
          <a:off x="0" y="0"/>
          <a:ext cx="0" cy="0"/>
          <a:chOff x="0" y="0"/>
          <a:chExt cx="0" cy="0"/>
        </a:xfrm>
      </p:grpSpPr>
      <p:graphicFrame>
        <p:nvGraphicFramePr>
          <p:cNvPr id="8" name="Table 12">
            <a:extLst>
              <a:ext uri="{FF2B5EF4-FFF2-40B4-BE49-F238E27FC236}">
                <a16:creationId xmlns:a16="http://schemas.microsoft.com/office/drawing/2014/main" id="{B62818A9-3F73-4344-BCA2-4EE225C3909D}"/>
              </a:ext>
            </a:extLst>
          </p:cNvPr>
          <p:cNvGraphicFramePr>
            <a:graphicFrameLocks noGrp="1"/>
          </p:cNvGraphicFramePr>
          <p:nvPr userDrawn="1">
            <p:extLst>
              <p:ext uri="{D42A27DB-BD31-4B8C-83A1-F6EECF244321}">
                <p14:modId xmlns:p14="http://schemas.microsoft.com/office/powerpoint/2010/main" val="2448980511"/>
              </p:ext>
            </p:extLst>
          </p:nvPr>
        </p:nvGraphicFramePr>
        <p:xfrm>
          <a:off x="365760" y="1827753"/>
          <a:ext cx="10988040" cy="3657600"/>
        </p:xfrm>
        <a:graphic>
          <a:graphicData uri="http://schemas.openxmlformats.org/drawingml/2006/table">
            <a:tbl>
              <a:tblPr firstRow="1" bandRow="1">
                <a:tableStyleId>{5C22544A-7EE6-4342-B048-85BDC9FD1C3A}</a:tableStyleId>
              </a:tblPr>
              <a:tblGrid>
                <a:gridCol w="1177290">
                  <a:extLst>
                    <a:ext uri="{9D8B030D-6E8A-4147-A177-3AD203B41FA5}">
                      <a16:colId xmlns:a16="http://schemas.microsoft.com/office/drawing/2014/main" val="716591009"/>
                    </a:ext>
                  </a:extLst>
                </a:gridCol>
                <a:gridCol w="9810750">
                  <a:extLst>
                    <a:ext uri="{9D8B030D-6E8A-4147-A177-3AD203B41FA5}">
                      <a16:colId xmlns:a16="http://schemas.microsoft.com/office/drawing/2014/main" val="2233180444"/>
                    </a:ext>
                  </a:extLst>
                </a:gridCol>
              </a:tblGrid>
              <a:tr h="731520">
                <a:tc>
                  <a:txBody>
                    <a:bodyPr/>
                    <a:lstStyle/>
                    <a:p>
                      <a:pPr algn="ctr"/>
                      <a:r>
                        <a:rPr lang="en-US" b="1">
                          <a:solidFill>
                            <a:schemeClr val="bg1"/>
                          </a:solidFill>
                          <a:latin typeface="Georgia Pro" panose="02040502050405020303" pitchFamily="18" charset="0"/>
                        </a:rPr>
                        <a:t>01</a:t>
                      </a:r>
                    </a:p>
                  </a:txBody>
                  <a:tcPr anchor="ctr">
                    <a:lnL w="762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91440" lvl="0"/>
                      <a:endParaRPr lang="en-US" b="0">
                        <a:solidFill>
                          <a:schemeClr val="tx1"/>
                        </a:solidFill>
                        <a:latin typeface="AvenirNext LT Pro Regular" panose="020B0504020202020204" pitchFamily="34" charset="0"/>
                      </a:endParaRPr>
                    </a:p>
                  </a:txBody>
                  <a:tcPr anchor="ctr">
                    <a:lnL w="76200" cap="flat" cmpd="sng" algn="ctr">
                      <a:solidFill>
                        <a:schemeClr val="tx1"/>
                      </a:solidFill>
                      <a:prstDash val="solid"/>
                      <a:round/>
                      <a:headEnd type="none" w="med" len="med"/>
                      <a:tailEnd type="none" w="med" len="med"/>
                    </a:lnL>
                    <a:lnR w="76200" cap="flat" cmpd="sng" algn="ctr">
                      <a:noFill/>
                      <a:prstDash val="solid"/>
                      <a:round/>
                      <a:headEnd type="none" w="med" len="med"/>
                      <a:tailEnd type="none" w="med" len="med"/>
                    </a:lnR>
                    <a:lnT w="76200" cap="flat" cmpd="sng" algn="ctr">
                      <a:no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5789198"/>
                  </a:ext>
                </a:extLst>
              </a:tr>
              <a:tr h="731520">
                <a:tc>
                  <a:txBody>
                    <a:bodyPr/>
                    <a:lstStyle/>
                    <a:p>
                      <a:pPr algn="ctr"/>
                      <a:r>
                        <a:rPr lang="en-US" b="1">
                          <a:solidFill>
                            <a:schemeClr val="bg1"/>
                          </a:solidFill>
                          <a:latin typeface="Georgia Pro" panose="02040502050405020303" pitchFamily="18" charset="0"/>
                        </a:rPr>
                        <a:t>02</a:t>
                      </a:r>
                    </a:p>
                  </a:txBody>
                  <a:tcPr anchor="ctr">
                    <a:lnL w="762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9144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AvenirNext LT Pro Regular" panose="020B0504020202020204" pitchFamily="34" charset="0"/>
                        <a:ea typeface="+mn-ea"/>
                        <a:cs typeface="+mn-cs"/>
                      </a:endParaRPr>
                    </a:p>
                  </a:txBody>
                  <a:tcPr anchor="ctr">
                    <a:lnL w="76200" cap="flat" cmpd="sng" algn="ctr">
                      <a:solidFill>
                        <a:schemeClr val="tx1"/>
                      </a:solidFill>
                      <a:prstDash val="solid"/>
                      <a:round/>
                      <a:headEnd type="none" w="med" len="med"/>
                      <a:tailEnd type="none" w="med" len="med"/>
                    </a:lnL>
                    <a:lnR w="76200" cap="flat" cmpd="sng" algn="ctr">
                      <a:noFill/>
                      <a:prstDash val="solid"/>
                      <a:round/>
                      <a:headEnd type="none" w="med" len="med"/>
                      <a:tailEnd type="none" w="med" len="med"/>
                    </a:lnR>
                    <a:lnT w="76200" cap="flat" cmpd="sng" algn="ctr">
                      <a:no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65876293"/>
                  </a:ext>
                </a:extLst>
              </a:tr>
              <a:tr h="731520">
                <a:tc>
                  <a:txBody>
                    <a:bodyPr/>
                    <a:lstStyle/>
                    <a:p>
                      <a:pPr algn="ctr"/>
                      <a:r>
                        <a:rPr lang="en-US" b="1">
                          <a:solidFill>
                            <a:schemeClr val="bg1"/>
                          </a:solidFill>
                          <a:latin typeface="Georgia Pro" panose="02040502050405020303" pitchFamily="18" charset="0"/>
                        </a:rPr>
                        <a:t>03</a:t>
                      </a:r>
                    </a:p>
                  </a:txBody>
                  <a:tcPr anchor="ctr">
                    <a:lnL w="762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marL="9144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AvenirNext LT Pro Regular" panose="020B0504020202020204" pitchFamily="34" charset="0"/>
                        <a:ea typeface="+mn-ea"/>
                        <a:cs typeface="+mn-cs"/>
                      </a:endParaRPr>
                    </a:p>
                  </a:txBody>
                  <a:tcPr anchor="ctr">
                    <a:lnL w="76200" cap="flat" cmpd="sng" algn="ctr">
                      <a:solidFill>
                        <a:schemeClr val="tx1"/>
                      </a:solidFill>
                      <a:prstDash val="solid"/>
                      <a:round/>
                      <a:headEnd type="none" w="med" len="med"/>
                      <a:tailEnd type="none" w="med" len="med"/>
                    </a:lnL>
                    <a:lnR w="76200" cap="flat" cmpd="sng" algn="ctr">
                      <a:noFill/>
                      <a:prstDash val="solid"/>
                      <a:round/>
                      <a:headEnd type="none" w="med" len="med"/>
                      <a:tailEnd type="none" w="med" len="med"/>
                    </a:lnR>
                    <a:lnT w="76200" cap="flat" cmpd="sng" algn="ctr">
                      <a:no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41442995"/>
                  </a:ext>
                </a:extLst>
              </a:tr>
              <a:tr h="731520">
                <a:tc>
                  <a:txBody>
                    <a:bodyPr/>
                    <a:lstStyle/>
                    <a:p>
                      <a:pPr algn="ctr"/>
                      <a:r>
                        <a:rPr lang="en-US" b="1">
                          <a:solidFill>
                            <a:schemeClr val="bg1"/>
                          </a:solidFill>
                          <a:latin typeface="Georgia Pro" panose="02040502050405020303" pitchFamily="18" charset="0"/>
                        </a:rPr>
                        <a:t>04</a:t>
                      </a:r>
                    </a:p>
                  </a:txBody>
                  <a:tcPr anchor="ctr">
                    <a:lnL w="762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9144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AvenirNext LT Pro Regular" panose="020B0504020202020204" pitchFamily="34" charset="0"/>
                        <a:ea typeface="+mn-ea"/>
                        <a:cs typeface="+mn-cs"/>
                      </a:endParaRPr>
                    </a:p>
                  </a:txBody>
                  <a:tcPr anchor="ctr">
                    <a:lnL w="76200" cap="flat" cmpd="sng" algn="ctr">
                      <a:solidFill>
                        <a:schemeClr val="tx1"/>
                      </a:solidFill>
                      <a:prstDash val="solid"/>
                      <a:round/>
                      <a:headEnd type="none" w="med" len="med"/>
                      <a:tailEnd type="none" w="med" len="med"/>
                    </a:lnL>
                    <a:lnR w="76200" cap="flat" cmpd="sng" algn="ctr">
                      <a:noFill/>
                      <a:prstDash val="solid"/>
                      <a:round/>
                      <a:headEnd type="none" w="med" len="med"/>
                      <a:tailEnd type="none" w="med" len="med"/>
                    </a:lnR>
                    <a:lnT w="76200" cap="flat" cmpd="sng" algn="ctr">
                      <a:no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27670239"/>
                  </a:ext>
                </a:extLst>
              </a:tr>
              <a:tr h="731520">
                <a:tc>
                  <a:txBody>
                    <a:bodyPr/>
                    <a:lstStyle/>
                    <a:p>
                      <a:pPr algn="ctr"/>
                      <a:r>
                        <a:rPr lang="en-US" b="1">
                          <a:solidFill>
                            <a:schemeClr val="bg1"/>
                          </a:solidFill>
                          <a:latin typeface="Georgia Pro" panose="02040502050405020303" pitchFamily="18" charset="0"/>
                        </a:rPr>
                        <a:t>05</a:t>
                      </a:r>
                    </a:p>
                  </a:txBody>
                  <a:tcPr anchor="ctr">
                    <a:lnL w="762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91440" marR="0" lvl="0" indent="0" algn="l" defTabSz="914400" rtl="0" eaLnBrk="1" fontAlgn="auto" latinLnBrk="0" hangingPunct="1">
                        <a:lnSpc>
                          <a:spcPct val="100000"/>
                        </a:lnSpc>
                        <a:spcBef>
                          <a:spcPts val="0"/>
                        </a:spcBef>
                        <a:spcAft>
                          <a:spcPts val="0"/>
                        </a:spcAft>
                        <a:buClrTx/>
                        <a:buSzTx/>
                        <a:buFontTx/>
                        <a:buNone/>
                        <a:tabLst/>
                        <a:defRPr/>
                      </a:pPr>
                      <a:r>
                        <a:rPr lang="en-US" b="0">
                          <a:solidFill>
                            <a:schemeClr val="tx1"/>
                          </a:solidFill>
                          <a:latin typeface="AvenirNext LT Pro Regular" panose="020B0504020202020204" pitchFamily="34" charset="0"/>
                        </a:rPr>
                        <a:t>View &gt; Slide Master &gt; right click on table &gt; Insert or Delete rows.</a:t>
                      </a:r>
                      <a:endParaRPr lang="en-US"/>
                    </a:p>
                    <a:p>
                      <a:pPr marL="9144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AvenirNext LT Pro Regular" panose="020B0504020202020204" pitchFamily="34" charset="0"/>
                        <a:ea typeface="+mn-ea"/>
                        <a:cs typeface="+mn-cs"/>
                      </a:endParaRPr>
                    </a:p>
                  </a:txBody>
                  <a:tcPr anchor="ctr">
                    <a:lnL w="76200" cap="flat" cmpd="sng" algn="ctr">
                      <a:solidFill>
                        <a:schemeClr val="tx1"/>
                      </a:solidFill>
                      <a:prstDash val="solid"/>
                      <a:round/>
                      <a:headEnd type="none" w="med" len="med"/>
                      <a:tailEnd type="none" w="med" len="med"/>
                    </a:lnL>
                    <a:lnR w="76200" cap="flat" cmpd="sng" algn="ctr">
                      <a:noFill/>
                      <a:prstDash val="solid"/>
                      <a:round/>
                      <a:headEnd type="none" w="med" len="med"/>
                      <a:tailEnd type="none" w="med" len="med"/>
                    </a:lnR>
                    <a:lnT w="76200" cap="flat" cmpd="sng" algn="ctr">
                      <a:no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19925022"/>
                  </a:ext>
                </a:extLst>
              </a:tr>
            </a:tbl>
          </a:graphicData>
        </a:graphic>
      </p:graphicFrame>
      <p:sp>
        <p:nvSpPr>
          <p:cNvPr id="15" name="Text Placeholder 14">
            <a:extLst>
              <a:ext uri="{FF2B5EF4-FFF2-40B4-BE49-F238E27FC236}">
                <a16:creationId xmlns:a16="http://schemas.microsoft.com/office/drawing/2014/main" id="{7A2CB1A9-30C1-4AAC-90FB-A3921F99953C}"/>
              </a:ext>
            </a:extLst>
          </p:cNvPr>
          <p:cNvSpPr>
            <a:spLocks noGrp="1"/>
          </p:cNvSpPr>
          <p:nvPr>
            <p:ph type="body" sz="quarter" idx="20" hasCustomPrompt="1"/>
          </p:nvPr>
        </p:nvSpPr>
        <p:spPr>
          <a:xfrm>
            <a:off x="1600866" y="1881198"/>
            <a:ext cx="9144000" cy="640080"/>
          </a:xfrm>
        </p:spPr>
        <p:txBody>
          <a:bodyPr lIns="0" rIns="0" anchor="ctr">
            <a:normAutofit/>
          </a:bodyPr>
          <a:lstStyle>
            <a:lvl1pPr marL="0" indent="0">
              <a:lnSpc>
                <a:spcPct val="100000"/>
              </a:lnSpc>
              <a:spcBef>
                <a:spcPts val="0"/>
              </a:spcBef>
              <a:buNone/>
              <a:defRPr sz="1800">
                <a:solidFill>
                  <a:schemeClr val="bg1"/>
                </a:solidFill>
                <a:latin typeface="AvenirNext LT Pro Regular" panose="020B0504020202020204" pitchFamily="34" charset="0"/>
              </a:defRPr>
            </a:lvl1pPr>
            <a:lvl2pPr marL="457200" indent="0">
              <a:buNone/>
              <a:defRPr/>
            </a:lvl2pPr>
            <a:lvl3pPr marL="914400" indent="0">
              <a:buNone/>
              <a:defRPr>
                <a:solidFill>
                  <a:schemeClr val="bg1"/>
                </a:solidFill>
                <a:latin typeface="AvenirNext LT Pro Regular" panose="020B0504020202020204" pitchFamily="34" charset="0"/>
              </a:defRPr>
            </a:lvl3pPr>
            <a:lvl4pPr>
              <a:defRPr>
                <a:solidFill>
                  <a:schemeClr val="bg1"/>
                </a:solidFill>
                <a:latin typeface="AvenirNext LT Pro Regular" panose="020B0504020202020204" pitchFamily="34" charset="0"/>
              </a:defRPr>
            </a:lvl4pPr>
            <a:lvl5pPr>
              <a:defRPr>
                <a:solidFill>
                  <a:schemeClr val="bg1"/>
                </a:solidFill>
                <a:latin typeface="AvenirNext LT Pro Regular" panose="020B0504020202020204" pitchFamily="34" charset="0"/>
              </a:defRPr>
            </a:lvl5pPr>
          </a:lstStyle>
          <a:p>
            <a:pPr lvl="0"/>
            <a:r>
              <a:rPr lang="en-US"/>
              <a:t>Item 1 goes here</a:t>
            </a:r>
          </a:p>
        </p:txBody>
      </p:sp>
      <p:sp>
        <p:nvSpPr>
          <p:cNvPr id="16" name="Text Placeholder 14">
            <a:extLst>
              <a:ext uri="{FF2B5EF4-FFF2-40B4-BE49-F238E27FC236}">
                <a16:creationId xmlns:a16="http://schemas.microsoft.com/office/drawing/2014/main" id="{9FDDF9D9-BD7E-4172-84AF-7878D246578E}"/>
              </a:ext>
            </a:extLst>
          </p:cNvPr>
          <p:cNvSpPr>
            <a:spLocks noGrp="1"/>
          </p:cNvSpPr>
          <p:nvPr>
            <p:ph type="body" sz="quarter" idx="21" hasCustomPrompt="1"/>
          </p:nvPr>
        </p:nvSpPr>
        <p:spPr>
          <a:xfrm>
            <a:off x="1600866" y="2606040"/>
            <a:ext cx="9144000" cy="640080"/>
          </a:xfrm>
        </p:spPr>
        <p:txBody>
          <a:bodyPr lIns="0" rIns="0" anchor="ctr">
            <a:normAutofit/>
          </a:bodyPr>
          <a:lstStyle>
            <a:lvl1pPr marL="0" indent="0">
              <a:lnSpc>
                <a:spcPct val="100000"/>
              </a:lnSpc>
              <a:spcBef>
                <a:spcPts val="0"/>
              </a:spcBef>
              <a:buNone/>
              <a:defRPr sz="1800">
                <a:solidFill>
                  <a:schemeClr val="bg1"/>
                </a:solidFill>
                <a:latin typeface="AvenirNext LT Pro Regular" panose="020B0504020202020204" pitchFamily="34" charset="0"/>
              </a:defRPr>
            </a:lvl1pPr>
            <a:lvl2pPr marL="457200" indent="0">
              <a:buNone/>
              <a:defRPr/>
            </a:lvl2pPr>
            <a:lvl3pPr marL="914400" indent="0">
              <a:buNone/>
              <a:defRPr>
                <a:solidFill>
                  <a:schemeClr val="bg1"/>
                </a:solidFill>
                <a:latin typeface="AvenirNext LT Pro Regular" panose="020B0504020202020204" pitchFamily="34" charset="0"/>
              </a:defRPr>
            </a:lvl3pPr>
            <a:lvl4pPr>
              <a:defRPr>
                <a:solidFill>
                  <a:schemeClr val="bg1"/>
                </a:solidFill>
                <a:latin typeface="AvenirNext LT Pro Regular" panose="020B0504020202020204" pitchFamily="34" charset="0"/>
              </a:defRPr>
            </a:lvl4pPr>
            <a:lvl5pPr>
              <a:defRPr>
                <a:solidFill>
                  <a:schemeClr val="bg1"/>
                </a:solidFill>
                <a:latin typeface="AvenirNext LT Pro Regular" panose="020B0504020202020204" pitchFamily="34" charset="0"/>
              </a:defRPr>
            </a:lvl5pPr>
          </a:lstStyle>
          <a:p>
            <a:pPr lvl="0"/>
            <a:r>
              <a:rPr lang="en-US"/>
              <a:t>Item 2 goes here</a:t>
            </a:r>
          </a:p>
        </p:txBody>
      </p:sp>
      <p:sp>
        <p:nvSpPr>
          <p:cNvPr id="17" name="Text Placeholder 14">
            <a:extLst>
              <a:ext uri="{FF2B5EF4-FFF2-40B4-BE49-F238E27FC236}">
                <a16:creationId xmlns:a16="http://schemas.microsoft.com/office/drawing/2014/main" id="{6268EC64-8239-433E-BDE3-4EC32861BDF5}"/>
              </a:ext>
            </a:extLst>
          </p:cNvPr>
          <p:cNvSpPr>
            <a:spLocks noGrp="1"/>
          </p:cNvSpPr>
          <p:nvPr>
            <p:ph type="body" sz="quarter" idx="22" hasCustomPrompt="1"/>
          </p:nvPr>
        </p:nvSpPr>
        <p:spPr>
          <a:xfrm>
            <a:off x="1600866" y="3320854"/>
            <a:ext cx="9144000" cy="640080"/>
          </a:xfrm>
        </p:spPr>
        <p:txBody>
          <a:bodyPr lIns="0" rIns="0" anchor="ctr">
            <a:normAutofit/>
          </a:bodyPr>
          <a:lstStyle>
            <a:lvl1pPr marL="0" indent="0">
              <a:lnSpc>
                <a:spcPct val="100000"/>
              </a:lnSpc>
              <a:spcBef>
                <a:spcPts val="0"/>
              </a:spcBef>
              <a:buNone/>
              <a:defRPr sz="1800">
                <a:solidFill>
                  <a:schemeClr val="bg1"/>
                </a:solidFill>
                <a:latin typeface="AvenirNext LT Pro Regular" panose="020B0504020202020204" pitchFamily="34" charset="0"/>
              </a:defRPr>
            </a:lvl1pPr>
            <a:lvl2pPr marL="457200" indent="0">
              <a:buNone/>
              <a:defRPr/>
            </a:lvl2pPr>
            <a:lvl3pPr marL="914400" indent="0">
              <a:buNone/>
              <a:defRPr>
                <a:solidFill>
                  <a:schemeClr val="bg1"/>
                </a:solidFill>
                <a:latin typeface="AvenirNext LT Pro Regular" panose="020B0504020202020204" pitchFamily="34" charset="0"/>
              </a:defRPr>
            </a:lvl3pPr>
            <a:lvl4pPr>
              <a:defRPr>
                <a:solidFill>
                  <a:schemeClr val="bg1"/>
                </a:solidFill>
                <a:latin typeface="AvenirNext LT Pro Regular" panose="020B0504020202020204" pitchFamily="34" charset="0"/>
              </a:defRPr>
            </a:lvl4pPr>
            <a:lvl5pPr>
              <a:defRPr>
                <a:solidFill>
                  <a:schemeClr val="bg1"/>
                </a:solidFill>
                <a:latin typeface="AvenirNext LT Pro Regular" panose="020B0504020202020204" pitchFamily="34" charset="0"/>
              </a:defRPr>
            </a:lvl5pPr>
          </a:lstStyle>
          <a:p>
            <a:pPr lvl="0"/>
            <a:r>
              <a:rPr lang="en-US"/>
              <a:t>Item 3 goes here</a:t>
            </a:r>
          </a:p>
        </p:txBody>
      </p:sp>
      <p:sp>
        <p:nvSpPr>
          <p:cNvPr id="18" name="Text Placeholder 14">
            <a:extLst>
              <a:ext uri="{FF2B5EF4-FFF2-40B4-BE49-F238E27FC236}">
                <a16:creationId xmlns:a16="http://schemas.microsoft.com/office/drawing/2014/main" id="{6DF3DAAB-C622-4598-B85E-0B393B46F785}"/>
              </a:ext>
            </a:extLst>
          </p:cNvPr>
          <p:cNvSpPr>
            <a:spLocks noGrp="1"/>
          </p:cNvSpPr>
          <p:nvPr>
            <p:ph type="body" sz="quarter" idx="23" hasCustomPrompt="1"/>
          </p:nvPr>
        </p:nvSpPr>
        <p:spPr>
          <a:xfrm>
            <a:off x="1600866" y="4066248"/>
            <a:ext cx="9144000" cy="640080"/>
          </a:xfrm>
        </p:spPr>
        <p:txBody>
          <a:bodyPr lIns="0" rIns="0" anchor="ctr">
            <a:normAutofit/>
          </a:bodyPr>
          <a:lstStyle>
            <a:lvl1pPr marL="0" indent="0">
              <a:lnSpc>
                <a:spcPct val="100000"/>
              </a:lnSpc>
              <a:spcBef>
                <a:spcPts val="0"/>
              </a:spcBef>
              <a:buNone/>
              <a:defRPr sz="1800">
                <a:solidFill>
                  <a:schemeClr val="bg1"/>
                </a:solidFill>
                <a:latin typeface="AvenirNext LT Pro Regular" panose="020B0504020202020204" pitchFamily="34" charset="0"/>
              </a:defRPr>
            </a:lvl1pPr>
            <a:lvl2pPr marL="457200" indent="0">
              <a:buNone/>
              <a:defRPr/>
            </a:lvl2pPr>
            <a:lvl3pPr marL="914400" indent="0">
              <a:buNone/>
              <a:defRPr>
                <a:solidFill>
                  <a:schemeClr val="bg1"/>
                </a:solidFill>
                <a:latin typeface="AvenirNext LT Pro Regular" panose="020B0504020202020204" pitchFamily="34" charset="0"/>
              </a:defRPr>
            </a:lvl3pPr>
            <a:lvl4pPr>
              <a:defRPr>
                <a:solidFill>
                  <a:schemeClr val="bg1"/>
                </a:solidFill>
                <a:latin typeface="AvenirNext LT Pro Regular" panose="020B0504020202020204" pitchFamily="34" charset="0"/>
              </a:defRPr>
            </a:lvl4pPr>
            <a:lvl5pPr>
              <a:defRPr>
                <a:solidFill>
                  <a:schemeClr val="bg1"/>
                </a:solidFill>
                <a:latin typeface="AvenirNext LT Pro Regular" panose="020B0504020202020204" pitchFamily="34" charset="0"/>
              </a:defRPr>
            </a:lvl5pPr>
          </a:lstStyle>
          <a:p>
            <a:pPr lvl="0"/>
            <a:r>
              <a:rPr lang="en-US"/>
              <a:t>If you need to add or delete rows, go to:</a:t>
            </a:r>
          </a:p>
        </p:txBody>
      </p:sp>
      <p:sp>
        <p:nvSpPr>
          <p:cNvPr id="19" name="Text Placeholder 14">
            <a:extLst>
              <a:ext uri="{FF2B5EF4-FFF2-40B4-BE49-F238E27FC236}">
                <a16:creationId xmlns:a16="http://schemas.microsoft.com/office/drawing/2014/main" id="{92B72A04-A2B1-4196-BC18-CD986D852E3D}"/>
              </a:ext>
            </a:extLst>
          </p:cNvPr>
          <p:cNvSpPr>
            <a:spLocks noGrp="1"/>
          </p:cNvSpPr>
          <p:nvPr>
            <p:ph type="body" sz="quarter" idx="24" hasCustomPrompt="1"/>
          </p:nvPr>
        </p:nvSpPr>
        <p:spPr>
          <a:xfrm>
            <a:off x="1600866" y="4788205"/>
            <a:ext cx="9144000" cy="640080"/>
          </a:xfrm>
        </p:spPr>
        <p:txBody>
          <a:bodyPr lIns="0" anchor="ctr">
            <a:normAutofit/>
          </a:bodyPr>
          <a:lstStyle>
            <a:lvl1pPr marL="0" indent="0">
              <a:lnSpc>
                <a:spcPct val="100000"/>
              </a:lnSpc>
              <a:spcBef>
                <a:spcPts val="0"/>
              </a:spcBef>
              <a:buNone/>
              <a:defRPr sz="1800">
                <a:solidFill>
                  <a:schemeClr val="bg1"/>
                </a:solidFill>
                <a:latin typeface="AvenirNext LT Pro Regular" panose="020B0504020202020204" pitchFamily="34" charset="0"/>
              </a:defRPr>
            </a:lvl1pPr>
            <a:lvl2pPr marL="457200" indent="0">
              <a:buNone/>
              <a:defRPr/>
            </a:lvl2pPr>
            <a:lvl3pPr marL="914400" indent="0">
              <a:buNone/>
              <a:defRPr>
                <a:solidFill>
                  <a:schemeClr val="bg1"/>
                </a:solidFill>
                <a:latin typeface="AvenirNext LT Pro Regular" panose="020B0504020202020204" pitchFamily="34" charset="0"/>
              </a:defRPr>
            </a:lvl3pPr>
            <a:lvl4pPr>
              <a:defRPr>
                <a:solidFill>
                  <a:schemeClr val="bg1"/>
                </a:solidFill>
                <a:latin typeface="AvenirNext LT Pro Regular" panose="020B0504020202020204" pitchFamily="34" charset="0"/>
              </a:defRPr>
            </a:lvl4pPr>
            <a:lvl5pPr>
              <a:defRPr>
                <a:solidFill>
                  <a:schemeClr val="bg1"/>
                </a:solidFill>
                <a:latin typeface="AvenirNext LT Pro Regular" panose="020B0504020202020204" pitchFamily="34" charset="0"/>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View &gt; Slide Master &gt; right click on table &gt; Insert or Delete rows.</a:t>
            </a:r>
          </a:p>
        </p:txBody>
      </p:sp>
      <p:pic>
        <p:nvPicPr>
          <p:cNvPr id="20" name="Picture 19">
            <a:extLst>
              <a:ext uri="{FF2B5EF4-FFF2-40B4-BE49-F238E27FC236}">
                <a16:creationId xmlns:a16="http://schemas.microsoft.com/office/drawing/2014/main" id="{B9D053C4-2CC3-41AB-85F4-05E21F50DAC9}"/>
              </a:ext>
            </a:extLst>
          </p:cNvPr>
          <p:cNvPicPr>
            <a:picLocks/>
          </p:cNvPicPr>
          <p:nvPr userDrawn="1"/>
        </p:nvPicPr>
        <p:blipFill>
          <a:blip r:embed="rId2">
            <a:extLst>
              <a:ext uri="{28A0092B-C50C-407E-A947-70E740481C1C}">
                <a14:useLocalDpi xmlns:a14="http://schemas.microsoft.com/office/drawing/2010/main" val="0"/>
              </a:ext>
            </a:extLst>
          </a:blip>
          <a:srcRect/>
          <a:stretch/>
        </p:blipFill>
        <p:spPr>
          <a:xfrm>
            <a:off x="365760" y="6217920"/>
            <a:ext cx="777240" cy="453971"/>
          </a:xfrm>
          <a:prstGeom prst="rect">
            <a:avLst/>
          </a:prstGeom>
        </p:spPr>
      </p:pic>
      <p:sp>
        <p:nvSpPr>
          <p:cNvPr id="21" name="TextBox 20">
            <a:extLst>
              <a:ext uri="{FF2B5EF4-FFF2-40B4-BE49-F238E27FC236}">
                <a16:creationId xmlns:a16="http://schemas.microsoft.com/office/drawing/2014/main" id="{65B88F9D-3DE2-4992-829D-05C3DEF24239}"/>
              </a:ext>
            </a:extLst>
          </p:cNvPr>
          <p:cNvSpPr txBox="1"/>
          <p:nvPr userDrawn="1"/>
        </p:nvSpPr>
        <p:spPr>
          <a:xfrm>
            <a:off x="365760" y="365760"/>
            <a:ext cx="1058303" cy="369332"/>
          </a:xfrm>
          <a:prstGeom prst="rect">
            <a:avLst/>
          </a:prstGeom>
          <a:noFill/>
        </p:spPr>
        <p:txBody>
          <a:bodyPr wrap="none" rtlCol="0" anchor="ctr">
            <a:spAutoFit/>
          </a:bodyPr>
          <a:lstStyle/>
          <a:p>
            <a:r>
              <a:rPr lang="en-US" sz="1800" b="0" i="0">
                <a:solidFill>
                  <a:schemeClr val="accent3"/>
                </a:solidFill>
                <a:latin typeface="AvenirNext LT Pro Regular" panose="020B0704020202020204" pitchFamily="34" charset="0"/>
              </a:rPr>
              <a:t>Agenda</a:t>
            </a:r>
          </a:p>
        </p:txBody>
      </p:sp>
    </p:spTree>
    <p:extLst>
      <p:ext uri="{BB962C8B-B14F-4D97-AF65-F5344CB8AC3E}">
        <p14:creationId xmlns:p14="http://schemas.microsoft.com/office/powerpoint/2010/main" val="1784325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Break 1 Dark 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ED38554F-CB55-4B32-AE70-CD46EFEEF59D}"/>
              </a:ext>
            </a:extLst>
          </p:cNvPr>
          <p:cNvSpPr>
            <a:spLocks noGrp="1"/>
          </p:cNvSpPr>
          <p:nvPr>
            <p:ph type="pic" sz="quarter" idx="14" hasCustomPrompt="1"/>
          </p:nvPr>
        </p:nvSpPr>
        <p:spPr>
          <a:xfrm>
            <a:off x="3977640" y="-1"/>
            <a:ext cx="8229600" cy="6858000"/>
          </a:xfrm>
          <a:custGeom>
            <a:avLst/>
            <a:gdLst>
              <a:gd name="connsiteX0" fmla="*/ 0 w 6413500"/>
              <a:gd name="connsiteY0" fmla="*/ 6858000 h 6858000"/>
              <a:gd name="connsiteX1" fmla="*/ 1603375 w 6413500"/>
              <a:gd name="connsiteY1" fmla="*/ 0 h 6858000"/>
              <a:gd name="connsiteX2" fmla="*/ 6413500 w 6413500"/>
              <a:gd name="connsiteY2" fmla="*/ 0 h 6858000"/>
              <a:gd name="connsiteX3" fmla="*/ 4810125 w 6413500"/>
              <a:gd name="connsiteY3" fmla="*/ 6858000 h 6858000"/>
              <a:gd name="connsiteX4" fmla="*/ 0 w 6413500"/>
              <a:gd name="connsiteY4" fmla="*/ 6858000 h 6858000"/>
              <a:gd name="connsiteX0" fmla="*/ 0 w 7825442"/>
              <a:gd name="connsiteY0" fmla="*/ 6866964 h 6866964"/>
              <a:gd name="connsiteX1" fmla="*/ 3015317 w 7825442"/>
              <a:gd name="connsiteY1" fmla="*/ 0 h 6866964"/>
              <a:gd name="connsiteX2" fmla="*/ 7825442 w 7825442"/>
              <a:gd name="connsiteY2" fmla="*/ 0 h 6866964"/>
              <a:gd name="connsiteX3" fmla="*/ 6222067 w 7825442"/>
              <a:gd name="connsiteY3" fmla="*/ 6858000 h 6866964"/>
              <a:gd name="connsiteX4" fmla="*/ 0 w 7825442"/>
              <a:gd name="connsiteY4" fmla="*/ 6866964 h 6866964"/>
              <a:gd name="connsiteX0" fmla="*/ 0 w 7825442"/>
              <a:gd name="connsiteY0" fmla="*/ 6866964 h 6866964"/>
              <a:gd name="connsiteX1" fmla="*/ 3015317 w 7825442"/>
              <a:gd name="connsiteY1" fmla="*/ 0 h 6866964"/>
              <a:gd name="connsiteX2" fmla="*/ 7825442 w 7825442"/>
              <a:gd name="connsiteY2" fmla="*/ 0 h 6866964"/>
              <a:gd name="connsiteX3" fmla="*/ 5953125 w 7825442"/>
              <a:gd name="connsiteY3" fmla="*/ 6858000 h 6866964"/>
              <a:gd name="connsiteX4" fmla="*/ 0 w 7825442"/>
              <a:gd name="connsiteY4" fmla="*/ 6866964 h 6866964"/>
              <a:gd name="connsiteX0" fmla="*/ 0 w 7946466"/>
              <a:gd name="connsiteY0" fmla="*/ 6875929 h 6875929"/>
              <a:gd name="connsiteX1" fmla="*/ 3015317 w 7946466"/>
              <a:gd name="connsiteY1" fmla="*/ 8965 h 6875929"/>
              <a:gd name="connsiteX2" fmla="*/ 7946466 w 7946466"/>
              <a:gd name="connsiteY2" fmla="*/ 0 h 6875929"/>
              <a:gd name="connsiteX3" fmla="*/ 5953125 w 7946466"/>
              <a:gd name="connsiteY3" fmla="*/ 6866965 h 6875929"/>
              <a:gd name="connsiteX4" fmla="*/ 0 w 7946466"/>
              <a:gd name="connsiteY4" fmla="*/ 6875929 h 6875929"/>
              <a:gd name="connsiteX0" fmla="*/ 0 w 7946466"/>
              <a:gd name="connsiteY0" fmla="*/ 6875929 h 6875929"/>
              <a:gd name="connsiteX1" fmla="*/ 4162799 w 7946466"/>
              <a:gd name="connsiteY1" fmla="*/ 13447 h 6875929"/>
              <a:gd name="connsiteX2" fmla="*/ 7946466 w 7946466"/>
              <a:gd name="connsiteY2" fmla="*/ 0 h 6875929"/>
              <a:gd name="connsiteX3" fmla="*/ 5953125 w 7946466"/>
              <a:gd name="connsiteY3" fmla="*/ 6866965 h 6875929"/>
              <a:gd name="connsiteX4" fmla="*/ 0 w 7946466"/>
              <a:gd name="connsiteY4" fmla="*/ 6875929 h 6875929"/>
              <a:gd name="connsiteX0" fmla="*/ 0 w 8264713"/>
              <a:gd name="connsiteY0" fmla="*/ 6871446 h 6871446"/>
              <a:gd name="connsiteX1" fmla="*/ 4481046 w 8264713"/>
              <a:gd name="connsiteY1" fmla="*/ 13447 h 6871446"/>
              <a:gd name="connsiteX2" fmla="*/ 8264713 w 8264713"/>
              <a:gd name="connsiteY2" fmla="*/ 0 h 6871446"/>
              <a:gd name="connsiteX3" fmla="*/ 6271372 w 8264713"/>
              <a:gd name="connsiteY3" fmla="*/ 6866965 h 6871446"/>
              <a:gd name="connsiteX4" fmla="*/ 0 w 8264713"/>
              <a:gd name="connsiteY4" fmla="*/ 6871446 h 6871446"/>
              <a:gd name="connsiteX0" fmla="*/ 0 w 8152655"/>
              <a:gd name="connsiteY0" fmla="*/ 6871446 h 6871446"/>
              <a:gd name="connsiteX1" fmla="*/ 4481046 w 8152655"/>
              <a:gd name="connsiteY1" fmla="*/ 13447 h 6871446"/>
              <a:gd name="connsiteX2" fmla="*/ 8152655 w 8152655"/>
              <a:gd name="connsiteY2" fmla="*/ 0 h 6871446"/>
              <a:gd name="connsiteX3" fmla="*/ 6271372 w 8152655"/>
              <a:gd name="connsiteY3" fmla="*/ 6866965 h 6871446"/>
              <a:gd name="connsiteX4" fmla="*/ 0 w 8152655"/>
              <a:gd name="connsiteY4" fmla="*/ 6871446 h 6871446"/>
              <a:gd name="connsiteX0" fmla="*/ 0 w 8152655"/>
              <a:gd name="connsiteY0" fmla="*/ 6871446 h 6871446"/>
              <a:gd name="connsiteX1" fmla="*/ 4481046 w 8152655"/>
              <a:gd name="connsiteY1" fmla="*/ 13447 h 6871446"/>
              <a:gd name="connsiteX2" fmla="*/ 8152655 w 8152655"/>
              <a:gd name="connsiteY2" fmla="*/ 0 h 6871446"/>
              <a:gd name="connsiteX3" fmla="*/ 6984628 w 8152655"/>
              <a:gd name="connsiteY3" fmla="*/ 4244790 h 6871446"/>
              <a:gd name="connsiteX4" fmla="*/ 6271372 w 8152655"/>
              <a:gd name="connsiteY4" fmla="*/ 6866965 h 6871446"/>
              <a:gd name="connsiteX5" fmla="*/ 0 w 8152655"/>
              <a:gd name="connsiteY5" fmla="*/ 6871446 h 6871446"/>
              <a:gd name="connsiteX0" fmla="*/ 0 w 8152655"/>
              <a:gd name="connsiteY0" fmla="*/ 6871446 h 6871446"/>
              <a:gd name="connsiteX1" fmla="*/ 4481046 w 8152655"/>
              <a:gd name="connsiteY1" fmla="*/ 13447 h 6871446"/>
              <a:gd name="connsiteX2" fmla="*/ 8152655 w 8152655"/>
              <a:gd name="connsiteY2" fmla="*/ 0 h 6871446"/>
              <a:gd name="connsiteX3" fmla="*/ 8145557 w 8152655"/>
              <a:gd name="connsiteY3" fmla="*/ 4231343 h 6871446"/>
              <a:gd name="connsiteX4" fmla="*/ 6271372 w 8152655"/>
              <a:gd name="connsiteY4" fmla="*/ 6866965 h 6871446"/>
              <a:gd name="connsiteX5" fmla="*/ 0 w 8152655"/>
              <a:gd name="connsiteY5" fmla="*/ 6871446 h 6871446"/>
              <a:gd name="connsiteX0" fmla="*/ 0 w 8152655"/>
              <a:gd name="connsiteY0" fmla="*/ 6871446 h 6871446"/>
              <a:gd name="connsiteX1" fmla="*/ 4481046 w 8152655"/>
              <a:gd name="connsiteY1" fmla="*/ 13447 h 6871446"/>
              <a:gd name="connsiteX2" fmla="*/ 8152655 w 8152655"/>
              <a:gd name="connsiteY2" fmla="*/ 0 h 6871446"/>
              <a:gd name="connsiteX3" fmla="*/ 8145557 w 8152655"/>
              <a:gd name="connsiteY3" fmla="*/ 4231343 h 6871446"/>
              <a:gd name="connsiteX4" fmla="*/ 6414807 w 8152655"/>
              <a:gd name="connsiteY4" fmla="*/ 6866965 h 6871446"/>
              <a:gd name="connsiteX5" fmla="*/ 0 w 8152655"/>
              <a:gd name="connsiteY5" fmla="*/ 6871446 h 6871446"/>
              <a:gd name="connsiteX0" fmla="*/ 0 w 8152655"/>
              <a:gd name="connsiteY0" fmla="*/ 6871446 h 6871446"/>
              <a:gd name="connsiteX1" fmla="*/ 4481046 w 8152655"/>
              <a:gd name="connsiteY1" fmla="*/ 4482 h 6871446"/>
              <a:gd name="connsiteX2" fmla="*/ 8152655 w 8152655"/>
              <a:gd name="connsiteY2" fmla="*/ 0 h 6871446"/>
              <a:gd name="connsiteX3" fmla="*/ 8145557 w 8152655"/>
              <a:gd name="connsiteY3" fmla="*/ 4231343 h 6871446"/>
              <a:gd name="connsiteX4" fmla="*/ 6414807 w 8152655"/>
              <a:gd name="connsiteY4" fmla="*/ 6866965 h 6871446"/>
              <a:gd name="connsiteX5" fmla="*/ 0 w 8152655"/>
              <a:gd name="connsiteY5" fmla="*/ 6871446 h 6871446"/>
              <a:gd name="connsiteX0" fmla="*/ 0 w 8152655"/>
              <a:gd name="connsiteY0" fmla="*/ 6871446 h 6871446"/>
              <a:gd name="connsiteX1" fmla="*/ 4481046 w 8152655"/>
              <a:gd name="connsiteY1" fmla="*/ 1306 h 6871446"/>
              <a:gd name="connsiteX2" fmla="*/ 8152655 w 8152655"/>
              <a:gd name="connsiteY2" fmla="*/ 0 h 6871446"/>
              <a:gd name="connsiteX3" fmla="*/ 8145557 w 8152655"/>
              <a:gd name="connsiteY3" fmla="*/ 4231343 h 6871446"/>
              <a:gd name="connsiteX4" fmla="*/ 6414807 w 8152655"/>
              <a:gd name="connsiteY4" fmla="*/ 6866965 h 6871446"/>
              <a:gd name="connsiteX5" fmla="*/ 0 w 8152655"/>
              <a:gd name="connsiteY5" fmla="*/ 6871446 h 6871446"/>
              <a:gd name="connsiteX0" fmla="*/ 0 w 8134726"/>
              <a:gd name="connsiteY0" fmla="*/ 6862481 h 6866965"/>
              <a:gd name="connsiteX1" fmla="*/ 4463117 w 8134726"/>
              <a:gd name="connsiteY1" fmla="*/ 1306 h 6866965"/>
              <a:gd name="connsiteX2" fmla="*/ 8134726 w 8134726"/>
              <a:gd name="connsiteY2" fmla="*/ 0 h 6866965"/>
              <a:gd name="connsiteX3" fmla="*/ 8127628 w 8134726"/>
              <a:gd name="connsiteY3" fmla="*/ 4231343 h 6866965"/>
              <a:gd name="connsiteX4" fmla="*/ 6396878 w 8134726"/>
              <a:gd name="connsiteY4" fmla="*/ 6866965 h 6866965"/>
              <a:gd name="connsiteX5" fmla="*/ 0 w 8134726"/>
              <a:gd name="connsiteY5" fmla="*/ 6862481 h 6866965"/>
              <a:gd name="connsiteX0" fmla="*/ 0 w 8134726"/>
              <a:gd name="connsiteY0" fmla="*/ 6857999 h 6866965"/>
              <a:gd name="connsiteX1" fmla="*/ 4463117 w 8134726"/>
              <a:gd name="connsiteY1" fmla="*/ 1306 h 6866965"/>
              <a:gd name="connsiteX2" fmla="*/ 8134726 w 8134726"/>
              <a:gd name="connsiteY2" fmla="*/ 0 h 6866965"/>
              <a:gd name="connsiteX3" fmla="*/ 8127628 w 8134726"/>
              <a:gd name="connsiteY3" fmla="*/ 4231343 h 6866965"/>
              <a:gd name="connsiteX4" fmla="*/ 6396878 w 8134726"/>
              <a:gd name="connsiteY4" fmla="*/ 6866965 h 6866965"/>
              <a:gd name="connsiteX5" fmla="*/ 0 w 8134726"/>
              <a:gd name="connsiteY5" fmla="*/ 6857999 h 6866965"/>
              <a:gd name="connsiteX0" fmla="*/ 0 w 8134726"/>
              <a:gd name="connsiteY0" fmla="*/ 6857999 h 6862482"/>
              <a:gd name="connsiteX1" fmla="*/ 4463117 w 8134726"/>
              <a:gd name="connsiteY1" fmla="*/ 1306 h 6862482"/>
              <a:gd name="connsiteX2" fmla="*/ 8134726 w 8134726"/>
              <a:gd name="connsiteY2" fmla="*/ 0 h 6862482"/>
              <a:gd name="connsiteX3" fmla="*/ 8127628 w 8134726"/>
              <a:gd name="connsiteY3" fmla="*/ 4231343 h 6862482"/>
              <a:gd name="connsiteX4" fmla="*/ 6383431 w 8134726"/>
              <a:gd name="connsiteY4" fmla="*/ 6862482 h 6862482"/>
              <a:gd name="connsiteX5" fmla="*/ 0 w 8134726"/>
              <a:gd name="connsiteY5" fmla="*/ 6857999 h 6862482"/>
              <a:gd name="connsiteX0" fmla="*/ 0 w 8136593"/>
              <a:gd name="connsiteY0" fmla="*/ 6857999 h 6862482"/>
              <a:gd name="connsiteX1" fmla="*/ 4463117 w 8136593"/>
              <a:gd name="connsiteY1" fmla="*/ 1306 h 6862482"/>
              <a:gd name="connsiteX2" fmla="*/ 8134726 w 8136593"/>
              <a:gd name="connsiteY2" fmla="*/ 0 h 6862482"/>
              <a:gd name="connsiteX3" fmla="*/ 8136593 w 8136593"/>
              <a:gd name="connsiteY3" fmla="*/ 4159625 h 6862482"/>
              <a:gd name="connsiteX4" fmla="*/ 6383431 w 8136593"/>
              <a:gd name="connsiteY4" fmla="*/ 6862482 h 6862482"/>
              <a:gd name="connsiteX5" fmla="*/ 0 w 8136593"/>
              <a:gd name="connsiteY5" fmla="*/ 6857999 h 6862482"/>
              <a:gd name="connsiteX0" fmla="*/ 0 w 8134794"/>
              <a:gd name="connsiteY0" fmla="*/ 6857999 h 6862482"/>
              <a:gd name="connsiteX1" fmla="*/ 4463117 w 8134794"/>
              <a:gd name="connsiteY1" fmla="*/ 1306 h 6862482"/>
              <a:gd name="connsiteX2" fmla="*/ 8134726 w 8134794"/>
              <a:gd name="connsiteY2" fmla="*/ 0 h 6862482"/>
              <a:gd name="connsiteX3" fmla="*/ 8132110 w 8134794"/>
              <a:gd name="connsiteY3" fmla="*/ 4029637 h 6862482"/>
              <a:gd name="connsiteX4" fmla="*/ 6383431 w 8134794"/>
              <a:gd name="connsiteY4" fmla="*/ 6862482 h 6862482"/>
              <a:gd name="connsiteX5" fmla="*/ 0 w 8134794"/>
              <a:gd name="connsiteY5" fmla="*/ 6857999 h 6862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4794" h="6862482">
                <a:moveTo>
                  <a:pt x="0" y="6857999"/>
                </a:moveTo>
                <a:lnTo>
                  <a:pt x="4463117" y="1306"/>
                </a:lnTo>
                <a:lnTo>
                  <a:pt x="8134726" y="0"/>
                </a:lnTo>
                <a:cubicBezTo>
                  <a:pt x="8135348" y="1386542"/>
                  <a:pt x="8131488" y="2643095"/>
                  <a:pt x="8132110" y="4029637"/>
                </a:cubicBezTo>
                <a:lnTo>
                  <a:pt x="6383431" y="6862482"/>
                </a:lnTo>
                <a:lnTo>
                  <a:pt x="0" y="6857999"/>
                </a:lnTo>
                <a:close/>
              </a:path>
            </a:pathLst>
          </a:custGeom>
        </p:spPr>
        <p:txBody>
          <a:bodyPr anchor="ctr">
            <a:normAutofit/>
          </a:bodyPr>
          <a:lstStyle>
            <a:lvl1pPr marL="0" indent="0" algn="r">
              <a:buNone/>
              <a:defRPr sz="2000"/>
            </a:lvl1pPr>
          </a:lstStyle>
          <a:p>
            <a:r>
              <a:rPr lang="en-US"/>
              <a:t>Add a picture from our library by clicking the icon</a:t>
            </a:r>
          </a:p>
        </p:txBody>
      </p:sp>
      <p:sp>
        <p:nvSpPr>
          <p:cNvPr id="15" name="Title 1">
            <a:extLst>
              <a:ext uri="{FF2B5EF4-FFF2-40B4-BE49-F238E27FC236}">
                <a16:creationId xmlns:a16="http://schemas.microsoft.com/office/drawing/2014/main" id="{B4DFA970-719B-4AA4-A382-CEE277315B71}"/>
              </a:ext>
            </a:extLst>
          </p:cNvPr>
          <p:cNvSpPr>
            <a:spLocks noGrp="1"/>
          </p:cNvSpPr>
          <p:nvPr>
            <p:ph type="title" hasCustomPrompt="1"/>
          </p:nvPr>
        </p:nvSpPr>
        <p:spPr>
          <a:xfrm>
            <a:off x="365760" y="1097279"/>
            <a:ext cx="5486400" cy="1554480"/>
          </a:xfrm>
          <a:prstGeom prst="rect">
            <a:avLst/>
          </a:prstGeom>
        </p:spPr>
        <p:txBody>
          <a:bodyPr lIns="0" rIns="0"/>
          <a:lstStyle>
            <a:lvl1pPr>
              <a:lnSpc>
                <a:spcPct val="100000"/>
              </a:lnSpc>
              <a:defRPr sz="2800">
                <a:solidFill>
                  <a:schemeClr val="bg1"/>
                </a:solidFill>
                <a:latin typeface="AvenirNext LT Pro Regular" panose="020B0504020202020204" pitchFamily="34" charset="0"/>
              </a:defRPr>
            </a:lvl1pPr>
          </a:lstStyle>
          <a:p>
            <a:r>
              <a:rPr lang="en-US"/>
              <a:t>This is a section title example and may extend to 2-3 lines. Text should be 28pt or larger.</a:t>
            </a:r>
          </a:p>
        </p:txBody>
      </p:sp>
      <p:sp>
        <p:nvSpPr>
          <p:cNvPr id="16" name="Text Placeholder 15">
            <a:extLst>
              <a:ext uri="{FF2B5EF4-FFF2-40B4-BE49-F238E27FC236}">
                <a16:creationId xmlns:a16="http://schemas.microsoft.com/office/drawing/2014/main" id="{D3C0483E-E456-4080-A217-A8FD82F0D0EF}"/>
              </a:ext>
            </a:extLst>
          </p:cNvPr>
          <p:cNvSpPr>
            <a:spLocks noGrp="1"/>
          </p:cNvSpPr>
          <p:nvPr>
            <p:ph type="body" idx="1" hasCustomPrompt="1"/>
          </p:nvPr>
        </p:nvSpPr>
        <p:spPr>
          <a:xfrm>
            <a:off x="365760" y="2743200"/>
            <a:ext cx="4572000" cy="1828800"/>
          </a:xfrm>
          <a:prstGeom prst="rect">
            <a:avLst/>
          </a:prstGeom>
        </p:spPr>
        <p:txBody>
          <a:bodyPr lIns="0" rIns="0" anchor="t">
            <a:noAutofit/>
          </a:bodyPr>
          <a:lstStyle>
            <a:lvl1pPr marL="0" indent="0" algn="l">
              <a:buNone/>
              <a:defRPr sz="2000">
                <a:solidFill>
                  <a:schemeClr val="bg1"/>
                </a:solidFill>
                <a:latin typeface="AvenirNext LT Pro Regular" panose="020B0504020202020204" pitchFamily="34" charset="0"/>
              </a:defRPr>
            </a:lvl1pPr>
          </a:lstStyle>
          <a:p>
            <a:r>
              <a:rPr lang="en-US"/>
              <a:t>This is a section subtitle and may extend to multiple lines. You may use bullet points, or opt not to. Text should be 20pt or larger.</a:t>
            </a:r>
          </a:p>
        </p:txBody>
      </p:sp>
      <p:pic>
        <p:nvPicPr>
          <p:cNvPr id="3" name="Picture 2">
            <a:extLst>
              <a:ext uri="{FF2B5EF4-FFF2-40B4-BE49-F238E27FC236}">
                <a16:creationId xmlns:a16="http://schemas.microsoft.com/office/drawing/2014/main" id="{B5EEC3D9-1084-4DAD-BB2D-4F4F66D50949}"/>
              </a:ext>
            </a:extLst>
          </p:cNvPr>
          <p:cNvPicPr>
            <a:picLocks/>
          </p:cNvPicPr>
          <p:nvPr userDrawn="1"/>
        </p:nvPicPr>
        <p:blipFill>
          <a:blip r:embed="rId2">
            <a:extLst>
              <a:ext uri="{28A0092B-C50C-407E-A947-70E740481C1C}">
                <a14:useLocalDpi xmlns:a14="http://schemas.microsoft.com/office/drawing/2010/main" val="0"/>
              </a:ext>
            </a:extLst>
          </a:blip>
          <a:srcRect/>
          <a:stretch/>
        </p:blipFill>
        <p:spPr>
          <a:xfrm>
            <a:off x="365760" y="6217920"/>
            <a:ext cx="777240" cy="453971"/>
          </a:xfrm>
          <a:prstGeom prst="rect">
            <a:avLst/>
          </a:prstGeom>
        </p:spPr>
      </p:pic>
    </p:spTree>
    <p:extLst>
      <p:ext uri="{BB962C8B-B14F-4D97-AF65-F5344CB8AC3E}">
        <p14:creationId xmlns:p14="http://schemas.microsoft.com/office/powerpoint/2010/main" val="19658108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Break 2 Dark 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B4DFA970-719B-4AA4-A382-CEE277315B71}"/>
              </a:ext>
            </a:extLst>
          </p:cNvPr>
          <p:cNvSpPr>
            <a:spLocks noGrp="1"/>
          </p:cNvSpPr>
          <p:nvPr>
            <p:ph type="title" hasCustomPrompt="1"/>
          </p:nvPr>
        </p:nvSpPr>
        <p:spPr>
          <a:xfrm>
            <a:off x="5867400" y="1097280"/>
            <a:ext cx="5486400" cy="1554480"/>
          </a:xfrm>
          <a:prstGeom prst="rect">
            <a:avLst/>
          </a:prstGeom>
        </p:spPr>
        <p:txBody>
          <a:bodyPr lIns="0" rIns="0">
            <a:normAutofit/>
          </a:bodyPr>
          <a:lstStyle>
            <a:lvl1pPr algn="r">
              <a:defRPr sz="2800">
                <a:solidFill>
                  <a:schemeClr val="bg1"/>
                </a:solidFill>
                <a:latin typeface="AvenirNext LT Pro Regular" panose="020B0504020202020204" pitchFamily="34" charset="0"/>
              </a:defRPr>
            </a:lvl1pPr>
          </a:lstStyle>
          <a:p>
            <a:r>
              <a:rPr lang="en-US"/>
              <a:t>This is a section title example and may extend to 2-3 lines. Text should be 28pt or larger.</a:t>
            </a:r>
          </a:p>
        </p:txBody>
      </p:sp>
      <p:sp>
        <p:nvSpPr>
          <p:cNvPr id="16" name="Text Placeholder 15">
            <a:extLst>
              <a:ext uri="{FF2B5EF4-FFF2-40B4-BE49-F238E27FC236}">
                <a16:creationId xmlns:a16="http://schemas.microsoft.com/office/drawing/2014/main" id="{D3C0483E-E456-4080-A217-A8FD82F0D0EF}"/>
              </a:ext>
            </a:extLst>
          </p:cNvPr>
          <p:cNvSpPr>
            <a:spLocks noGrp="1"/>
          </p:cNvSpPr>
          <p:nvPr>
            <p:ph type="body" idx="1" hasCustomPrompt="1"/>
          </p:nvPr>
        </p:nvSpPr>
        <p:spPr>
          <a:xfrm>
            <a:off x="6781800" y="2743200"/>
            <a:ext cx="4572000" cy="1828800"/>
          </a:xfrm>
          <a:prstGeom prst="rect">
            <a:avLst/>
          </a:prstGeom>
        </p:spPr>
        <p:txBody>
          <a:bodyPr lIns="0" rIns="0">
            <a:noAutofit/>
          </a:bodyPr>
          <a:lstStyle>
            <a:lvl1pPr marL="0" indent="0" algn="r">
              <a:buNone/>
              <a:defRPr sz="2000">
                <a:solidFill>
                  <a:schemeClr val="bg1"/>
                </a:solidFill>
                <a:latin typeface="AvenirNext LT Pro Regular" panose="020B0504020202020204" pitchFamily="34" charset="0"/>
              </a:defRPr>
            </a:lvl1pPr>
          </a:lstStyle>
          <a:p>
            <a:r>
              <a:rPr lang="en-US"/>
              <a:t>This is a section subtitle and may extend to multiple lines. You may use bullet points, or opt not to. Text should be 20pt or larger.</a:t>
            </a:r>
          </a:p>
        </p:txBody>
      </p:sp>
      <p:sp>
        <p:nvSpPr>
          <p:cNvPr id="3" name="Picture Placeholder 2">
            <a:extLst>
              <a:ext uri="{FF2B5EF4-FFF2-40B4-BE49-F238E27FC236}">
                <a16:creationId xmlns:a16="http://schemas.microsoft.com/office/drawing/2014/main" id="{EF877CB8-5D06-403D-B5FA-E4444EEE707B}"/>
              </a:ext>
            </a:extLst>
          </p:cNvPr>
          <p:cNvSpPr>
            <a:spLocks noGrp="1"/>
          </p:cNvSpPr>
          <p:nvPr>
            <p:ph type="pic" sz="quarter" idx="15" hasCustomPrompt="1"/>
          </p:nvPr>
        </p:nvSpPr>
        <p:spPr>
          <a:xfrm>
            <a:off x="-386" y="-185"/>
            <a:ext cx="8229985" cy="6863596"/>
          </a:xfrm>
          <a:custGeom>
            <a:avLst/>
            <a:gdLst>
              <a:gd name="connsiteX0" fmla="*/ 0 w 8229600"/>
              <a:gd name="connsiteY0" fmla="*/ 6858000 h 6858000"/>
              <a:gd name="connsiteX1" fmla="*/ 0 w 8229600"/>
              <a:gd name="connsiteY1" fmla="*/ 0 h 6858000"/>
              <a:gd name="connsiteX2" fmla="*/ 8229600 w 8229600"/>
              <a:gd name="connsiteY2" fmla="*/ 0 h 6858000"/>
              <a:gd name="connsiteX3" fmla="*/ 8229600 w 8229600"/>
              <a:gd name="connsiteY3" fmla="*/ 6858000 h 6858000"/>
              <a:gd name="connsiteX4" fmla="*/ 0 w 8229600"/>
              <a:gd name="connsiteY4" fmla="*/ 6858000 h 6858000"/>
              <a:gd name="connsiteX0" fmla="*/ 0 w 8229600"/>
              <a:gd name="connsiteY0" fmla="*/ 6863411 h 6863411"/>
              <a:gd name="connsiteX1" fmla="*/ 0 w 8229600"/>
              <a:gd name="connsiteY1" fmla="*/ 5411 h 6863411"/>
              <a:gd name="connsiteX2" fmla="*/ 3717117 w 8229600"/>
              <a:gd name="connsiteY2" fmla="*/ 0 h 6863411"/>
              <a:gd name="connsiteX3" fmla="*/ 8229600 w 8229600"/>
              <a:gd name="connsiteY3" fmla="*/ 6863411 h 6863411"/>
              <a:gd name="connsiteX4" fmla="*/ 0 w 8229600"/>
              <a:gd name="connsiteY4" fmla="*/ 6863411 h 6863411"/>
              <a:gd name="connsiteX0" fmla="*/ 0 w 8229600"/>
              <a:gd name="connsiteY0" fmla="*/ 6863411 h 6863411"/>
              <a:gd name="connsiteX1" fmla="*/ 0 w 8229600"/>
              <a:gd name="connsiteY1" fmla="*/ 4025524 h 6863411"/>
              <a:gd name="connsiteX2" fmla="*/ 0 w 8229600"/>
              <a:gd name="connsiteY2" fmla="*/ 5411 h 6863411"/>
              <a:gd name="connsiteX3" fmla="*/ 3717117 w 8229600"/>
              <a:gd name="connsiteY3" fmla="*/ 0 h 6863411"/>
              <a:gd name="connsiteX4" fmla="*/ 8229600 w 8229600"/>
              <a:gd name="connsiteY4" fmla="*/ 6863411 h 6863411"/>
              <a:gd name="connsiteX5" fmla="*/ 0 w 8229600"/>
              <a:gd name="connsiteY5" fmla="*/ 6863411 h 6863411"/>
              <a:gd name="connsiteX0" fmla="*/ 1780104 w 8229600"/>
              <a:gd name="connsiteY0" fmla="*/ 6863411 h 6863411"/>
              <a:gd name="connsiteX1" fmla="*/ 0 w 8229600"/>
              <a:gd name="connsiteY1" fmla="*/ 4025524 h 6863411"/>
              <a:gd name="connsiteX2" fmla="*/ 0 w 8229600"/>
              <a:gd name="connsiteY2" fmla="*/ 5411 h 6863411"/>
              <a:gd name="connsiteX3" fmla="*/ 3717117 w 8229600"/>
              <a:gd name="connsiteY3" fmla="*/ 0 h 6863411"/>
              <a:gd name="connsiteX4" fmla="*/ 8229600 w 8229600"/>
              <a:gd name="connsiteY4" fmla="*/ 6863411 h 6863411"/>
              <a:gd name="connsiteX5" fmla="*/ 1780104 w 8229600"/>
              <a:gd name="connsiteY5" fmla="*/ 6863411 h 6863411"/>
              <a:gd name="connsiteX0" fmla="*/ 1785515 w 8235011"/>
              <a:gd name="connsiteY0" fmla="*/ 6868821 h 6868821"/>
              <a:gd name="connsiteX1" fmla="*/ 5411 w 8235011"/>
              <a:gd name="connsiteY1" fmla="*/ 4030934 h 6868821"/>
              <a:gd name="connsiteX2" fmla="*/ 0 w 8235011"/>
              <a:gd name="connsiteY2" fmla="*/ 0 h 6868821"/>
              <a:gd name="connsiteX3" fmla="*/ 3722528 w 8235011"/>
              <a:gd name="connsiteY3" fmla="*/ 5410 h 6868821"/>
              <a:gd name="connsiteX4" fmla="*/ 8235011 w 8235011"/>
              <a:gd name="connsiteY4" fmla="*/ 6868821 h 6868821"/>
              <a:gd name="connsiteX5" fmla="*/ 1785515 w 8235011"/>
              <a:gd name="connsiteY5" fmla="*/ 6868821 h 6868821"/>
              <a:gd name="connsiteX0" fmla="*/ 1785515 w 8235011"/>
              <a:gd name="connsiteY0" fmla="*/ 6863411 h 6863411"/>
              <a:gd name="connsiteX1" fmla="*/ 5411 w 8235011"/>
              <a:gd name="connsiteY1" fmla="*/ 4025524 h 6863411"/>
              <a:gd name="connsiteX2" fmla="*/ 0 w 8235011"/>
              <a:gd name="connsiteY2" fmla="*/ 25456 h 6863411"/>
              <a:gd name="connsiteX3" fmla="*/ 3722528 w 8235011"/>
              <a:gd name="connsiteY3" fmla="*/ 0 h 6863411"/>
              <a:gd name="connsiteX4" fmla="*/ 8235011 w 8235011"/>
              <a:gd name="connsiteY4" fmla="*/ 6863411 h 6863411"/>
              <a:gd name="connsiteX5" fmla="*/ 1785515 w 8235011"/>
              <a:gd name="connsiteY5" fmla="*/ 6863411 h 6863411"/>
              <a:gd name="connsiteX0" fmla="*/ 1781657 w 8231153"/>
              <a:gd name="connsiteY0" fmla="*/ 6863411 h 6863411"/>
              <a:gd name="connsiteX1" fmla="*/ 1553 w 8231153"/>
              <a:gd name="connsiteY1" fmla="*/ 4025524 h 6863411"/>
              <a:gd name="connsiteX2" fmla="*/ 0 w 8231153"/>
              <a:gd name="connsiteY2" fmla="*/ 6165 h 6863411"/>
              <a:gd name="connsiteX3" fmla="*/ 3718670 w 8231153"/>
              <a:gd name="connsiteY3" fmla="*/ 0 h 6863411"/>
              <a:gd name="connsiteX4" fmla="*/ 8231153 w 8231153"/>
              <a:gd name="connsiteY4" fmla="*/ 6863411 h 6863411"/>
              <a:gd name="connsiteX5" fmla="*/ 1781657 w 8231153"/>
              <a:gd name="connsiteY5" fmla="*/ 6863411 h 6863411"/>
              <a:gd name="connsiteX0" fmla="*/ 1780489 w 8229985"/>
              <a:gd name="connsiteY0" fmla="*/ 6863411 h 6863411"/>
              <a:gd name="connsiteX1" fmla="*/ 385 w 8229985"/>
              <a:gd name="connsiteY1" fmla="*/ 4025524 h 6863411"/>
              <a:gd name="connsiteX2" fmla="*/ 2007 w 8229985"/>
              <a:gd name="connsiteY2" fmla="*/ 2990 h 6863411"/>
              <a:gd name="connsiteX3" fmla="*/ 3717502 w 8229985"/>
              <a:gd name="connsiteY3" fmla="*/ 0 h 6863411"/>
              <a:gd name="connsiteX4" fmla="*/ 8229985 w 8229985"/>
              <a:gd name="connsiteY4" fmla="*/ 6863411 h 6863411"/>
              <a:gd name="connsiteX5" fmla="*/ 1780489 w 8229985"/>
              <a:gd name="connsiteY5" fmla="*/ 6863411 h 6863411"/>
              <a:gd name="connsiteX0" fmla="*/ 1780489 w 8229985"/>
              <a:gd name="connsiteY0" fmla="*/ 6863596 h 6863596"/>
              <a:gd name="connsiteX1" fmla="*/ 385 w 8229985"/>
              <a:gd name="connsiteY1" fmla="*/ 4025709 h 6863596"/>
              <a:gd name="connsiteX2" fmla="*/ 2007 w 8229985"/>
              <a:gd name="connsiteY2" fmla="*/ 0 h 6863596"/>
              <a:gd name="connsiteX3" fmla="*/ 3717502 w 8229985"/>
              <a:gd name="connsiteY3" fmla="*/ 185 h 6863596"/>
              <a:gd name="connsiteX4" fmla="*/ 8229985 w 8229985"/>
              <a:gd name="connsiteY4" fmla="*/ 6863596 h 6863596"/>
              <a:gd name="connsiteX5" fmla="*/ 1780489 w 8229985"/>
              <a:gd name="connsiteY5" fmla="*/ 6863596 h 6863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29985" h="6863596">
                <a:moveTo>
                  <a:pt x="1780489" y="6863596"/>
                </a:moveTo>
                <a:lnTo>
                  <a:pt x="385" y="4025709"/>
                </a:lnTo>
                <a:cubicBezTo>
                  <a:pt x="-1419" y="2682064"/>
                  <a:pt x="3811" y="1343645"/>
                  <a:pt x="2007" y="0"/>
                </a:cubicBezTo>
                <a:lnTo>
                  <a:pt x="3717502" y="185"/>
                </a:lnTo>
                <a:lnTo>
                  <a:pt x="8229985" y="6863596"/>
                </a:lnTo>
                <a:lnTo>
                  <a:pt x="1780489" y="6863596"/>
                </a:lnTo>
                <a:close/>
              </a:path>
            </a:pathLst>
          </a:custGeom>
        </p:spPr>
        <p:txBody>
          <a:bodyPr anchor="ctr">
            <a:normAutofit/>
          </a:bodyPr>
          <a:lstStyle>
            <a:lvl1pPr marL="182880" indent="0">
              <a:buNone/>
              <a:defRPr sz="2000">
                <a:solidFill>
                  <a:schemeClr val="bg1"/>
                </a:solidFill>
                <a:latin typeface="AvenirNext LT Pro Regular" panose="020B0504020202020204" pitchFamily="34" charset="0"/>
              </a:defRPr>
            </a:lvl1pPr>
          </a:lstStyle>
          <a:p>
            <a:r>
              <a:rPr lang="en-US"/>
              <a:t>Add a picture from our library by clicking the icon</a:t>
            </a:r>
          </a:p>
        </p:txBody>
      </p:sp>
      <p:pic>
        <p:nvPicPr>
          <p:cNvPr id="4" name="Picture 3">
            <a:extLst>
              <a:ext uri="{FF2B5EF4-FFF2-40B4-BE49-F238E27FC236}">
                <a16:creationId xmlns:a16="http://schemas.microsoft.com/office/drawing/2014/main" id="{E30DA01A-D971-A4AF-454C-7136A4075B00}"/>
              </a:ext>
            </a:extLst>
          </p:cNvPr>
          <p:cNvPicPr>
            <a:picLocks/>
          </p:cNvPicPr>
          <p:nvPr userDrawn="1"/>
        </p:nvPicPr>
        <p:blipFill>
          <a:blip r:embed="rId2">
            <a:extLst>
              <a:ext uri="{28A0092B-C50C-407E-A947-70E740481C1C}">
                <a14:useLocalDpi xmlns:a14="http://schemas.microsoft.com/office/drawing/2010/main" val="0"/>
              </a:ext>
            </a:extLst>
          </a:blip>
          <a:srcRect/>
          <a:stretch/>
        </p:blipFill>
        <p:spPr>
          <a:xfrm>
            <a:off x="365760" y="6217920"/>
            <a:ext cx="777240" cy="453971"/>
          </a:xfrm>
          <a:prstGeom prst="rect">
            <a:avLst/>
          </a:prstGeom>
        </p:spPr>
      </p:pic>
    </p:spTree>
    <p:extLst>
      <p:ext uri="{BB962C8B-B14F-4D97-AF65-F5344CB8AC3E}">
        <p14:creationId xmlns:p14="http://schemas.microsoft.com/office/powerpoint/2010/main" val="7341814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One Column Content Dark 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431ED-35BC-4212-AFD8-A159293F27A5}"/>
              </a:ext>
            </a:extLst>
          </p:cNvPr>
          <p:cNvSpPr>
            <a:spLocks noGrp="1"/>
          </p:cNvSpPr>
          <p:nvPr>
            <p:ph type="title" hasCustomPrompt="1"/>
          </p:nvPr>
        </p:nvSpPr>
        <p:spPr>
          <a:xfrm>
            <a:off x="365760" y="822960"/>
            <a:ext cx="10972800" cy="731520"/>
          </a:xfrm>
          <a:prstGeom prst="rect">
            <a:avLst/>
          </a:prstGeom>
        </p:spPr>
        <p:txBody>
          <a:bodyPr lIns="0" rIns="0" anchor="t">
            <a:noAutofit/>
          </a:bodyPr>
          <a:lstStyle>
            <a:lvl1pPr>
              <a:defRPr sz="2000">
                <a:solidFill>
                  <a:schemeClr val="bg1"/>
                </a:solidFill>
                <a:latin typeface="AvenirNext LT Pro Regular" panose="020B0504020202020204" pitchFamily="34" charset="0"/>
              </a:defRPr>
            </a:lvl1pPr>
          </a:lstStyle>
          <a:p>
            <a:r>
              <a:rPr lang="en-US"/>
              <a:t>Key takeaway statement, may underline 1-2 words for emphasis and extend 1-2 lines. Text should be 20pt or larger. Delete this box if not needed.</a:t>
            </a:r>
          </a:p>
        </p:txBody>
      </p:sp>
      <p:sp>
        <p:nvSpPr>
          <p:cNvPr id="3" name="Content Placeholder 2">
            <a:extLst>
              <a:ext uri="{FF2B5EF4-FFF2-40B4-BE49-F238E27FC236}">
                <a16:creationId xmlns:a16="http://schemas.microsoft.com/office/drawing/2014/main" id="{BF700E6D-E954-49F2-B4CE-B4B944F54AB0}"/>
              </a:ext>
            </a:extLst>
          </p:cNvPr>
          <p:cNvSpPr>
            <a:spLocks noGrp="1"/>
          </p:cNvSpPr>
          <p:nvPr>
            <p:ph idx="1" hasCustomPrompt="1"/>
          </p:nvPr>
        </p:nvSpPr>
        <p:spPr>
          <a:xfrm>
            <a:off x="365760" y="1825625"/>
            <a:ext cx="10972800" cy="4351338"/>
          </a:xfrm>
          <a:prstGeom prst="rect">
            <a:avLst/>
          </a:prstGeom>
        </p:spPr>
        <p:txBody>
          <a:bodyPr lIns="0"/>
          <a:lstStyle>
            <a:lvl1pPr marL="0" indent="0">
              <a:spcBef>
                <a:spcPts val="600"/>
              </a:spcBef>
              <a:buNone/>
              <a:defRPr sz="2000">
                <a:solidFill>
                  <a:schemeClr val="bg1"/>
                </a:solidFill>
                <a:latin typeface="AvenirNext LT Pro Regular" panose="020B0504020202020204" pitchFamily="34" charset="0"/>
              </a:defRPr>
            </a:lvl1pPr>
            <a:lvl2pPr marL="182880" indent="-182880">
              <a:spcBef>
                <a:spcPts val="600"/>
              </a:spcBef>
              <a:defRPr>
                <a:solidFill>
                  <a:schemeClr val="bg1"/>
                </a:solidFill>
                <a:latin typeface="AvenirNext LT Pro Regular" panose="020B0504020202020204" pitchFamily="34" charset="0"/>
              </a:defRPr>
            </a:lvl2pPr>
            <a:lvl3pPr marL="365760" indent="-182880">
              <a:spcBef>
                <a:spcPts val="600"/>
              </a:spcBef>
              <a:defRPr>
                <a:solidFill>
                  <a:schemeClr val="bg1"/>
                </a:solidFill>
                <a:latin typeface="AvenirNext LT Pro Regular" panose="020B0504020202020204" pitchFamily="34" charset="0"/>
              </a:defRPr>
            </a:lvl3pPr>
            <a:lvl5pPr marL="1828800" indent="0">
              <a:buNone/>
              <a:defRPr/>
            </a:lvl5pPr>
          </a:lstStyle>
          <a:p>
            <a:pPr lvl="0"/>
            <a:r>
              <a:rPr lang="en-US"/>
              <a:t>Main slide copy, extend to 1-2 lines with 2 bullet levels. Text should be 20pt or larger. Click icon to add graphic. </a:t>
            </a:r>
          </a:p>
          <a:p>
            <a:pPr lvl="1"/>
            <a:r>
              <a:rPr lang="en-US"/>
              <a:t>First level bullet, extend to 1-line. Text should be 20pt or larger. </a:t>
            </a:r>
          </a:p>
          <a:p>
            <a:pPr lvl="2"/>
            <a:r>
              <a:rPr lang="en-US"/>
              <a:t>Second level bullet, may extend to multiple lines. Text should be 14pt or larger.</a:t>
            </a:r>
          </a:p>
        </p:txBody>
      </p:sp>
      <p:sp>
        <p:nvSpPr>
          <p:cNvPr id="8" name="Text Placeholder 7">
            <a:extLst>
              <a:ext uri="{FF2B5EF4-FFF2-40B4-BE49-F238E27FC236}">
                <a16:creationId xmlns:a16="http://schemas.microsoft.com/office/drawing/2014/main" id="{AF67F3A2-24A6-45E6-90E1-9C7B460D948E}"/>
              </a:ext>
            </a:extLst>
          </p:cNvPr>
          <p:cNvSpPr>
            <a:spLocks noGrp="1"/>
          </p:cNvSpPr>
          <p:nvPr>
            <p:ph type="body" sz="quarter" idx="13" hasCustomPrompt="1"/>
          </p:nvPr>
        </p:nvSpPr>
        <p:spPr>
          <a:xfrm>
            <a:off x="365760" y="365760"/>
            <a:ext cx="5943600" cy="365760"/>
          </a:xfrm>
          <a:prstGeom prst="rect">
            <a:avLst/>
          </a:prstGeom>
        </p:spPr>
        <p:txBody>
          <a:bodyPr lIns="0" rIns="0">
            <a:noAutofit/>
          </a:bodyPr>
          <a:lstStyle>
            <a:lvl1pPr marL="0" indent="0">
              <a:buNone/>
              <a:defRPr sz="1800" b="0" i="0">
                <a:solidFill>
                  <a:schemeClr val="accent3"/>
                </a:solidFill>
                <a:latin typeface="AvenirNext LT Pro Regular" panose="020B0704020202020204" pitchFamily="34" charset="0"/>
              </a:defRPr>
            </a:lvl1pPr>
          </a:lstStyle>
          <a:p>
            <a:pPr lvl="0"/>
            <a:r>
              <a:rPr lang="en-US"/>
              <a:t>Slide title (2-5 words)</a:t>
            </a:r>
          </a:p>
        </p:txBody>
      </p:sp>
      <p:sp>
        <p:nvSpPr>
          <p:cNvPr id="9" name="Text Placeholder 8">
            <a:extLst>
              <a:ext uri="{FF2B5EF4-FFF2-40B4-BE49-F238E27FC236}">
                <a16:creationId xmlns:a16="http://schemas.microsoft.com/office/drawing/2014/main" id="{DB8335DB-6FEE-437B-8565-E30D38C149AF}"/>
              </a:ext>
            </a:extLst>
          </p:cNvPr>
          <p:cNvSpPr>
            <a:spLocks noGrp="1"/>
          </p:cNvSpPr>
          <p:nvPr>
            <p:ph type="body" sz="quarter" idx="14" hasCustomPrompt="1"/>
          </p:nvPr>
        </p:nvSpPr>
        <p:spPr>
          <a:xfrm>
            <a:off x="8595360" y="122238"/>
            <a:ext cx="2743200" cy="274637"/>
          </a:xfrm>
          <a:prstGeom prst="rect">
            <a:avLst/>
          </a:prstGeom>
        </p:spPr>
        <p:txBody>
          <a:bodyPr lIns="0" rIns="0" anchor="ctr">
            <a:noAutofit/>
          </a:bodyPr>
          <a:lstStyle>
            <a:lvl1pPr marL="0" indent="0" algn="r">
              <a:buFontTx/>
              <a:buNone/>
              <a:defRPr sz="1100">
                <a:solidFill>
                  <a:schemeClr val="bg2"/>
                </a:solidFill>
                <a:latin typeface="AvenirNext LT Pro Regular" panose="020B0504020202020204" pitchFamily="34" charset="0"/>
              </a:defRPr>
            </a:lvl1pPr>
          </a:lstStyle>
          <a:p>
            <a:pPr lvl="0"/>
            <a:r>
              <a:rPr lang="en-US"/>
              <a:t>Related agenda topic (optional)</a:t>
            </a:r>
          </a:p>
        </p:txBody>
      </p:sp>
      <p:pic>
        <p:nvPicPr>
          <p:cNvPr id="5" name="Picture 4">
            <a:extLst>
              <a:ext uri="{FF2B5EF4-FFF2-40B4-BE49-F238E27FC236}">
                <a16:creationId xmlns:a16="http://schemas.microsoft.com/office/drawing/2014/main" id="{C95D4A74-704A-0A9B-E070-7A1DDBE7B199}"/>
              </a:ext>
            </a:extLst>
          </p:cNvPr>
          <p:cNvPicPr>
            <a:picLocks/>
          </p:cNvPicPr>
          <p:nvPr userDrawn="1"/>
        </p:nvPicPr>
        <p:blipFill>
          <a:blip r:embed="rId2">
            <a:extLst>
              <a:ext uri="{28A0092B-C50C-407E-A947-70E740481C1C}">
                <a14:useLocalDpi xmlns:a14="http://schemas.microsoft.com/office/drawing/2010/main" val="0"/>
              </a:ext>
            </a:extLst>
          </a:blip>
          <a:srcRect/>
          <a:stretch/>
        </p:blipFill>
        <p:spPr>
          <a:xfrm>
            <a:off x="365760" y="6217920"/>
            <a:ext cx="777240" cy="453971"/>
          </a:xfrm>
          <a:prstGeom prst="rect">
            <a:avLst/>
          </a:prstGeom>
        </p:spPr>
      </p:pic>
    </p:spTree>
    <p:extLst>
      <p:ext uri="{BB962C8B-B14F-4D97-AF65-F5344CB8AC3E}">
        <p14:creationId xmlns:p14="http://schemas.microsoft.com/office/powerpoint/2010/main" val="374888324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lumn Content Dark BG">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5C29514-DFE8-429A-885B-7A7907F26BD4}"/>
              </a:ext>
            </a:extLst>
          </p:cNvPr>
          <p:cNvSpPr>
            <a:spLocks noGrp="1"/>
          </p:cNvSpPr>
          <p:nvPr>
            <p:ph sz="half" idx="2" hasCustomPrompt="1"/>
          </p:nvPr>
        </p:nvSpPr>
        <p:spPr>
          <a:xfrm>
            <a:off x="6141720" y="1825625"/>
            <a:ext cx="5212080" cy="4297680"/>
          </a:xfrm>
          <a:prstGeom prst="rect">
            <a:avLst/>
          </a:prstGeom>
        </p:spPr>
        <p:txBody>
          <a:bodyPr/>
          <a:lstStyle>
            <a:lvl1pPr marL="0" indent="0">
              <a:buNone/>
              <a:defRPr sz="1800">
                <a:solidFill>
                  <a:schemeClr val="bg1"/>
                </a:solidFill>
                <a:latin typeface="AvenirNext LT Pro Regular" panose="020B0504020202020204" pitchFamily="34" charset="0"/>
              </a:defRPr>
            </a:lvl1pPr>
            <a:lvl2pPr marL="182880" indent="-182880">
              <a:defRPr sz="1600">
                <a:solidFill>
                  <a:schemeClr val="bg1"/>
                </a:solidFill>
                <a:latin typeface="AvenirNext LT Pro Regular" panose="020B0504020202020204" pitchFamily="34" charset="0"/>
              </a:defRPr>
            </a:lvl2pPr>
            <a:lvl3pPr marL="365760" indent="-182880">
              <a:defRPr sz="1400">
                <a:solidFill>
                  <a:schemeClr val="bg1"/>
                </a:solidFill>
                <a:latin typeface="AvenirNext LT Pro Regular" panose="020B0504020202020204" pitchFamily="34" charset="0"/>
              </a:defRPr>
            </a:lvl3pPr>
          </a:lstStyle>
          <a:p>
            <a:pPr lvl="0"/>
            <a:r>
              <a:rPr lang="en-US"/>
              <a:t>Main slide copy, extend 1-2 lines with 2 bullet levels. Text should be 18pt or larger. Click icon to add graphic. </a:t>
            </a:r>
          </a:p>
          <a:p>
            <a:pPr lvl="1"/>
            <a:r>
              <a:rPr lang="en-US"/>
              <a:t>First level bullet, extend to 1-2 lines. Text should be 16pt or larger. </a:t>
            </a:r>
          </a:p>
          <a:p>
            <a:pPr lvl="2"/>
            <a:r>
              <a:rPr lang="en-US"/>
              <a:t>Second level bullet, extend to 1-2 lines. Text should be 14pt or larger. </a:t>
            </a:r>
          </a:p>
        </p:txBody>
      </p:sp>
      <p:sp>
        <p:nvSpPr>
          <p:cNvPr id="9" name="Text Placeholder 7">
            <a:extLst>
              <a:ext uri="{FF2B5EF4-FFF2-40B4-BE49-F238E27FC236}">
                <a16:creationId xmlns:a16="http://schemas.microsoft.com/office/drawing/2014/main" id="{FF2ACCCE-C649-408D-A8AF-E5532641E219}"/>
              </a:ext>
            </a:extLst>
          </p:cNvPr>
          <p:cNvSpPr>
            <a:spLocks noGrp="1"/>
          </p:cNvSpPr>
          <p:nvPr>
            <p:ph type="body" sz="quarter" idx="13" hasCustomPrompt="1"/>
          </p:nvPr>
        </p:nvSpPr>
        <p:spPr>
          <a:xfrm>
            <a:off x="365760" y="365760"/>
            <a:ext cx="5943600" cy="365760"/>
          </a:xfrm>
          <a:prstGeom prst="rect">
            <a:avLst/>
          </a:prstGeom>
        </p:spPr>
        <p:txBody>
          <a:bodyPr>
            <a:noAutofit/>
          </a:bodyPr>
          <a:lstStyle>
            <a:lvl1pPr marL="0" indent="0">
              <a:buNone/>
              <a:defRPr sz="1800" b="0" i="0">
                <a:solidFill>
                  <a:schemeClr val="accent3"/>
                </a:solidFill>
                <a:latin typeface="AvenirNext LT Pro Regular" panose="020B0704020202020204" pitchFamily="34" charset="0"/>
              </a:defRPr>
            </a:lvl1pPr>
          </a:lstStyle>
          <a:p>
            <a:pPr lvl="0"/>
            <a:r>
              <a:rPr lang="en-US"/>
              <a:t>Slide title (2-5 words)</a:t>
            </a:r>
          </a:p>
        </p:txBody>
      </p:sp>
      <p:sp>
        <p:nvSpPr>
          <p:cNvPr id="12" name="Title 1">
            <a:extLst>
              <a:ext uri="{FF2B5EF4-FFF2-40B4-BE49-F238E27FC236}">
                <a16:creationId xmlns:a16="http://schemas.microsoft.com/office/drawing/2014/main" id="{98E011B6-D528-4B1E-905E-B4E480F5DC13}"/>
              </a:ext>
            </a:extLst>
          </p:cNvPr>
          <p:cNvSpPr>
            <a:spLocks noGrp="1"/>
          </p:cNvSpPr>
          <p:nvPr>
            <p:ph type="title" hasCustomPrompt="1"/>
          </p:nvPr>
        </p:nvSpPr>
        <p:spPr>
          <a:xfrm>
            <a:off x="365760" y="822960"/>
            <a:ext cx="10972800" cy="731520"/>
          </a:xfrm>
          <a:prstGeom prst="rect">
            <a:avLst/>
          </a:prstGeom>
        </p:spPr>
        <p:txBody>
          <a:bodyPr anchor="t">
            <a:noAutofit/>
          </a:bodyPr>
          <a:lstStyle>
            <a:lvl1pPr>
              <a:defRPr sz="2000">
                <a:solidFill>
                  <a:schemeClr val="bg1"/>
                </a:solidFill>
                <a:latin typeface="AvenirNext LT Pro Regular" panose="020B0504020202020204" pitchFamily="34" charset="0"/>
              </a:defRPr>
            </a:lvl1pPr>
          </a:lstStyle>
          <a:p>
            <a:r>
              <a:rPr lang="en-US"/>
              <a:t>Key takeaway statement, may underline 1-2 words for emphasis and extend 1-2 lines. Text should be 20pt or larger. Delete this box if not needed.</a:t>
            </a:r>
          </a:p>
        </p:txBody>
      </p:sp>
      <p:sp>
        <p:nvSpPr>
          <p:cNvPr id="13" name="Text Placeholder 8">
            <a:extLst>
              <a:ext uri="{FF2B5EF4-FFF2-40B4-BE49-F238E27FC236}">
                <a16:creationId xmlns:a16="http://schemas.microsoft.com/office/drawing/2014/main" id="{599D585C-4382-4324-B2E6-C07E1D82FE7D}"/>
              </a:ext>
            </a:extLst>
          </p:cNvPr>
          <p:cNvSpPr>
            <a:spLocks noGrp="1"/>
          </p:cNvSpPr>
          <p:nvPr>
            <p:ph type="body" sz="quarter" idx="14" hasCustomPrompt="1"/>
          </p:nvPr>
        </p:nvSpPr>
        <p:spPr>
          <a:xfrm>
            <a:off x="8595360" y="122238"/>
            <a:ext cx="2743200" cy="274637"/>
          </a:xfrm>
          <a:prstGeom prst="rect">
            <a:avLst/>
          </a:prstGeom>
        </p:spPr>
        <p:txBody>
          <a:bodyPr anchor="ctr">
            <a:noAutofit/>
          </a:bodyPr>
          <a:lstStyle>
            <a:lvl1pPr marL="0" indent="0" algn="r">
              <a:buNone/>
              <a:defRPr sz="1100">
                <a:solidFill>
                  <a:schemeClr val="bg2"/>
                </a:solidFill>
                <a:latin typeface="AvenirNext LT Pro Regular" panose="020B0504020202020204" pitchFamily="34" charset="0"/>
              </a:defRPr>
            </a:lvl1pPr>
          </a:lstStyle>
          <a:p>
            <a:pPr lvl="0"/>
            <a:r>
              <a:rPr lang="en-US"/>
              <a:t>Related agenda topic (optional)</a:t>
            </a:r>
          </a:p>
        </p:txBody>
      </p:sp>
      <p:sp>
        <p:nvSpPr>
          <p:cNvPr id="10" name="Content Placeholder 3">
            <a:extLst>
              <a:ext uri="{FF2B5EF4-FFF2-40B4-BE49-F238E27FC236}">
                <a16:creationId xmlns:a16="http://schemas.microsoft.com/office/drawing/2014/main" id="{6E7C3B46-D5EB-4C7A-AA2E-1397DA708BB3}"/>
              </a:ext>
            </a:extLst>
          </p:cNvPr>
          <p:cNvSpPr>
            <a:spLocks noGrp="1"/>
          </p:cNvSpPr>
          <p:nvPr>
            <p:ph sz="half" idx="15" hasCustomPrompt="1"/>
          </p:nvPr>
        </p:nvSpPr>
        <p:spPr>
          <a:xfrm>
            <a:off x="332232" y="1825625"/>
            <a:ext cx="5212080" cy="4297680"/>
          </a:xfrm>
          <a:prstGeom prst="rect">
            <a:avLst/>
          </a:prstGeom>
        </p:spPr>
        <p:txBody>
          <a:bodyPr/>
          <a:lstStyle>
            <a:lvl1pPr marL="0" indent="0">
              <a:buNone/>
              <a:defRPr sz="1800">
                <a:solidFill>
                  <a:schemeClr val="bg1"/>
                </a:solidFill>
                <a:latin typeface="AvenirNext LT Pro Regular" panose="020B0504020202020204" pitchFamily="34" charset="0"/>
              </a:defRPr>
            </a:lvl1pPr>
            <a:lvl2pPr marL="182880" indent="-182880">
              <a:defRPr sz="1600">
                <a:solidFill>
                  <a:schemeClr val="bg1"/>
                </a:solidFill>
                <a:latin typeface="AvenirNext LT Pro Regular" panose="020B0504020202020204" pitchFamily="34" charset="0"/>
              </a:defRPr>
            </a:lvl2pPr>
            <a:lvl3pPr marL="365760" indent="-182880">
              <a:defRPr sz="1400">
                <a:solidFill>
                  <a:schemeClr val="bg1"/>
                </a:solidFill>
                <a:latin typeface="AvenirNext LT Pro Regular" panose="020B0504020202020204" pitchFamily="34" charset="0"/>
              </a:defRPr>
            </a:lvl3pPr>
          </a:lstStyle>
          <a:p>
            <a:pPr lvl="0"/>
            <a:r>
              <a:rPr lang="en-US"/>
              <a:t>Main slide copy, extend 1-2 lines with 2 bullet levels. Text should be 18pt or larger. Click icon to add graphic. </a:t>
            </a:r>
          </a:p>
          <a:p>
            <a:pPr lvl="1"/>
            <a:r>
              <a:rPr lang="en-US"/>
              <a:t>First level bullet, extend to 1-2 lines. Text should be 16pt or larger. </a:t>
            </a:r>
          </a:p>
          <a:p>
            <a:pPr lvl="2"/>
            <a:r>
              <a:rPr lang="en-US"/>
              <a:t>Second level bullet, extend to 1-2 lines. Text should be 14pt or larger. </a:t>
            </a:r>
          </a:p>
        </p:txBody>
      </p:sp>
      <p:pic>
        <p:nvPicPr>
          <p:cNvPr id="3" name="Picture 2">
            <a:extLst>
              <a:ext uri="{FF2B5EF4-FFF2-40B4-BE49-F238E27FC236}">
                <a16:creationId xmlns:a16="http://schemas.microsoft.com/office/drawing/2014/main" id="{F835D898-5AF6-4D4F-95AE-F700D2A5EFBB}"/>
              </a:ext>
            </a:extLst>
          </p:cNvPr>
          <p:cNvPicPr>
            <a:picLocks/>
          </p:cNvPicPr>
          <p:nvPr userDrawn="1"/>
        </p:nvPicPr>
        <p:blipFill>
          <a:blip r:embed="rId2">
            <a:extLst>
              <a:ext uri="{28A0092B-C50C-407E-A947-70E740481C1C}">
                <a14:useLocalDpi xmlns:a14="http://schemas.microsoft.com/office/drawing/2010/main" val="0"/>
              </a:ext>
            </a:extLst>
          </a:blip>
          <a:srcRect/>
          <a:stretch/>
        </p:blipFill>
        <p:spPr>
          <a:xfrm>
            <a:off x="365760" y="6217920"/>
            <a:ext cx="777240" cy="453971"/>
          </a:xfrm>
          <a:prstGeom prst="rect">
            <a:avLst/>
          </a:prstGeom>
        </p:spPr>
      </p:pic>
    </p:spTree>
    <p:extLst>
      <p:ext uri="{BB962C8B-B14F-4D97-AF65-F5344CB8AC3E}">
        <p14:creationId xmlns:p14="http://schemas.microsoft.com/office/powerpoint/2010/main" val="261379111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wo Column Content Dark BG">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5C29514-DFE8-429A-885B-7A7907F26BD4}"/>
              </a:ext>
            </a:extLst>
          </p:cNvPr>
          <p:cNvSpPr>
            <a:spLocks noGrp="1"/>
          </p:cNvSpPr>
          <p:nvPr>
            <p:ph sz="half" idx="2" hasCustomPrompt="1"/>
          </p:nvPr>
        </p:nvSpPr>
        <p:spPr>
          <a:xfrm>
            <a:off x="6141720" y="1825625"/>
            <a:ext cx="5212080" cy="4297680"/>
          </a:xfrm>
          <a:prstGeom prst="rect">
            <a:avLst/>
          </a:prstGeom>
        </p:spPr>
        <p:txBody>
          <a:bodyPr lIns="0" rIns="0"/>
          <a:lstStyle>
            <a:lvl1pPr marL="0" indent="0">
              <a:buNone/>
              <a:defRPr sz="1800">
                <a:solidFill>
                  <a:schemeClr val="bg1"/>
                </a:solidFill>
                <a:latin typeface="AvenirNext LT Pro Regular" panose="020B0504020202020204" pitchFamily="34" charset="0"/>
              </a:defRPr>
            </a:lvl1pPr>
            <a:lvl2pPr marL="182880" indent="-182880">
              <a:defRPr sz="1600">
                <a:solidFill>
                  <a:schemeClr val="bg1"/>
                </a:solidFill>
                <a:latin typeface="AvenirNext LT Pro Regular" panose="020B0504020202020204" pitchFamily="34" charset="0"/>
              </a:defRPr>
            </a:lvl2pPr>
            <a:lvl3pPr marL="365760" indent="-182880">
              <a:defRPr sz="1400">
                <a:solidFill>
                  <a:schemeClr val="bg1"/>
                </a:solidFill>
                <a:latin typeface="AvenirNext LT Pro Regular" panose="020B0504020202020204" pitchFamily="34" charset="0"/>
              </a:defRPr>
            </a:lvl3pPr>
          </a:lstStyle>
          <a:p>
            <a:pPr lvl="0"/>
            <a:r>
              <a:rPr lang="en-US"/>
              <a:t>Main slide copy, extend 1-2 lines with 2 bullet levels. Text should be 18pt or larger. Click icon to add graphic. </a:t>
            </a:r>
          </a:p>
          <a:p>
            <a:pPr lvl="1"/>
            <a:r>
              <a:rPr lang="en-US"/>
              <a:t>First level bullet, extend to 1-2 lines. Text should be 16pt or larger. </a:t>
            </a:r>
          </a:p>
          <a:p>
            <a:pPr lvl="2"/>
            <a:r>
              <a:rPr lang="en-US"/>
              <a:t>Second level bullet, extend to 1-2 lines. Text should be 14pt or larger. </a:t>
            </a:r>
          </a:p>
        </p:txBody>
      </p:sp>
      <p:sp>
        <p:nvSpPr>
          <p:cNvPr id="9" name="Text Placeholder 7">
            <a:extLst>
              <a:ext uri="{FF2B5EF4-FFF2-40B4-BE49-F238E27FC236}">
                <a16:creationId xmlns:a16="http://schemas.microsoft.com/office/drawing/2014/main" id="{FF2ACCCE-C649-408D-A8AF-E5532641E219}"/>
              </a:ext>
            </a:extLst>
          </p:cNvPr>
          <p:cNvSpPr>
            <a:spLocks noGrp="1"/>
          </p:cNvSpPr>
          <p:nvPr>
            <p:ph type="body" sz="quarter" idx="13" hasCustomPrompt="1"/>
          </p:nvPr>
        </p:nvSpPr>
        <p:spPr>
          <a:xfrm>
            <a:off x="365760" y="365760"/>
            <a:ext cx="5943600" cy="365760"/>
          </a:xfrm>
          <a:prstGeom prst="rect">
            <a:avLst/>
          </a:prstGeom>
        </p:spPr>
        <p:txBody>
          <a:bodyPr lIns="0" rIns="0">
            <a:noAutofit/>
          </a:bodyPr>
          <a:lstStyle>
            <a:lvl1pPr marL="0" indent="0">
              <a:buNone/>
              <a:defRPr sz="1800" b="0" i="0">
                <a:solidFill>
                  <a:schemeClr val="accent3"/>
                </a:solidFill>
                <a:latin typeface="AvenirNext LT Pro Regular" panose="020B0704020202020204" pitchFamily="34" charset="0"/>
              </a:defRPr>
            </a:lvl1pPr>
          </a:lstStyle>
          <a:p>
            <a:pPr lvl="0"/>
            <a:r>
              <a:rPr lang="en-US"/>
              <a:t>Slide title (2-5 words)</a:t>
            </a:r>
          </a:p>
        </p:txBody>
      </p:sp>
      <p:sp>
        <p:nvSpPr>
          <p:cNvPr id="12" name="Title 1">
            <a:extLst>
              <a:ext uri="{FF2B5EF4-FFF2-40B4-BE49-F238E27FC236}">
                <a16:creationId xmlns:a16="http://schemas.microsoft.com/office/drawing/2014/main" id="{98E011B6-D528-4B1E-905E-B4E480F5DC13}"/>
              </a:ext>
            </a:extLst>
          </p:cNvPr>
          <p:cNvSpPr>
            <a:spLocks noGrp="1"/>
          </p:cNvSpPr>
          <p:nvPr>
            <p:ph type="title" hasCustomPrompt="1"/>
          </p:nvPr>
        </p:nvSpPr>
        <p:spPr>
          <a:xfrm>
            <a:off x="365760" y="822960"/>
            <a:ext cx="10972800" cy="731520"/>
          </a:xfrm>
          <a:prstGeom prst="rect">
            <a:avLst/>
          </a:prstGeom>
        </p:spPr>
        <p:txBody>
          <a:bodyPr lIns="0" rIns="0" anchor="t">
            <a:noAutofit/>
          </a:bodyPr>
          <a:lstStyle>
            <a:lvl1pPr>
              <a:defRPr sz="2000">
                <a:solidFill>
                  <a:schemeClr val="bg1"/>
                </a:solidFill>
                <a:latin typeface="AvenirNext LT Pro Regular" panose="020B0504020202020204" pitchFamily="34" charset="0"/>
              </a:defRPr>
            </a:lvl1pPr>
          </a:lstStyle>
          <a:p>
            <a:r>
              <a:rPr lang="en-US"/>
              <a:t>Key takeaway statement, may underline 1-2 words for emphasis and extend 1-2 lines. Text should be 20pt or larger. Delete this box if not needed.</a:t>
            </a:r>
          </a:p>
        </p:txBody>
      </p:sp>
      <p:sp>
        <p:nvSpPr>
          <p:cNvPr id="13" name="Text Placeholder 8">
            <a:extLst>
              <a:ext uri="{FF2B5EF4-FFF2-40B4-BE49-F238E27FC236}">
                <a16:creationId xmlns:a16="http://schemas.microsoft.com/office/drawing/2014/main" id="{599D585C-4382-4324-B2E6-C07E1D82FE7D}"/>
              </a:ext>
            </a:extLst>
          </p:cNvPr>
          <p:cNvSpPr>
            <a:spLocks noGrp="1"/>
          </p:cNvSpPr>
          <p:nvPr>
            <p:ph type="body" sz="quarter" idx="14" hasCustomPrompt="1"/>
          </p:nvPr>
        </p:nvSpPr>
        <p:spPr>
          <a:xfrm>
            <a:off x="8595360" y="122238"/>
            <a:ext cx="2743200" cy="274637"/>
          </a:xfrm>
          <a:prstGeom prst="rect">
            <a:avLst/>
          </a:prstGeom>
        </p:spPr>
        <p:txBody>
          <a:bodyPr lIns="0" rIns="0" anchor="ctr">
            <a:noAutofit/>
          </a:bodyPr>
          <a:lstStyle>
            <a:lvl1pPr marL="0" indent="0" algn="r">
              <a:buNone/>
              <a:defRPr sz="1100">
                <a:solidFill>
                  <a:schemeClr val="bg2"/>
                </a:solidFill>
                <a:latin typeface="AvenirNext LT Pro Regular" panose="020B0504020202020204" pitchFamily="34" charset="0"/>
              </a:defRPr>
            </a:lvl1pPr>
          </a:lstStyle>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Related agenda topic (optional)</a:t>
            </a:r>
          </a:p>
        </p:txBody>
      </p:sp>
      <p:sp>
        <p:nvSpPr>
          <p:cNvPr id="10" name="Content Placeholder 3">
            <a:extLst>
              <a:ext uri="{FF2B5EF4-FFF2-40B4-BE49-F238E27FC236}">
                <a16:creationId xmlns:a16="http://schemas.microsoft.com/office/drawing/2014/main" id="{6E7C3B46-D5EB-4C7A-AA2E-1397DA708BB3}"/>
              </a:ext>
            </a:extLst>
          </p:cNvPr>
          <p:cNvSpPr>
            <a:spLocks noGrp="1"/>
          </p:cNvSpPr>
          <p:nvPr>
            <p:ph sz="half" idx="15" hasCustomPrompt="1"/>
          </p:nvPr>
        </p:nvSpPr>
        <p:spPr>
          <a:xfrm>
            <a:off x="332232" y="1825625"/>
            <a:ext cx="5212080" cy="4297680"/>
          </a:xfrm>
          <a:prstGeom prst="rect">
            <a:avLst/>
          </a:prstGeom>
        </p:spPr>
        <p:txBody>
          <a:bodyPr lIns="0" rIns="0"/>
          <a:lstStyle>
            <a:lvl1pPr marL="0" indent="0">
              <a:buNone/>
              <a:defRPr sz="1800">
                <a:solidFill>
                  <a:schemeClr val="bg1"/>
                </a:solidFill>
                <a:latin typeface="AvenirNext LT Pro Regular" panose="020B0504020202020204" pitchFamily="34" charset="0"/>
              </a:defRPr>
            </a:lvl1pPr>
            <a:lvl2pPr marL="182880" indent="-182880">
              <a:defRPr sz="1600">
                <a:solidFill>
                  <a:schemeClr val="bg1"/>
                </a:solidFill>
                <a:latin typeface="AvenirNext LT Pro Regular" panose="020B0504020202020204" pitchFamily="34" charset="0"/>
              </a:defRPr>
            </a:lvl2pPr>
            <a:lvl3pPr marL="365760" indent="-182880">
              <a:defRPr sz="1400">
                <a:solidFill>
                  <a:schemeClr val="bg1"/>
                </a:solidFill>
                <a:latin typeface="AvenirNext LT Pro Regular" panose="020B0504020202020204" pitchFamily="34" charset="0"/>
              </a:defRPr>
            </a:lvl3pPr>
          </a:lstStyle>
          <a:p>
            <a:pPr lvl="0"/>
            <a:r>
              <a:rPr lang="en-US"/>
              <a:t>Main slide copy, extend 1-2 lines with 2 bullet levels. Text should be 18pt or larger. Click icon to add graphic. </a:t>
            </a:r>
          </a:p>
          <a:p>
            <a:pPr lvl="1"/>
            <a:r>
              <a:rPr lang="en-US"/>
              <a:t>First level bullet, extend to 1-2 lines. Text should be 16pt or larger. </a:t>
            </a:r>
          </a:p>
          <a:p>
            <a:pPr lvl="2"/>
            <a:r>
              <a:rPr lang="en-US"/>
              <a:t>Second level bullet, extend to 1-2 lines. Text should be 14pt or larger. </a:t>
            </a:r>
          </a:p>
        </p:txBody>
      </p:sp>
      <p:pic>
        <p:nvPicPr>
          <p:cNvPr id="3" name="Picture 2">
            <a:extLst>
              <a:ext uri="{FF2B5EF4-FFF2-40B4-BE49-F238E27FC236}">
                <a16:creationId xmlns:a16="http://schemas.microsoft.com/office/drawing/2014/main" id="{9FF7130B-7CA9-0E7A-435C-B0EA096D4892}"/>
              </a:ext>
            </a:extLst>
          </p:cNvPr>
          <p:cNvPicPr>
            <a:picLocks/>
          </p:cNvPicPr>
          <p:nvPr userDrawn="1"/>
        </p:nvPicPr>
        <p:blipFill>
          <a:blip r:embed="rId2">
            <a:extLst>
              <a:ext uri="{28A0092B-C50C-407E-A947-70E740481C1C}">
                <a14:useLocalDpi xmlns:a14="http://schemas.microsoft.com/office/drawing/2010/main" val="0"/>
              </a:ext>
            </a:extLst>
          </a:blip>
          <a:srcRect/>
          <a:stretch/>
        </p:blipFill>
        <p:spPr>
          <a:xfrm>
            <a:off x="365760" y="6217920"/>
            <a:ext cx="777240" cy="453971"/>
          </a:xfrm>
          <a:prstGeom prst="rect">
            <a:avLst/>
          </a:prstGeom>
        </p:spPr>
      </p:pic>
    </p:spTree>
    <p:extLst>
      <p:ext uri="{BB962C8B-B14F-4D97-AF65-F5344CB8AC3E}">
        <p14:creationId xmlns:p14="http://schemas.microsoft.com/office/powerpoint/2010/main" val="21901813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hree Column Content Dark BG">
    <p:spTree>
      <p:nvGrpSpPr>
        <p:cNvPr id="1" name=""/>
        <p:cNvGrpSpPr/>
        <p:nvPr/>
      </p:nvGrpSpPr>
      <p:grpSpPr>
        <a:xfrm>
          <a:off x="0" y="0"/>
          <a:ext cx="0" cy="0"/>
          <a:chOff x="0" y="0"/>
          <a:chExt cx="0" cy="0"/>
        </a:xfrm>
      </p:grpSpPr>
      <p:sp>
        <p:nvSpPr>
          <p:cNvPr id="9" name="Text Placeholder 7">
            <a:extLst>
              <a:ext uri="{FF2B5EF4-FFF2-40B4-BE49-F238E27FC236}">
                <a16:creationId xmlns:a16="http://schemas.microsoft.com/office/drawing/2014/main" id="{FF2ACCCE-C649-408D-A8AF-E5532641E219}"/>
              </a:ext>
            </a:extLst>
          </p:cNvPr>
          <p:cNvSpPr>
            <a:spLocks noGrp="1"/>
          </p:cNvSpPr>
          <p:nvPr>
            <p:ph type="body" sz="quarter" idx="13" hasCustomPrompt="1"/>
          </p:nvPr>
        </p:nvSpPr>
        <p:spPr>
          <a:xfrm>
            <a:off x="365760" y="365760"/>
            <a:ext cx="5943600" cy="365760"/>
          </a:xfrm>
          <a:prstGeom prst="rect">
            <a:avLst/>
          </a:prstGeom>
        </p:spPr>
        <p:txBody>
          <a:bodyPr lIns="0" rIns="0">
            <a:noAutofit/>
          </a:bodyPr>
          <a:lstStyle>
            <a:lvl1pPr marL="0" indent="0">
              <a:buNone/>
              <a:defRPr sz="1800" b="0" i="0">
                <a:solidFill>
                  <a:schemeClr val="accent3"/>
                </a:solidFill>
                <a:latin typeface="AvenirNext LT Pro Regular" panose="020B0704020202020204" pitchFamily="34" charset="0"/>
              </a:defRPr>
            </a:lvl1pPr>
          </a:lstStyle>
          <a:p>
            <a:pPr lvl="0"/>
            <a:r>
              <a:rPr lang="en-US"/>
              <a:t>Slide title (2-5 words)</a:t>
            </a:r>
          </a:p>
        </p:txBody>
      </p:sp>
      <p:sp>
        <p:nvSpPr>
          <p:cNvPr id="15" name="Title 1">
            <a:extLst>
              <a:ext uri="{FF2B5EF4-FFF2-40B4-BE49-F238E27FC236}">
                <a16:creationId xmlns:a16="http://schemas.microsoft.com/office/drawing/2014/main" id="{25BEEC79-05B5-4CC6-8A36-751868A3CA5F}"/>
              </a:ext>
            </a:extLst>
          </p:cNvPr>
          <p:cNvSpPr>
            <a:spLocks noGrp="1"/>
          </p:cNvSpPr>
          <p:nvPr>
            <p:ph type="title" hasCustomPrompt="1"/>
          </p:nvPr>
        </p:nvSpPr>
        <p:spPr>
          <a:xfrm>
            <a:off x="365760" y="822960"/>
            <a:ext cx="10972800" cy="731520"/>
          </a:xfrm>
          <a:prstGeom prst="rect">
            <a:avLst/>
          </a:prstGeom>
        </p:spPr>
        <p:txBody>
          <a:bodyPr lIns="0" rIns="0" anchor="t">
            <a:noAutofit/>
          </a:bodyPr>
          <a:lstStyle>
            <a:lvl1pPr>
              <a:defRPr sz="2000">
                <a:solidFill>
                  <a:schemeClr val="bg1"/>
                </a:solidFill>
                <a:latin typeface="AvenirNext LT Pro Regular" panose="020B0504020202020204" pitchFamily="34" charset="0"/>
              </a:defRPr>
            </a:lvl1pPr>
          </a:lstStyle>
          <a:p>
            <a:r>
              <a:rPr lang="en-US"/>
              <a:t>Key takeaway statement, may underline 1-2 words for emphasis and extend 1-2 lines. Text should be 20pt or larger. Delete this box if not needed.</a:t>
            </a:r>
          </a:p>
        </p:txBody>
      </p:sp>
      <p:sp>
        <p:nvSpPr>
          <p:cNvPr id="16" name="Text Placeholder 8">
            <a:extLst>
              <a:ext uri="{FF2B5EF4-FFF2-40B4-BE49-F238E27FC236}">
                <a16:creationId xmlns:a16="http://schemas.microsoft.com/office/drawing/2014/main" id="{C399A404-6362-4165-8082-F1C03B93081A}"/>
              </a:ext>
            </a:extLst>
          </p:cNvPr>
          <p:cNvSpPr>
            <a:spLocks noGrp="1"/>
          </p:cNvSpPr>
          <p:nvPr>
            <p:ph type="body" sz="quarter" idx="14" hasCustomPrompt="1"/>
          </p:nvPr>
        </p:nvSpPr>
        <p:spPr>
          <a:xfrm>
            <a:off x="8595360" y="122238"/>
            <a:ext cx="2743200" cy="274637"/>
          </a:xfrm>
          <a:prstGeom prst="rect">
            <a:avLst/>
          </a:prstGeom>
        </p:spPr>
        <p:txBody>
          <a:bodyPr lIns="0" rIns="0" anchor="ctr">
            <a:noAutofit/>
          </a:bodyPr>
          <a:lstStyle>
            <a:lvl1pPr marL="0" indent="0" algn="r">
              <a:buNone/>
              <a:defRPr sz="1100">
                <a:solidFill>
                  <a:schemeClr val="bg2"/>
                </a:solidFill>
                <a:latin typeface="AvenirNext LT Pro Regular" panose="020B0504020202020204" pitchFamily="34" charset="0"/>
              </a:defRPr>
            </a:lvl1pPr>
          </a:lstStyle>
          <a:p>
            <a:pPr lvl="0"/>
            <a:r>
              <a:rPr lang="en-US"/>
              <a:t>Related agenda topic (optional)</a:t>
            </a:r>
          </a:p>
        </p:txBody>
      </p:sp>
      <p:sp>
        <p:nvSpPr>
          <p:cNvPr id="3" name="Text Placeholder 2">
            <a:extLst>
              <a:ext uri="{FF2B5EF4-FFF2-40B4-BE49-F238E27FC236}">
                <a16:creationId xmlns:a16="http://schemas.microsoft.com/office/drawing/2014/main" id="{E57109A3-5601-40D6-A3A7-8415A70A9A08}"/>
              </a:ext>
            </a:extLst>
          </p:cNvPr>
          <p:cNvSpPr>
            <a:spLocks noGrp="1"/>
          </p:cNvSpPr>
          <p:nvPr>
            <p:ph type="body" sz="quarter" idx="30" hasCustomPrompt="1"/>
          </p:nvPr>
        </p:nvSpPr>
        <p:spPr>
          <a:xfrm>
            <a:off x="362611" y="1645920"/>
            <a:ext cx="3566160" cy="4572000"/>
          </a:xfrm>
          <a:prstGeom prst="rect">
            <a:avLst/>
          </a:prstGeom>
        </p:spPr>
        <p:txBody>
          <a:bodyPr lIns="0" rIns="0"/>
          <a:lstStyle>
            <a:lvl1pPr marL="0" indent="0">
              <a:lnSpc>
                <a:spcPct val="100000"/>
              </a:lnSpc>
              <a:spcBef>
                <a:spcPts val="0"/>
              </a:spcBef>
              <a:spcAft>
                <a:spcPts val="600"/>
              </a:spcAft>
              <a:buNone/>
              <a:defRPr sz="1400">
                <a:solidFill>
                  <a:schemeClr val="bg1"/>
                </a:solidFill>
                <a:latin typeface="AvenirNext LT Pro Regular" panose="020B0504020202020204" pitchFamily="34" charset="0"/>
              </a:defRPr>
            </a:lvl1pPr>
            <a:lvl2pPr marL="182880" indent="-182880">
              <a:lnSpc>
                <a:spcPct val="100000"/>
              </a:lnSpc>
              <a:spcBef>
                <a:spcPts val="0"/>
              </a:spcBef>
              <a:spcAft>
                <a:spcPts val="600"/>
              </a:spcAft>
              <a:defRPr sz="1400">
                <a:solidFill>
                  <a:schemeClr val="bg1"/>
                </a:solidFill>
                <a:latin typeface="AvenirNext LT Pro Regular" panose="020B0504020202020204" pitchFamily="34" charset="0"/>
              </a:defRPr>
            </a:lvl2pPr>
            <a:lvl3pPr marL="365760" indent="-182880">
              <a:lnSpc>
                <a:spcPct val="100000"/>
              </a:lnSpc>
              <a:spcBef>
                <a:spcPts val="0"/>
              </a:spcBef>
              <a:spcAft>
                <a:spcPts val="600"/>
              </a:spcAft>
              <a:defRPr sz="1200">
                <a:solidFill>
                  <a:schemeClr val="bg1"/>
                </a:solidFill>
                <a:latin typeface="AvenirNext LT Pro Regular" panose="020B0504020202020204" pitchFamily="34" charset="0"/>
              </a:defRPr>
            </a:lvl3pPr>
          </a:lstStyle>
          <a:p>
            <a:pPr lvl="0"/>
            <a:r>
              <a:rPr lang="en-US"/>
              <a:t>Main slide copy, extend 1-3 lines with 2 bullet levels. Text should be 14pt or larger. Click icon to add graphic.</a:t>
            </a:r>
          </a:p>
          <a:p>
            <a:pPr lvl="1"/>
            <a:r>
              <a:rPr lang="en-US"/>
              <a:t>First level bullet, extend to 1-2 lines. Text should be 14pt or larger.</a:t>
            </a:r>
          </a:p>
          <a:p>
            <a:pPr lvl="2"/>
            <a:r>
              <a:rPr lang="en-US"/>
              <a:t>Second level bullet, extend to 1-2 lines. Text should be 12pt or larger.</a:t>
            </a:r>
          </a:p>
        </p:txBody>
      </p:sp>
      <p:sp>
        <p:nvSpPr>
          <p:cNvPr id="13" name="Text Placeholder 2">
            <a:extLst>
              <a:ext uri="{FF2B5EF4-FFF2-40B4-BE49-F238E27FC236}">
                <a16:creationId xmlns:a16="http://schemas.microsoft.com/office/drawing/2014/main" id="{624D5E9F-2159-4A58-AB83-FA977355E79A}"/>
              </a:ext>
            </a:extLst>
          </p:cNvPr>
          <p:cNvSpPr>
            <a:spLocks noGrp="1"/>
          </p:cNvSpPr>
          <p:nvPr>
            <p:ph type="body" sz="quarter" idx="31" hasCustomPrompt="1"/>
          </p:nvPr>
        </p:nvSpPr>
        <p:spPr>
          <a:xfrm>
            <a:off x="4023360" y="1645920"/>
            <a:ext cx="3566160" cy="4572000"/>
          </a:xfrm>
          <a:prstGeom prst="rect">
            <a:avLst/>
          </a:prstGeom>
        </p:spPr>
        <p:txBody>
          <a:bodyPr lIns="0" rIns="0"/>
          <a:lstStyle>
            <a:lvl1pPr marL="0" indent="0">
              <a:lnSpc>
                <a:spcPct val="100000"/>
              </a:lnSpc>
              <a:spcBef>
                <a:spcPts val="0"/>
              </a:spcBef>
              <a:spcAft>
                <a:spcPts val="600"/>
              </a:spcAft>
              <a:buNone/>
              <a:defRPr sz="1400">
                <a:solidFill>
                  <a:schemeClr val="bg1"/>
                </a:solidFill>
                <a:latin typeface="AvenirNext LT Pro Regular" panose="020B0504020202020204" pitchFamily="34" charset="0"/>
              </a:defRPr>
            </a:lvl1pPr>
            <a:lvl2pPr marL="182880" indent="-182880">
              <a:lnSpc>
                <a:spcPct val="100000"/>
              </a:lnSpc>
              <a:spcBef>
                <a:spcPts val="0"/>
              </a:spcBef>
              <a:spcAft>
                <a:spcPts val="600"/>
              </a:spcAft>
              <a:defRPr sz="1400">
                <a:solidFill>
                  <a:schemeClr val="bg1"/>
                </a:solidFill>
                <a:latin typeface="AvenirNext LT Pro Regular" panose="020B0504020202020204" pitchFamily="34" charset="0"/>
              </a:defRPr>
            </a:lvl2pPr>
            <a:lvl3pPr marL="365760" indent="-182880">
              <a:lnSpc>
                <a:spcPct val="100000"/>
              </a:lnSpc>
              <a:spcBef>
                <a:spcPts val="0"/>
              </a:spcBef>
              <a:spcAft>
                <a:spcPts val="600"/>
              </a:spcAft>
              <a:defRPr sz="1200">
                <a:solidFill>
                  <a:schemeClr val="bg1"/>
                </a:solidFill>
                <a:latin typeface="AvenirNext LT Pro Regular" panose="020B0504020202020204" pitchFamily="34" charset="0"/>
              </a:defRPr>
            </a:lvl3pPr>
          </a:lstStyle>
          <a:p>
            <a:pPr lvl="0"/>
            <a:r>
              <a:rPr lang="en-US"/>
              <a:t>Main slide copy, extend 1-3 lines with 2 bullet levels. Text should be 14pt or larger. Click icon to add graphic.</a:t>
            </a:r>
          </a:p>
          <a:p>
            <a:pPr lvl="1"/>
            <a:r>
              <a:rPr lang="en-US"/>
              <a:t>First level bullet, extend to 1-2 lines. Text should be 14pt or larger.</a:t>
            </a:r>
          </a:p>
          <a:p>
            <a:pPr lvl="2"/>
            <a:r>
              <a:rPr lang="en-US"/>
              <a:t>Second level bullet, extend to 1-2 lines. Text should be 12pt or larger.</a:t>
            </a:r>
          </a:p>
        </p:txBody>
      </p:sp>
      <p:sp>
        <p:nvSpPr>
          <p:cNvPr id="14" name="Text Placeholder 2">
            <a:extLst>
              <a:ext uri="{FF2B5EF4-FFF2-40B4-BE49-F238E27FC236}">
                <a16:creationId xmlns:a16="http://schemas.microsoft.com/office/drawing/2014/main" id="{9B56A9A0-52C9-4DA9-9880-B268774D3074}"/>
              </a:ext>
            </a:extLst>
          </p:cNvPr>
          <p:cNvSpPr>
            <a:spLocks noGrp="1"/>
          </p:cNvSpPr>
          <p:nvPr>
            <p:ph type="body" sz="quarter" idx="32" hasCustomPrompt="1"/>
          </p:nvPr>
        </p:nvSpPr>
        <p:spPr>
          <a:xfrm>
            <a:off x="7680960" y="1645920"/>
            <a:ext cx="3657600" cy="4572000"/>
          </a:xfrm>
          <a:prstGeom prst="rect">
            <a:avLst/>
          </a:prstGeom>
        </p:spPr>
        <p:txBody>
          <a:bodyPr lIns="0" rIns="0"/>
          <a:lstStyle>
            <a:lvl1pPr marL="0" indent="0">
              <a:lnSpc>
                <a:spcPct val="100000"/>
              </a:lnSpc>
              <a:spcBef>
                <a:spcPts val="0"/>
              </a:spcBef>
              <a:spcAft>
                <a:spcPts val="600"/>
              </a:spcAft>
              <a:buNone/>
              <a:defRPr sz="1400">
                <a:solidFill>
                  <a:schemeClr val="bg1"/>
                </a:solidFill>
                <a:latin typeface="AvenirNext LT Pro Regular" panose="020B0504020202020204" pitchFamily="34" charset="0"/>
              </a:defRPr>
            </a:lvl1pPr>
            <a:lvl2pPr marL="182880" indent="-182880">
              <a:lnSpc>
                <a:spcPct val="100000"/>
              </a:lnSpc>
              <a:spcBef>
                <a:spcPts val="0"/>
              </a:spcBef>
              <a:spcAft>
                <a:spcPts val="600"/>
              </a:spcAft>
              <a:defRPr sz="1400">
                <a:solidFill>
                  <a:schemeClr val="bg1"/>
                </a:solidFill>
                <a:latin typeface="AvenirNext LT Pro Regular" panose="020B0504020202020204" pitchFamily="34" charset="0"/>
              </a:defRPr>
            </a:lvl2pPr>
            <a:lvl3pPr marL="365760" indent="-182880">
              <a:lnSpc>
                <a:spcPct val="100000"/>
              </a:lnSpc>
              <a:spcBef>
                <a:spcPts val="0"/>
              </a:spcBef>
              <a:spcAft>
                <a:spcPts val="600"/>
              </a:spcAft>
              <a:defRPr sz="1200">
                <a:solidFill>
                  <a:schemeClr val="bg1"/>
                </a:solidFill>
                <a:latin typeface="AvenirNext LT Pro Regular" panose="020B0504020202020204" pitchFamily="34" charset="0"/>
              </a:defRPr>
            </a:lvl3pPr>
          </a:lstStyle>
          <a:p>
            <a:pPr lvl="0"/>
            <a:r>
              <a:rPr lang="en-US"/>
              <a:t>Main slide copy, extend 1-3 lines with 2 bullet levels. Text should be 14pt or larger. Click icon to add graphic.</a:t>
            </a:r>
          </a:p>
          <a:p>
            <a:pPr lvl="1"/>
            <a:r>
              <a:rPr lang="en-US"/>
              <a:t>First level bullet, extend to 1-2 lines. Text should be 14pt or larger.</a:t>
            </a:r>
          </a:p>
          <a:p>
            <a:pPr lvl="2"/>
            <a:r>
              <a:rPr lang="en-US"/>
              <a:t>Second level bullet, extend to 1-2 lines. Text should be 12pt or larger.</a:t>
            </a:r>
          </a:p>
        </p:txBody>
      </p:sp>
      <p:pic>
        <p:nvPicPr>
          <p:cNvPr id="4" name="Picture 3">
            <a:extLst>
              <a:ext uri="{FF2B5EF4-FFF2-40B4-BE49-F238E27FC236}">
                <a16:creationId xmlns:a16="http://schemas.microsoft.com/office/drawing/2014/main" id="{0E704A2A-E56B-E449-55B8-77A3F71B208B}"/>
              </a:ext>
            </a:extLst>
          </p:cNvPr>
          <p:cNvPicPr>
            <a:picLocks/>
          </p:cNvPicPr>
          <p:nvPr userDrawn="1"/>
        </p:nvPicPr>
        <p:blipFill>
          <a:blip r:embed="rId2">
            <a:extLst>
              <a:ext uri="{28A0092B-C50C-407E-A947-70E740481C1C}">
                <a14:useLocalDpi xmlns:a14="http://schemas.microsoft.com/office/drawing/2010/main" val="0"/>
              </a:ext>
            </a:extLst>
          </a:blip>
          <a:srcRect/>
          <a:stretch/>
        </p:blipFill>
        <p:spPr>
          <a:xfrm>
            <a:off x="365760" y="6217920"/>
            <a:ext cx="777240" cy="453971"/>
          </a:xfrm>
          <a:prstGeom prst="rect">
            <a:avLst/>
          </a:prstGeom>
        </p:spPr>
      </p:pic>
    </p:spTree>
    <p:extLst>
      <p:ext uri="{BB962C8B-B14F-4D97-AF65-F5344CB8AC3E}">
        <p14:creationId xmlns:p14="http://schemas.microsoft.com/office/powerpoint/2010/main" val="257990997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Quadrant Content Dark BG">
    <p:spTree>
      <p:nvGrpSpPr>
        <p:cNvPr id="1" name=""/>
        <p:cNvGrpSpPr/>
        <p:nvPr/>
      </p:nvGrpSpPr>
      <p:grpSpPr>
        <a:xfrm>
          <a:off x="0" y="0"/>
          <a:ext cx="0" cy="0"/>
          <a:chOff x="0" y="0"/>
          <a:chExt cx="0" cy="0"/>
        </a:xfrm>
      </p:grpSpPr>
      <p:sp>
        <p:nvSpPr>
          <p:cNvPr id="9" name="Text Placeholder 7">
            <a:extLst>
              <a:ext uri="{FF2B5EF4-FFF2-40B4-BE49-F238E27FC236}">
                <a16:creationId xmlns:a16="http://schemas.microsoft.com/office/drawing/2014/main" id="{FF2ACCCE-C649-408D-A8AF-E5532641E219}"/>
              </a:ext>
            </a:extLst>
          </p:cNvPr>
          <p:cNvSpPr>
            <a:spLocks noGrp="1"/>
          </p:cNvSpPr>
          <p:nvPr>
            <p:ph type="body" sz="quarter" idx="13" hasCustomPrompt="1"/>
          </p:nvPr>
        </p:nvSpPr>
        <p:spPr>
          <a:xfrm>
            <a:off x="365760" y="365760"/>
            <a:ext cx="5943600" cy="365760"/>
          </a:xfrm>
          <a:prstGeom prst="rect">
            <a:avLst/>
          </a:prstGeom>
        </p:spPr>
        <p:txBody>
          <a:bodyPr lIns="0" rIns="0">
            <a:noAutofit/>
          </a:bodyPr>
          <a:lstStyle>
            <a:lvl1pPr marL="0" indent="0">
              <a:buNone/>
              <a:defRPr sz="1800" b="0" i="0">
                <a:solidFill>
                  <a:schemeClr val="accent3"/>
                </a:solidFill>
                <a:latin typeface="AvenirNext LT Pro Regular" panose="020B0704020202020204" pitchFamily="34" charset="0"/>
              </a:defRPr>
            </a:lvl1pPr>
          </a:lstStyle>
          <a:p>
            <a:pPr lvl="0"/>
            <a:r>
              <a:rPr lang="en-US"/>
              <a:t>Slide title (2-5 words)</a:t>
            </a:r>
          </a:p>
        </p:txBody>
      </p:sp>
      <p:sp>
        <p:nvSpPr>
          <p:cNvPr id="14" name="Title 1">
            <a:extLst>
              <a:ext uri="{FF2B5EF4-FFF2-40B4-BE49-F238E27FC236}">
                <a16:creationId xmlns:a16="http://schemas.microsoft.com/office/drawing/2014/main" id="{3FC75BAA-00ED-43E4-8A26-D1183AB6501B}"/>
              </a:ext>
            </a:extLst>
          </p:cNvPr>
          <p:cNvSpPr>
            <a:spLocks noGrp="1"/>
          </p:cNvSpPr>
          <p:nvPr>
            <p:ph type="title" hasCustomPrompt="1"/>
          </p:nvPr>
        </p:nvSpPr>
        <p:spPr>
          <a:xfrm>
            <a:off x="365760" y="822960"/>
            <a:ext cx="10972800" cy="731520"/>
          </a:xfrm>
          <a:prstGeom prst="rect">
            <a:avLst/>
          </a:prstGeom>
        </p:spPr>
        <p:txBody>
          <a:bodyPr lIns="0" rIns="0" anchor="t">
            <a:noAutofit/>
          </a:bodyPr>
          <a:lstStyle>
            <a:lvl1pPr>
              <a:defRPr sz="2000">
                <a:solidFill>
                  <a:schemeClr val="bg1"/>
                </a:solidFill>
                <a:latin typeface="AvenirNext LT Pro Regular" panose="020B0504020202020204" pitchFamily="34" charset="0"/>
              </a:defRPr>
            </a:lvl1pPr>
          </a:lstStyle>
          <a:p>
            <a:r>
              <a:rPr lang="en-US"/>
              <a:t>Key takeaway statement, may underline 1-2 words for emphasis and extend 1-2 lines. Text should be 20pt or larger. Delete this box if not needed.</a:t>
            </a:r>
          </a:p>
        </p:txBody>
      </p:sp>
      <p:sp>
        <p:nvSpPr>
          <p:cNvPr id="15" name="Text Placeholder 8">
            <a:extLst>
              <a:ext uri="{FF2B5EF4-FFF2-40B4-BE49-F238E27FC236}">
                <a16:creationId xmlns:a16="http://schemas.microsoft.com/office/drawing/2014/main" id="{D396906D-0DE3-43D3-AD60-198D7D5B422D}"/>
              </a:ext>
            </a:extLst>
          </p:cNvPr>
          <p:cNvSpPr>
            <a:spLocks noGrp="1"/>
          </p:cNvSpPr>
          <p:nvPr>
            <p:ph type="body" sz="quarter" idx="16" hasCustomPrompt="1"/>
          </p:nvPr>
        </p:nvSpPr>
        <p:spPr>
          <a:xfrm>
            <a:off x="8595360" y="122238"/>
            <a:ext cx="2743200" cy="274637"/>
          </a:xfrm>
          <a:prstGeom prst="rect">
            <a:avLst/>
          </a:prstGeom>
        </p:spPr>
        <p:txBody>
          <a:bodyPr lIns="0" rIns="0" anchor="ctr">
            <a:noAutofit/>
          </a:bodyPr>
          <a:lstStyle>
            <a:lvl1pPr marL="0" indent="0" algn="r">
              <a:buNone/>
              <a:defRPr sz="1100">
                <a:solidFill>
                  <a:schemeClr val="bg2"/>
                </a:solidFill>
                <a:latin typeface="AvenirNext LT Pro Regular" panose="020B0504020202020204" pitchFamily="34" charset="0"/>
              </a:defRPr>
            </a:lvl1pPr>
          </a:lstStyle>
          <a:p>
            <a:pPr lvl="0"/>
            <a:r>
              <a:rPr lang="en-US"/>
              <a:t>Related agenda topic (optional)</a:t>
            </a:r>
          </a:p>
        </p:txBody>
      </p:sp>
      <p:sp>
        <p:nvSpPr>
          <p:cNvPr id="5" name="Text Placeholder 4">
            <a:extLst>
              <a:ext uri="{FF2B5EF4-FFF2-40B4-BE49-F238E27FC236}">
                <a16:creationId xmlns:a16="http://schemas.microsoft.com/office/drawing/2014/main" id="{28F1C10C-D544-48EE-B753-45091D3F191A}"/>
              </a:ext>
            </a:extLst>
          </p:cNvPr>
          <p:cNvSpPr>
            <a:spLocks noGrp="1"/>
          </p:cNvSpPr>
          <p:nvPr>
            <p:ph type="body" sz="quarter" idx="17" hasCustomPrompt="1"/>
          </p:nvPr>
        </p:nvSpPr>
        <p:spPr>
          <a:xfrm>
            <a:off x="5897880" y="1825625"/>
            <a:ext cx="5440680" cy="2011680"/>
          </a:xfrm>
          <a:prstGeom prst="rect">
            <a:avLst/>
          </a:prstGeom>
        </p:spPr>
        <p:txBody>
          <a:bodyPr/>
          <a:lstStyle>
            <a:lvl1pPr marL="0" indent="0">
              <a:lnSpc>
                <a:spcPct val="100000"/>
              </a:lnSpc>
              <a:spcBef>
                <a:spcPts val="0"/>
              </a:spcBef>
              <a:spcAft>
                <a:spcPts val="600"/>
              </a:spcAft>
              <a:buNone/>
              <a:defRPr sz="1400">
                <a:solidFill>
                  <a:schemeClr val="bg1"/>
                </a:solidFill>
                <a:latin typeface="AvenirNext LT Pro Regular" panose="020B0504020202020204" pitchFamily="34" charset="0"/>
              </a:defRPr>
            </a:lvl1pPr>
            <a:lvl2pPr marL="182880" indent="-182880">
              <a:lnSpc>
                <a:spcPct val="100000"/>
              </a:lnSpc>
              <a:spcBef>
                <a:spcPts val="0"/>
              </a:spcBef>
              <a:spcAft>
                <a:spcPts val="600"/>
              </a:spcAft>
              <a:defRPr sz="1200">
                <a:solidFill>
                  <a:schemeClr val="bg1"/>
                </a:solidFill>
                <a:latin typeface="AvenirNext LT Pro Regular" panose="020B0504020202020204" pitchFamily="34" charset="0"/>
              </a:defRPr>
            </a:lvl2pPr>
            <a:lvl3pPr marL="365760" indent="-182880">
              <a:lnSpc>
                <a:spcPct val="100000"/>
              </a:lnSpc>
              <a:spcBef>
                <a:spcPts val="0"/>
              </a:spcBef>
              <a:spcAft>
                <a:spcPts val="600"/>
              </a:spcAft>
              <a:defRPr sz="1200">
                <a:solidFill>
                  <a:schemeClr val="bg1"/>
                </a:solidFill>
                <a:latin typeface="AvenirNext LT Pro Regular" panose="020B0504020202020204" pitchFamily="34" charset="0"/>
              </a:defRPr>
            </a:lvl3pPr>
          </a:lstStyle>
          <a:p>
            <a:pPr lvl="0"/>
            <a:r>
              <a:rPr lang="en-US"/>
              <a:t>Main slide copy, extend 1-3 lines with 2 bullet levels. Text should be 14pt or larger. Click icon to add graphic.</a:t>
            </a:r>
          </a:p>
          <a:p>
            <a:pPr lvl="1"/>
            <a:r>
              <a:rPr lang="en-US"/>
              <a:t>First level bullet, extend to 1-2 lines. Text should be 12pt or larger. </a:t>
            </a:r>
          </a:p>
          <a:p>
            <a:pPr lvl="2"/>
            <a:r>
              <a:rPr lang="en-US"/>
              <a:t>Second level bullet, extend to 1-2 lines. Text should be 12pt or larger.</a:t>
            </a:r>
          </a:p>
        </p:txBody>
      </p:sp>
      <p:sp>
        <p:nvSpPr>
          <p:cNvPr id="13" name="Text Placeholder 4">
            <a:extLst>
              <a:ext uri="{FF2B5EF4-FFF2-40B4-BE49-F238E27FC236}">
                <a16:creationId xmlns:a16="http://schemas.microsoft.com/office/drawing/2014/main" id="{2041B42F-EEF5-4412-A803-2F22EF49F304}"/>
              </a:ext>
            </a:extLst>
          </p:cNvPr>
          <p:cNvSpPr>
            <a:spLocks noGrp="1"/>
          </p:cNvSpPr>
          <p:nvPr>
            <p:ph type="body" sz="quarter" idx="18" hasCustomPrompt="1"/>
          </p:nvPr>
        </p:nvSpPr>
        <p:spPr>
          <a:xfrm>
            <a:off x="365760" y="1825625"/>
            <a:ext cx="5440680" cy="2011680"/>
          </a:xfrm>
          <a:prstGeom prst="rect">
            <a:avLst/>
          </a:prstGeom>
        </p:spPr>
        <p:txBody>
          <a:bodyPr/>
          <a:lstStyle>
            <a:lvl1pPr marL="0" indent="0">
              <a:lnSpc>
                <a:spcPct val="100000"/>
              </a:lnSpc>
              <a:spcBef>
                <a:spcPts val="0"/>
              </a:spcBef>
              <a:spcAft>
                <a:spcPts val="600"/>
              </a:spcAft>
              <a:buNone/>
              <a:defRPr sz="1400">
                <a:solidFill>
                  <a:schemeClr val="bg1"/>
                </a:solidFill>
                <a:latin typeface="AvenirNext LT Pro Regular" panose="020B0504020202020204" pitchFamily="34" charset="0"/>
              </a:defRPr>
            </a:lvl1pPr>
            <a:lvl2pPr marL="182880" indent="-182880">
              <a:lnSpc>
                <a:spcPct val="100000"/>
              </a:lnSpc>
              <a:spcBef>
                <a:spcPts val="0"/>
              </a:spcBef>
              <a:spcAft>
                <a:spcPts val="600"/>
              </a:spcAft>
              <a:defRPr sz="1200">
                <a:solidFill>
                  <a:schemeClr val="bg1"/>
                </a:solidFill>
                <a:latin typeface="AvenirNext LT Pro Regular" panose="020B0504020202020204" pitchFamily="34" charset="0"/>
              </a:defRPr>
            </a:lvl2pPr>
            <a:lvl3pPr marL="365760" indent="-182880">
              <a:lnSpc>
                <a:spcPct val="100000"/>
              </a:lnSpc>
              <a:spcBef>
                <a:spcPts val="0"/>
              </a:spcBef>
              <a:spcAft>
                <a:spcPts val="600"/>
              </a:spcAft>
              <a:defRPr sz="1200">
                <a:solidFill>
                  <a:schemeClr val="bg1"/>
                </a:solidFill>
                <a:latin typeface="AvenirNext LT Pro Regular" panose="020B0504020202020204" pitchFamily="34" charset="0"/>
              </a:defRPr>
            </a:lvl3pPr>
          </a:lstStyle>
          <a:p>
            <a:pPr lvl="0"/>
            <a:r>
              <a:rPr lang="en-US"/>
              <a:t>Main slide copy, extend 1-3 lines with 2 bullet levels. Text should be 14pt or larger. Click icon to add graphic.</a:t>
            </a:r>
          </a:p>
          <a:p>
            <a:pPr lvl="1"/>
            <a:r>
              <a:rPr lang="en-US"/>
              <a:t>First level bullet, extend to 1-2 lines. Text should be 12pt or larger. </a:t>
            </a:r>
          </a:p>
          <a:p>
            <a:pPr lvl="2"/>
            <a:r>
              <a:rPr lang="en-US"/>
              <a:t>Second level bullet, extend to 1-2 lines. Text should be 12pt or larger.</a:t>
            </a:r>
          </a:p>
        </p:txBody>
      </p:sp>
      <p:sp>
        <p:nvSpPr>
          <p:cNvPr id="16" name="Text Placeholder 4">
            <a:extLst>
              <a:ext uri="{FF2B5EF4-FFF2-40B4-BE49-F238E27FC236}">
                <a16:creationId xmlns:a16="http://schemas.microsoft.com/office/drawing/2014/main" id="{A4FD8A43-797A-4897-95DD-68178F531BF1}"/>
              </a:ext>
            </a:extLst>
          </p:cNvPr>
          <p:cNvSpPr>
            <a:spLocks noGrp="1"/>
          </p:cNvSpPr>
          <p:nvPr>
            <p:ph type="body" sz="quarter" idx="19" hasCustomPrompt="1"/>
          </p:nvPr>
        </p:nvSpPr>
        <p:spPr>
          <a:xfrm>
            <a:off x="365760" y="3935095"/>
            <a:ext cx="5440680" cy="2011680"/>
          </a:xfrm>
          <a:prstGeom prst="rect">
            <a:avLst/>
          </a:prstGeom>
        </p:spPr>
        <p:txBody>
          <a:bodyPr/>
          <a:lstStyle>
            <a:lvl1pPr marL="0" indent="0">
              <a:lnSpc>
                <a:spcPct val="100000"/>
              </a:lnSpc>
              <a:spcBef>
                <a:spcPts val="0"/>
              </a:spcBef>
              <a:spcAft>
                <a:spcPts val="600"/>
              </a:spcAft>
              <a:buNone/>
              <a:defRPr sz="1400">
                <a:solidFill>
                  <a:schemeClr val="bg1"/>
                </a:solidFill>
                <a:latin typeface="AvenirNext LT Pro Regular" panose="020B0504020202020204" pitchFamily="34" charset="0"/>
              </a:defRPr>
            </a:lvl1pPr>
            <a:lvl2pPr marL="182880" indent="-182880">
              <a:lnSpc>
                <a:spcPct val="100000"/>
              </a:lnSpc>
              <a:spcBef>
                <a:spcPts val="0"/>
              </a:spcBef>
              <a:spcAft>
                <a:spcPts val="600"/>
              </a:spcAft>
              <a:defRPr sz="1200">
                <a:solidFill>
                  <a:schemeClr val="bg1"/>
                </a:solidFill>
                <a:latin typeface="AvenirNext LT Pro Regular" panose="020B0504020202020204" pitchFamily="34" charset="0"/>
              </a:defRPr>
            </a:lvl2pPr>
            <a:lvl3pPr marL="365760" indent="-182880">
              <a:lnSpc>
                <a:spcPct val="100000"/>
              </a:lnSpc>
              <a:spcBef>
                <a:spcPts val="0"/>
              </a:spcBef>
              <a:spcAft>
                <a:spcPts val="600"/>
              </a:spcAft>
              <a:defRPr sz="1200">
                <a:solidFill>
                  <a:schemeClr val="bg1"/>
                </a:solidFill>
                <a:latin typeface="AvenirNext LT Pro Regular" panose="020B0504020202020204" pitchFamily="34" charset="0"/>
              </a:defRPr>
            </a:lvl3pPr>
          </a:lstStyle>
          <a:p>
            <a:pPr lvl="0"/>
            <a:r>
              <a:rPr lang="en-US"/>
              <a:t>Main slide copy, extend 1-3 lines with 2 bullet levels. Text should be 14pt or larger. Click icon to add graphic.</a:t>
            </a:r>
          </a:p>
          <a:p>
            <a:pPr lvl="1"/>
            <a:r>
              <a:rPr lang="en-US"/>
              <a:t>First level bullet, extend to 1-2 lines. Text should be 12pt or larger. </a:t>
            </a:r>
          </a:p>
          <a:p>
            <a:pPr lvl="2"/>
            <a:r>
              <a:rPr lang="en-US"/>
              <a:t>Second level bullet, extend to 1-2 lines. Text should be 12pt or larger.</a:t>
            </a:r>
          </a:p>
        </p:txBody>
      </p:sp>
      <p:sp>
        <p:nvSpPr>
          <p:cNvPr id="17" name="Text Placeholder 4">
            <a:extLst>
              <a:ext uri="{FF2B5EF4-FFF2-40B4-BE49-F238E27FC236}">
                <a16:creationId xmlns:a16="http://schemas.microsoft.com/office/drawing/2014/main" id="{AD6D03A4-CACE-4058-81C2-C9F15F688269}"/>
              </a:ext>
            </a:extLst>
          </p:cNvPr>
          <p:cNvSpPr>
            <a:spLocks noGrp="1"/>
          </p:cNvSpPr>
          <p:nvPr>
            <p:ph type="body" sz="quarter" idx="20" hasCustomPrompt="1"/>
          </p:nvPr>
        </p:nvSpPr>
        <p:spPr>
          <a:xfrm>
            <a:off x="5899868" y="3935095"/>
            <a:ext cx="5440680" cy="2011680"/>
          </a:xfrm>
          <a:prstGeom prst="rect">
            <a:avLst/>
          </a:prstGeom>
        </p:spPr>
        <p:txBody>
          <a:bodyPr/>
          <a:lstStyle>
            <a:lvl1pPr marL="0" indent="0">
              <a:lnSpc>
                <a:spcPct val="100000"/>
              </a:lnSpc>
              <a:spcBef>
                <a:spcPts val="0"/>
              </a:spcBef>
              <a:spcAft>
                <a:spcPts val="600"/>
              </a:spcAft>
              <a:buNone/>
              <a:defRPr sz="1400">
                <a:solidFill>
                  <a:schemeClr val="bg1"/>
                </a:solidFill>
                <a:latin typeface="AvenirNext LT Pro Regular" panose="020B0504020202020204" pitchFamily="34" charset="0"/>
              </a:defRPr>
            </a:lvl1pPr>
            <a:lvl2pPr marL="182880" indent="-182880">
              <a:lnSpc>
                <a:spcPct val="100000"/>
              </a:lnSpc>
              <a:spcBef>
                <a:spcPts val="0"/>
              </a:spcBef>
              <a:spcAft>
                <a:spcPts val="600"/>
              </a:spcAft>
              <a:defRPr sz="1200">
                <a:solidFill>
                  <a:schemeClr val="bg1"/>
                </a:solidFill>
                <a:latin typeface="AvenirNext LT Pro Regular" panose="020B0504020202020204" pitchFamily="34" charset="0"/>
              </a:defRPr>
            </a:lvl2pPr>
            <a:lvl3pPr marL="365760" indent="-182880">
              <a:lnSpc>
                <a:spcPct val="100000"/>
              </a:lnSpc>
              <a:spcBef>
                <a:spcPts val="0"/>
              </a:spcBef>
              <a:spcAft>
                <a:spcPts val="600"/>
              </a:spcAft>
              <a:defRPr sz="1200">
                <a:solidFill>
                  <a:schemeClr val="bg1"/>
                </a:solidFill>
                <a:latin typeface="AvenirNext LT Pro Regular" panose="020B0504020202020204" pitchFamily="34" charset="0"/>
              </a:defRPr>
            </a:lvl3pPr>
          </a:lstStyle>
          <a:p>
            <a:pPr lvl="0"/>
            <a:r>
              <a:rPr lang="en-US"/>
              <a:t>Main slide copy, extend 1-3 lines with 2 bullet levels. Text should be 14pt or larger. Click icon to add graphic.</a:t>
            </a:r>
          </a:p>
          <a:p>
            <a:pPr lvl="1"/>
            <a:r>
              <a:rPr lang="en-US"/>
              <a:t>First level bullet, extend to 1-2 lines. Text should be 12pt or larger. </a:t>
            </a:r>
          </a:p>
          <a:p>
            <a:pPr lvl="2"/>
            <a:r>
              <a:rPr lang="en-US"/>
              <a:t>Second level bullet, extend to 1-2 lines. Text should be 12pt or larger.</a:t>
            </a:r>
          </a:p>
        </p:txBody>
      </p:sp>
      <p:pic>
        <p:nvPicPr>
          <p:cNvPr id="3" name="Picture 2">
            <a:extLst>
              <a:ext uri="{FF2B5EF4-FFF2-40B4-BE49-F238E27FC236}">
                <a16:creationId xmlns:a16="http://schemas.microsoft.com/office/drawing/2014/main" id="{C55B4F45-7AB7-BFE4-FED7-BF07FAC49144}"/>
              </a:ext>
            </a:extLst>
          </p:cNvPr>
          <p:cNvPicPr>
            <a:picLocks/>
          </p:cNvPicPr>
          <p:nvPr userDrawn="1"/>
        </p:nvPicPr>
        <p:blipFill>
          <a:blip r:embed="rId2">
            <a:extLst>
              <a:ext uri="{28A0092B-C50C-407E-A947-70E740481C1C}">
                <a14:useLocalDpi xmlns:a14="http://schemas.microsoft.com/office/drawing/2010/main" val="0"/>
              </a:ext>
            </a:extLst>
          </a:blip>
          <a:srcRect/>
          <a:stretch/>
        </p:blipFill>
        <p:spPr>
          <a:xfrm>
            <a:off x="365760" y="6217920"/>
            <a:ext cx="777240" cy="453971"/>
          </a:xfrm>
          <a:prstGeom prst="rect">
            <a:avLst/>
          </a:prstGeom>
        </p:spPr>
      </p:pic>
    </p:spTree>
    <p:extLst>
      <p:ext uri="{BB962C8B-B14F-4D97-AF65-F5344CB8AC3E}">
        <p14:creationId xmlns:p14="http://schemas.microsoft.com/office/powerpoint/2010/main" val="125854432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Graph Dark 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C9456-D4B4-4553-B4FB-18A9BE90169E}"/>
              </a:ext>
            </a:extLst>
          </p:cNvPr>
          <p:cNvSpPr>
            <a:spLocks noGrp="1"/>
          </p:cNvSpPr>
          <p:nvPr>
            <p:ph type="title" hasCustomPrompt="1"/>
          </p:nvPr>
        </p:nvSpPr>
        <p:spPr>
          <a:xfrm>
            <a:off x="365759" y="731520"/>
            <a:ext cx="4114800" cy="1280160"/>
          </a:xfrm>
          <a:prstGeom prst="rect">
            <a:avLst/>
          </a:prstGeom>
        </p:spPr>
        <p:txBody>
          <a:bodyPr lIns="0" rIns="0" anchor="b">
            <a:normAutofit/>
          </a:bodyPr>
          <a:lstStyle>
            <a:lvl1pPr>
              <a:defRPr sz="2400">
                <a:solidFill>
                  <a:schemeClr val="bg1"/>
                </a:solidFill>
                <a:latin typeface="AvenirNext LT Pro Regular" panose="020B0504020202020204" pitchFamily="34" charset="0"/>
              </a:defRPr>
            </a:lvl1pPr>
          </a:lstStyle>
          <a:p>
            <a:r>
              <a:rPr lang="en-US"/>
              <a:t>Key takeaway statement, may extend 2-4 lines. Text should be 20pt or larger. </a:t>
            </a:r>
          </a:p>
        </p:txBody>
      </p:sp>
      <p:sp>
        <p:nvSpPr>
          <p:cNvPr id="3" name="Content Placeholder 2">
            <a:extLst>
              <a:ext uri="{FF2B5EF4-FFF2-40B4-BE49-F238E27FC236}">
                <a16:creationId xmlns:a16="http://schemas.microsoft.com/office/drawing/2014/main" id="{D8839ADC-5E96-405A-AF1F-84E5373B2BC8}"/>
              </a:ext>
            </a:extLst>
          </p:cNvPr>
          <p:cNvSpPr>
            <a:spLocks noGrp="1"/>
          </p:cNvSpPr>
          <p:nvPr>
            <p:ph idx="1" hasCustomPrompt="1"/>
          </p:nvPr>
        </p:nvSpPr>
        <p:spPr>
          <a:xfrm>
            <a:off x="5212080" y="1172976"/>
            <a:ext cx="6172200" cy="4671076"/>
          </a:xfrm>
          <a:prstGeom prst="rect">
            <a:avLst/>
          </a:prstGeom>
        </p:spPr>
        <p:txBody>
          <a:bodyPr>
            <a:normAutofit/>
          </a:bodyPr>
          <a:lstStyle>
            <a:lvl1pPr marL="0" indent="0">
              <a:buNone/>
              <a:defRPr sz="2000">
                <a:solidFill>
                  <a:schemeClr val="bg1"/>
                </a:solidFill>
                <a:latin typeface="AvenirNext LT Pro Regular" panose="020B0504020202020204" pitchFamily="34" charset="0"/>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icon to add graphic. Change the color of the lines in View &gt; Slide Master &gt; Shape Format.</a:t>
            </a:r>
          </a:p>
        </p:txBody>
      </p:sp>
      <p:sp>
        <p:nvSpPr>
          <p:cNvPr id="4" name="Text Placeholder 3">
            <a:extLst>
              <a:ext uri="{FF2B5EF4-FFF2-40B4-BE49-F238E27FC236}">
                <a16:creationId xmlns:a16="http://schemas.microsoft.com/office/drawing/2014/main" id="{FA82E3AF-B61C-417E-A3F3-DE330569CFBD}"/>
              </a:ext>
            </a:extLst>
          </p:cNvPr>
          <p:cNvSpPr>
            <a:spLocks noGrp="1"/>
          </p:cNvSpPr>
          <p:nvPr>
            <p:ph type="body" sz="half" idx="2" hasCustomPrompt="1"/>
          </p:nvPr>
        </p:nvSpPr>
        <p:spPr>
          <a:xfrm>
            <a:off x="365759" y="2103120"/>
            <a:ext cx="4114800" cy="3657600"/>
          </a:xfrm>
          <a:prstGeom prst="rect">
            <a:avLst/>
          </a:prstGeom>
        </p:spPr>
        <p:txBody>
          <a:bodyPr/>
          <a:lstStyle>
            <a:lvl1pPr marL="0" indent="0">
              <a:lnSpc>
                <a:spcPct val="100000"/>
              </a:lnSpc>
              <a:spcBef>
                <a:spcPts val="0"/>
              </a:spcBef>
              <a:spcAft>
                <a:spcPts val="600"/>
              </a:spcAft>
              <a:buNone/>
              <a:defRPr sz="1800">
                <a:solidFill>
                  <a:schemeClr val="bg1"/>
                </a:solidFill>
                <a:latin typeface="AvenirNext LT Pro Regular" panose="020B0504020202020204" pitchFamily="34" charset="0"/>
              </a:defRPr>
            </a:lvl1pPr>
            <a:lvl2pPr marL="182880" indent="-182880">
              <a:lnSpc>
                <a:spcPct val="100000"/>
              </a:lnSpc>
              <a:spcBef>
                <a:spcPts val="0"/>
              </a:spcBef>
              <a:spcAft>
                <a:spcPts val="600"/>
              </a:spcAft>
              <a:buFont typeface="Arial" panose="020B0604020202020204" pitchFamily="34" charset="0"/>
              <a:buChar char="•"/>
              <a:defRPr sz="1600">
                <a:solidFill>
                  <a:schemeClr val="bg1"/>
                </a:solidFill>
                <a:latin typeface="AvenirNext LT Pro Regular" panose="020B0504020202020204" pitchFamily="34" charset="0"/>
              </a:defRPr>
            </a:lvl2pPr>
            <a:lvl3pPr marL="365760" indent="-182880">
              <a:lnSpc>
                <a:spcPct val="100000"/>
              </a:lnSpc>
              <a:spcBef>
                <a:spcPts val="0"/>
              </a:spcBef>
              <a:spcAft>
                <a:spcPts val="600"/>
              </a:spcAft>
              <a:buFont typeface="Arial" panose="020B0604020202020204" pitchFamily="34" charset="0"/>
              <a:buChar char="•"/>
              <a:defRPr sz="1400">
                <a:solidFill>
                  <a:schemeClr val="bg1"/>
                </a:solidFill>
                <a:latin typeface="AvenirNext LT Pro Regular" panose="020B0504020202020204" pitchFamily="34" charset="0"/>
              </a:defRPr>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Main slide copy, extend 1-3 lines with 2 bullet levels. Text should be 16pt or larger. Click icon to add graphic.</a:t>
            </a:r>
          </a:p>
          <a:p>
            <a:pPr lvl="1"/>
            <a:r>
              <a:rPr lang="en-US"/>
              <a:t>First level bullet, extend to 1-2 lines. Text should be 14pt or larger. </a:t>
            </a:r>
          </a:p>
          <a:p>
            <a:pPr lvl="2"/>
            <a:r>
              <a:rPr lang="en-US"/>
              <a:t>Second level, extend to 1-2 lines. Text should be 12pt or larger.</a:t>
            </a:r>
          </a:p>
        </p:txBody>
      </p:sp>
      <p:sp>
        <p:nvSpPr>
          <p:cNvPr id="9" name="Text Placeholder 7">
            <a:extLst>
              <a:ext uri="{FF2B5EF4-FFF2-40B4-BE49-F238E27FC236}">
                <a16:creationId xmlns:a16="http://schemas.microsoft.com/office/drawing/2014/main" id="{F6191C81-4DFF-464A-BE41-6F8DE1F1C326}"/>
              </a:ext>
            </a:extLst>
          </p:cNvPr>
          <p:cNvSpPr>
            <a:spLocks noGrp="1"/>
          </p:cNvSpPr>
          <p:nvPr>
            <p:ph type="body" sz="quarter" idx="13" hasCustomPrompt="1"/>
          </p:nvPr>
        </p:nvSpPr>
        <p:spPr>
          <a:xfrm>
            <a:off x="365760" y="365760"/>
            <a:ext cx="5943600" cy="274320"/>
          </a:xfrm>
          <a:prstGeom prst="rect">
            <a:avLst/>
          </a:prstGeom>
        </p:spPr>
        <p:txBody>
          <a:bodyPr lIns="0" rIns="0">
            <a:noAutofit/>
          </a:bodyPr>
          <a:lstStyle>
            <a:lvl1pPr marL="0" indent="0">
              <a:buNone/>
              <a:defRPr sz="1800" b="1" i="0">
                <a:solidFill>
                  <a:schemeClr val="accent3"/>
                </a:solidFill>
                <a:latin typeface="AvenirNext LT Pro Regular" panose="020B0704020202020204" pitchFamily="34" charset="0"/>
              </a:defRPr>
            </a:lvl1pPr>
          </a:lstStyle>
          <a:p>
            <a:pPr lvl="0"/>
            <a:r>
              <a:rPr lang="en-US"/>
              <a:t>Slide title (2-5 words)</a:t>
            </a:r>
          </a:p>
        </p:txBody>
      </p:sp>
      <p:sp>
        <p:nvSpPr>
          <p:cNvPr id="12" name="Text Placeholder 8">
            <a:extLst>
              <a:ext uri="{FF2B5EF4-FFF2-40B4-BE49-F238E27FC236}">
                <a16:creationId xmlns:a16="http://schemas.microsoft.com/office/drawing/2014/main" id="{50631013-0CE5-4F88-9B34-76AA381842BB}"/>
              </a:ext>
            </a:extLst>
          </p:cNvPr>
          <p:cNvSpPr>
            <a:spLocks noGrp="1"/>
          </p:cNvSpPr>
          <p:nvPr>
            <p:ph type="body" sz="quarter" idx="14" hasCustomPrompt="1"/>
          </p:nvPr>
        </p:nvSpPr>
        <p:spPr>
          <a:xfrm>
            <a:off x="8595360" y="122238"/>
            <a:ext cx="2743200" cy="274637"/>
          </a:xfrm>
          <a:prstGeom prst="rect">
            <a:avLst/>
          </a:prstGeom>
        </p:spPr>
        <p:txBody>
          <a:bodyPr lIns="0" rIns="0" anchor="ctr">
            <a:noAutofit/>
          </a:bodyPr>
          <a:lstStyle>
            <a:lvl1pPr marL="0" indent="0" algn="r">
              <a:buNone/>
              <a:defRPr sz="1100">
                <a:solidFill>
                  <a:schemeClr val="bg2"/>
                </a:solidFill>
                <a:latin typeface="AvenirNext LT Pro Regular" panose="020B0504020202020204" pitchFamily="34" charset="0"/>
              </a:defRPr>
            </a:lvl1pPr>
          </a:lstStyle>
          <a:p>
            <a:pPr lvl="0"/>
            <a:r>
              <a:rPr lang="en-US"/>
              <a:t>Related agenda topic (optional)</a:t>
            </a:r>
          </a:p>
        </p:txBody>
      </p:sp>
      <p:sp>
        <p:nvSpPr>
          <p:cNvPr id="13" name="Parallelogram 12">
            <a:extLst>
              <a:ext uri="{FF2B5EF4-FFF2-40B4-BE49-F238E27FC236}">
                <a16:creationId xmlns:a16="http://schemas.microsoft.com/office/drawing/2014/main" id="{3084B0CF-9F31-411C-AAEF-D2D1F98A8B2E}"/>
              </a:ext>
            </a:extLst>
          </p:cNvPr>
          <p:cNvSpPr>
            <a:spLocks/>
          </p:cNvSpPr>
          <p:nvPr userDrawn="1"/>
        </p:nvSpPr>
        <p:spPr>
          <a:xfrm>
            <a:off x="5212080" y="1081535"/>
            <a:ext cx="6172200" cy="91440"/>
          </a:xfrm>
          <a:prstGeom prst="parallelogram">
            <a:avLst>
              <a:gd name="adj" fmla="val 65506"/>
            </a:avLst>
          </a:prstGeom>
          <a:solidFill>
            <a:schemeClr val="accent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Parallelogram 14">
            <a:extLst>
              <a:ext uri="{FF2B5EF4-FFF2-40B4-BE49-F238E27FC236}">
                <a16:creationId xmlns:a16="http://schemas.microsoft.com/office/drawing/2014/main" id="{5E042065-B44A-4253-852E-2BBD154389F7}"/>
              </a:ext>
            </a:extLst>
          </p:cNvPr>
          <p:cNvSpPr>
            <a:spLocks/>
          </p:cNvSpPr>
          <p:nvPr userDrawn="1"/>
        </p:nvSpPr>
        <p:spPr>
          <a:xfrm>
            <a:off x="5212080" y="5844052"/>
            <a:ext cx="6172200" cy="91440"/>
          </a:xfrm>
          <a:prstGeom prst="parallelogram">
            <a:avLst>
              <a:gd name="adj" fmla="val 65506"/>
            </a:avLst>
          </a:prstGeom>
          <a:solidFill>
            <a:schemeClr val="accent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640598E7-6EA4-EBC0-AE00-4AE6591AD7A3}"/>
              </a:ext>
            </a:extLst>
          </p:cNvPr>
          <p:cNvPicPr>
            <a:picLocks/>
          </p:cNvPicPr>
          <p:nvPr userDrawn="1"/>
        </p:nvPicPr>
        <p:blipFill>
          <a:blip r:embed="rId2">
            <a:extLst>
              <a:ext uri="{28A0092B-C50C-407E-A947-70E740481C1C}">
                <a14:useLocalDpi xmlns:a14="http://schemas.microsoft.com/office/drawing/2010/main" val="0"/>
              </a:ext>
            </a:extLst>
          </a:blip>
          <a:srcRect/>
          <a:stretch/>
        </p:blipFill>
        <p:spPr>
          <a:xfrm>
            <a:off x="365760" y="6217920"/>
            <a:ext cx="777240" cy="453971"/>
          </a:xfrm>
          <a:prstGeom prst="rect">
            <a:avLst/>
          </a:prstGeom>
        </p:spPr>
      </p:pic>
    </p:spTree>
    <p:extLst>
      <p:ext uri="{BB962C8B-B14F-4D97-AF65-F5344CB8AC3E}">
        <p14:creationId xmlns:p14="http://schemas.microsoft.com/office/powerpoint/2010/main" val="396032275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tatement with Bkgrd Picture Dark 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0B406DE7-8E1B-42B0-B8C2-078151AEE485}"/>
              </a:ext>
            </a:extLst>
          </p:cNvPr>
          <p:cNvSpPr>
            <a:spLocks noGrp="1"/>
          </p:cNvSpPr>
          <p:nvPr>
            <p:ph type="pic" sz="quarter" idx="12" hasCustomPrompt="1"/>
          </p:nvPr>
        </p:nvSpPr>
        <p:spPr>
          <a:xfrm>
            <a:off x="0" y="0"/>
            <a:ext cx="12192000" cy="6126480"/>
          </a:xfrm>
          <a:prstGeom prst="rect">
            <a:avLst/>
          </a:prstGeom>
        </p:spPr>
        <p:txBody>
          <a:bodyPr anchor="ctr"/>
          <a:lstStyle>
            <a:lvl1pPr marL="0" indent="0" algn="r">
              <a:spcBef>
                <a:spcPts val="0"/>
              </a:spcBef>
              <a:spcAft>
                <a:spcPts val="0"/>
              </a:spcAft>
              <a:buNone/>
              <a:defRPr>
                <a:solidFill>
                  <a:schemeClr val="bg1"/>
                </a:solidFill>
                <a:latin typeface="AvenirNext LT Pro Regular" panose="020B0504020202020204" pitchFamily="34" charset="0"/>
              </a:defRPr>
            </a:lvl1pPr>
          </a:lstStyle>
          <a:p>
            <a:r>
              <a:rPr lang="en-US"/>
              <a:t>Click icon to add background </a:t>
            </a:r>
          </a:p>
          <a:p>
            <a:r>
              <a:rPr lang="en-US"/>
              <a:t>picture from our library</a:t>
            </a:r>
          </a:p>
        </p:txBody>
      </p:sp>
      <p:sp>
        <p:nvSpPr>
          <p:cNvPr id="2" name="Title 1">
            <a:extLst>
              <a:ext uri="{FF2B5EF4-FFF2-40B4-BE49-F238E27FC236}">
                <a16:creationId xmlns:a16="http://schemas.microsoft.com/office/drawing/2014/main" id="{8EA3931A-419A-4C4B-807C-0685C2D71571}"/>
              </a:ext>
            </a:extLst>
          </p:cNvPr>
          <p:cNvSpPr>
            <a:spLocks noGrp="1"/>
          </p:cNvSpPr>
          <p:nvPr>
            <p:ph type="title" hasCustomPrompt="1"/>
          </p:nvPr>
        </p:nvSpPr>
        <p:spPr>
          <a:xfrm>
            <a:off x="370242" y="1234440"/>
            <a:ext cx="5029200" cy="3657600"/>
          </a:xfrm>
          <a:prstGeom prst="rect">
            <a:avLst/>
          </a:prstGeom>
        </p:spPr>
        <p:txBody>
          <a:bodyPr>
            <a:normAutofit/>
          </a:bodyPr>
          <a:lstStyle>
            <a:lvl1pPr algn="ctr">
              <a:defRPr sz="2400">
                <a:solidFill>
                  <a:schemeClr val="bg1"/>
                </a:solidFill>
                <a:latin typeface="AvenirNext LT Pro Regular" panose="020B0504020202020204" pitchFamily="34" charset="0"/>
              </a:defRPr>
            </a:lvl1pPr>
          </a:lstStyle>
          <a:p>
            <a:r>
              <a:rPr lang="en-US"/>
              <a:t>Add a bold statement text here. Avenir Next 24pt minimum. Change color of the lines in View &gt; Slide Master &gt; Shape Format.</a:t>
            </a:r>
          </a:p>
        </p:txBody>
      </p:sp>
      <p:sp>
        <p:nvSpPr>
          <p:cNvPr id="10" name="Parallelogram 9">
            <a:extLst>
              <a:ext uri="{FF2B5EF4-FFF2-40B4-BE49-F238E27FC236}">
                <a16:creationId xmlns:a16="http://schemas.microsoft.com/office/drawing/2014/main" id="{0FAB9CF5-0464-47C8-8070-EEE8A7D1D103}"/>
              </a:ext>
            </a:extLst>
          </p:cNvPr>
          <p:cNvSpPr>
            <a:spLocks/>
          </p:cNvSpPr>
          <p:nvPr userDrawn="1"/>
        </p:nvSpPr>
        <p:spPr>
          <a:xfrm>
            <a:off x="374724" y="1143000"/>
            <a:ext cx="5029200" cy="91440"/>
          </a:xfrm>
          <a:prstGeom prst="parallelogram">
            <a:avLst>
              <a:gd name="adj" fmla="val 65506"/>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7DCD718-CA39-4BA5-A4D2-D26EC71BCB74}"/>
              </a:ext>
            </a:extLst>
          </p:cNvPr>
          <p:cNvSpPr>
            <a:spLocks/>
          </p:cNvSpPr>
          <p:nvPr userDrawn="1"/>
        </p:nvSpPr>
        <p:spPr>
          <a:xfrm>
            <a:off x="374724" y="4892040"/>
            <a:ext cx="5029200" cy="91440"/>
          </a:xfrm>
          <a:prstGeom prst="parallelogram">
            <a:avLst>
              <a:gd name="adj" fmla="val 65506"/>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7BB96CA7-E0FD-A52E-F67D-82907FA357FD}"/>
              </a:ext>
            </a:extLst>
          </p:cNvPr>
          <p:cNvPicPr>
            <a:picLocks/>
          </p:cNvPicPr>
          <p:nvPr userDrawn="1"/>
        </p:nvPicPr>
        <p:blipFill>
          <a:blip r:embed="rId2">
            <a:extLst>
              <a:ext uri="{28A0092B-C50C-407E-A947-70E740481C1C}">
                <a14:useLocalDpi xmlns:a14="http://schemas.microsoft.com/office/drawing/2010/main" val="0"/>
              </a:ext>
            </a:extLst>
          </a:blip>
          <a:srcRect/>
          <a:stretch/>
        </p:blipFill>
        <p:spPr>
          <a:xfrm>
            <a:off x="365760" y="6217920"/>
            <a:ext cx="777240" cy="453971"/>
          </a:xfrm>
          <a:prstGeom prst="rect">
            <a:avLst/>
          </a:prstGeom>
        </p:spPr>
      </p:pic>
    </p:spTree>
    <p:extLst>
      <p:ext uri="{BB962C8B-B14F-4D97-AF65-F5344CB8AC3E}">
        <p14:creationId xmlns:p14="http://schemas.microsoft.com/office/powerpoint/2010/main" val="259434586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old Statement Dark 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5A361-A260-411C-BCB0-51159288BAE5}"/>
              </a:ext>
            </a:extLst>
          </p:cNvPr>
          <p:cNvSpPr>
            <a:spLocks noGrp="1"/>
          </p:cNvSpPr>
          <p:nvPr>
            <p:ph type="title" hasCustomPrompt="1"/>
          </p:nvPr>
        </p:nvSpPr>
        <p:spPr>
          <a:xfrm>
            <a:off x="365760" y="365125"/>
            <a:ext cx="5943600" cy="365760"/>
          </a:xfrm>
          <a:prstGeom prst="rect">
            <a:avLst/>
          </a:prstGeom>
        </p:spPr>
        <p:txBody>
          <a:bodyPr lIns="0" rIns="0">
            <a:normAutofit/>
          </a:bodyPr>
          <a:lstStyle>
            <a:lvl1pPr>
              <a:defRPr sz="1800" b="0" i="0">
                <a:solidFill>
                  <a:schemeClr val="accent3"/>
                </a:solidFill>
                <a:latin typeface="AvenirNext LT Pro Regular" panose="020B0704020202020204" pitchFamily="34" charset="0"/>
              </a:defRPr>
            </a:lvl1pPr>
          </a:lstStyle>
          <a:p>
            <a:pPr lvl="0"/>
            <a:r>
              <a:rPr lang="en-US"/>
              <a:t>Slide title (2-5 words)</a:t>
            </a:r>
          </a:p>
        </p:txBody>
      </p:sp>
      <p:sp>
        <p:nvSpPr>
          <p:cNvPr id="6" name="Parallelogram 5">
            <a:extLst>
              <a:ext uri="{FF2B5EF4-FFF2-40B4-BE49-F238E27FC236}">
                <a16:creationId xmlns:a16="http://schemas.microsoft.com/office/drawing/2014/main" id="{934DC941-8483-4C60-B156-D057B2945DA6}"/>
              </a:ext>
            </a:extLst>
          </p:cNvPr>
          <p:cNvSpPr>
            <a:spLocks noChangeAspect="1"/>
          </p:cNvSpPr>
          <p:nvPr userDrawn="1"/>
        </p:nvSpPr>
        <p:spPr>
          <a:xfrm>
            <a:off x="5852160" y="0"/>
            <a:ext cx="2628900" cy="2103120"/>
          </a:xfrm>
          <a:prstGeom prst="parallelogram">
            <a:avLst>
              <a:gd name="adj" fmla="val 65506"/>
            </a:avLst>
          </a:prstGeom>
          <a:solidFill>
            <a:schemeClr val="accent3"/>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arallelogram 6">
            <a:extLst>
              <a:ext uri="{FF2B5EF4-FFF2-40B4-BE49-F238E27FC236}">
                <a16:creationId xmlns:a16="http://schemas.microsoft.com/office/drawing/2014/main" id="{83DAB288-0E87-4305-ABB0-83039EE0AD6A}"/>
              </a:ext>
            </a:extLst>
          </p:cNvPr>
          <p:cNvSpPr>
            <a:spLocks noChangeAspect="1"/>
          </p:cNvSpPr>
          <p:nvPr userDrawn="1"/>
        </p:nvSpPr>
        <p:spPr>
          <a:xfrm>
            <a:off x="3223260" y="4754880"/>
            <a:ext cx="2628900" cy="2103120"/>
          </a:xfrm>
          <a:prstGeom prst="parallelogram">
            <a:avLst>
              <a:gd name="adj" fmla="val 65506"/>
            </a:avLst>
          </a:prstGeom>
          <a:solidFill>
            <a:schemeClr val="accent3"/>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8">
            <a:extLst>
              <a:ext uri="{FF2B5EF4-FFF2-40B4-BE49-F238E27FC236}">
                <a16:creationId xmlns:a16="http://schemas.microsoft.com/office/drawing/2014/main" id="{3E7A2D6E-2B37-4405-84DA-8417ACC31ED8}"/>
              </a:ext>
            </a:extLst>
          </p:cNvPr>
          <p:cNvSpPr>
            <a:spLocks noGrp="1"/>
          </p:cNvSpPr>
          <p:nvPr>
            <p:ph type="body" sz="quarter" idx="12" hasCustomPrompt="1"/>
          </p:nvPr>
        </p:nvSpPr>
        <p:spPr>
          <a:xfrm>
            <a:off x="2895600" y="2514600"/>
            <a:ext cx="6400800" cy="1828800"/>
          </a:xfrm>
          <a:prstGeom prst="rect">
            <a:avLst/>
          </a:prstGeom>
        </p:spPr>
        <p:txBody>
          <a:bodyPr anchor="ctr">
            <a:normAutofit/>
          </a:bodyPr>
          <a:lstStyle>
            <a:lvl1pPr marL="0" indent="0" algn="ctr">
              <a:buNone/>
              <a:defRPr sz="2400">
                <a:solidFill>
                  <a:schemeClr val="bg1"/>
                </a:solidFill>
                <a:latin typeface="AvenirNext LT Pro Regular" panose="020B0504020202020204" pitchFamily="34" charset="0"/>
              </a:defRPr>
            </a:lvl1pPr>
          </a:lstStyle>
          <a:p>
            <a:pPr lvl="0"/>
            <a:r>
              <a:rPr lang="en-US"/>
              <a:t>Add a bold statement here, which may extend to 4 lines. Avenir Next 24pt min. Change shape colors in View &gt; Slide Master &gt; Shape Format.</a:t>
            </a:r>
          </a:p>
        </p:txBody>
      </p:sp>
      <p:pic>
        <p:nvPicPr>
          <p:cNvPr id="4" name="Picture 3">
            <a:extLst>
              <a:ext uri="{FF2B5EF4-FFF2-40B4-BE49-F238E27FC236}">
                <a16:creationId xmlns:a16="http://schemas.microsoft.com/office/drawing/2014/main" id="{EE44C707-8B17-AC06-6850-1787FA1398A2}"/>
              </a:ext>
            </a:extLst>
          </p:cNvPr>
          <p:cNvPicPr>
            <a:picLocks/>
          </p:cNvPicPr>
          <p:nvPr userDrawn="1"/>
        </p:nvPicPr>
        <p:blipFill>
          <a:blip r:embed="rId2">
            <a:extLst>
              <a:ext uri="{28A0092B-C50C-407E-A947-70E740481C1C}">
                <a14:useLocalDpi xmlns:a14="http://schemas.microsoft.com/office/drawing/2010/main" val="0"/>
              </a:ext>
            </a:extLst>
          </a:blip>
          <a:srcRect/>
          <a:stretch/>
        </p:blipFill>
        <p:spPr>
          <a:xfrm>
            <a:off x="365760" y="6217920"/>
            <a:ext cx="777240" cy="453971"/>
          </a:xfrm>
          <a:prstGeom prst="rect">
            <a:avLst/>
          </a:prstGeom>
        </p:spPr>
      </p:pic>
    </p:spTree>
    <p:extLst>
      <p:ext uri="{BB962C8B-B14F-4D97-AF65-F5344CB8AC3E}">
        <p14:creationId xmlns:p14="http://schemas.microsoft.com/office/powerpoint/2010/main" val="114897474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Map Layout Dark 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CDF82C79-E4D8-4883-9768-CE81AD3F5DEE}"/>
              </a:ext>
            </a:extLst>
          </p:cNvPr>
          <p:cNvSpPr>
            <a:spLocks noGrp="1"/>
          </p:cNvSpPr>
          <p:nvPr>
            <p:ph type="title" hasCustomPrompt="1"/>
          </p:nvPr>
        </p:nvSpPr>
        <p:spPr>
          <a:xfrm>
            <a:off x="365760" y="1097279"/>
            <a:ext cx="3657600" cy="1371600"/>
          </a:xfrm>
          <a:prstGeom prst="rect">
            <a:avLst/>
          </a:prstGeom>
        </p:spPr>
        <p:txBody>
          <a:bodyPr lIns="0" rIns="0" anchor="b">
            <a:noAutofit/>
          </a:bodyPr>
          <a:lstStyle>
            <a:lvl1pPr>
              <a:defRPr sz="2000">
                <a:solidFill>
                  <a:schemeClr val="bg1"/>
                </a:solidFill>
                <a:latin typeface="AvenirNext LT Pro Regular" panose="020B0504020202020204" pitchFamily="34" charset="0"/>
              </a:defRPr>
            </a:lvl1pPr>
          </a:lstStyle>
          <a:p>
            <a:r>
              <a:rPr lang="en-US"/>
              <a:t>Key takeaway statement, may extend 2-4 lines. Text should be 20pt or larger. </a:t>
            </a:r>
          </a:p>
        </p:txBody>
      </p:sp>
      <p:sp>
        <p:nvSpPr>
          <p:cNvPr id="15" name="Text Placeholder 15">
            <a:extLst>
              <a:ext uri="{FF2B5EF4-FFF2-40B4-BE49-F238E27FC236}">
                <a16:creationId xmlns:a16="http://schemas.microsoft.com/office/drawing/2014/main" id="{183EA797-77DF-4CFF-9FB7-95466C36D87B}"/>
              </a:ext>
            </a:extLst>
          </p:cNvPr>
          <p:cNvSpPr>
            <a:spLocks noGrp="1"/>
          </p:cNvSpPr>
          <p:nvPr>
            <p:ph type="body" idx="1" hasCustomPrompt="1"/>
          </p:nvPr>
        </p:nvSpPr>
        <p:spPr>
          <a:xfrm>
            <a:off x="365760" y="2560322"/>
            <a:ext cx="3657600" cy="2743200"/>
          </a:xfrm>
          <a:prstGeom prst="rect">
            <a:avLst/>
          </a:prstGeom>
        </p:spPr>
        <p:txBody>
          <a:bodyPr lIns="0" rIns="0">
            <a:noAutofit/>
          </a:bodyPr>
          <a:lstStyle>
            <a:lvl1pPr marL="0" indent="0">
              <a:lnSpc>
                <a:spcPct val="100000"/>
              </a:lnSpc>
              <a:spcAft>
                <a:spcPts val="600"/>
              </a:spcAft>
              <a:buNone/>
              <a:defRPr sz="1600">
                <a:solidFill>
                  <a:schemeClr val="bg1"/>
                </a:solidFill>
                <a:latin typeface="AvenirNext LT Pro Regular" panose="020B0504020202020204" pitchFamily="34" charset="0"/>
              </a:defRPr>
            </a:lvl1pPr>
            <a:lvl2pPr marL="182880" indent="-182880">
              <a:lnSpc>
                <a:spcPct val="100000"/>
              </a:lnSpc>
              <a:spcAft>
                <a:spcPts val="600"/>
              </a:spcAft>
              <a:defRPr sz="1400">
                <a:solidFill>
                  <a:schemeClr val="bg1"/>
                </a:solidFill>
                <a:latin typeface="AvenirNext LT Pro Regular" panose="020B0504020202020204" pitchFamily="34" charset="0"/>
              </a:defRPr>
            </a:lvl2pPr>
            <a:lvl3pPr marL="457200">
              <a:defRPr sz="1600"/>
            </a:lvl3pPr>
          </a:lstStyle>
          <a:p>
            <a:pPr lvl="0"/>
            <a:r>
              <a:rPr lang="en-US"/>
              <a:t>Main slide copy, extend 1-3 lines with 1 bullet levels. Text should be 16pt or larger. </a:t>
            </a:r>
          </a:p>
          <a:p>
            <a:pPr lvl="1"/>
            <a:r>
              <a:rPr lang="en-US"/>
              <a:t>First level bullet, extend to 1-2 lines. Text should be 14pt or larger. </a:t>
            </a:r>
          </a:p>
        </p:txBody>
      </p:sp>
      <p:sp>
        <p:nvSpPr>
          <p:cNvPr id="3" name="Text Placeholder 2">
            <a:extLst>
              <a:ext uri="{FF2B5EF4-FFF2-40B4-BE49-F238E27FC236}">
                <a16:creationId xmlns:a16="http://schemas.microsoft.com/office/drawing/2014/main" id="{6C571FDD-4333-4C61-9EC9-C75F189FC3CE}"/>
              </a:ext>
            </a:extLst>
          </p:cNvPr>
          <p:cNvSpPr>
            <a:spLocks noGrp="1"/>
          </p:cNvSpPr>
          <p:nvPr>
            <p:ph type="body" sz="quarter" idx="12" hasCustomPrompt="1"/>
          </p:nvPr>
        </p:nvSpPr>
        <p:spPr>
          <a:xfrm>
            <a:off x="365759" y="365760"/>
            <a:ext cx="5943600" cy="365760"/>
          </a:xfrm>
          <a:prstGeom prst="rect">
            <a:avLst/>
          </a:prstGeom>
        </p:spPr>
        <p:txBody>
          <a:bodyPr lIns="0" rIns="0">
            <a:normAutofit/>
          </a:bodyPr>
          <a:lstStyle>
            <a:lvl1pPr marL="0" indent="0">
              <a:buNone/>
              <a:defRPr sz="1800" b="0" i="0">
                <a:solidFill>
                  <a:schemeClr val="accent3"/>
                </a:solidFill>
                <a:latin typeface="AvenirNext LT Pro Regular" panose="020B0704020202020204" pitchFamily="34" charset="0"/>
              </a:defRPr>
            </a:lvl1pPr>
          </a:lstStyle>
          <a:p>
            <a:pPr lvl="0"/>
            <a:r>
              <a:rPr lang="en-US"/>
              <a:t>Slide title (2-5 words)</a:t>
            </a:r>
          </a:p>
        </p:txBody>
      </p:sp>
      <p:pic>
        <p:nvPicPr>
          <p:cNvPr id="4" name="Picture 3">
            <a:extLst>
              <a:ext uri="{FF2B5EF4-FFF2-40B4-BE49-F238E27FC236}">
                <a16:creationId xmlns:a16="http://schemas.microsoft.com/office/drawing/2014/main" id="{2DE09EE8-1B89-E7F0-2C9B-55675375196E}"/>
              </a:ext>
            </a:extLst>
          </p:cNvPr>
          <p:cNvPicPr>
            <a:picLocks/>
          </p:cNvPicPr>
          <p:nvPr userDrawn="1"/>
        </p:nvPicPr>
        <p:blipFill>
          <a:blip r:embed="rId2">
            <a:extLst>
              <a:ext uri="{28A0092B-C50C-407E-A947-70E740481C1C}">
                <a14:useLocalDpi xmlns:a14="http://schemas.microsoft.com/office/drawing/2010/main" val="0"/>
              </a:ext>
            </a:extLst>
          </a:blip>
          <a:srcRect/>
          <a:stretch/>
        </p:blipFill>
        <p:spPr>
          <a:xfrm>
            <a:off x="365760" y="6217920"/>
            <a:ext cx="777240" cy="453971"/>
          </a:xfrm>
          <a:prstGeom prst="rect">
            <a:avLst/>
          </a:prstGeom>
        </p:spPr>
      </p:pic>
    </p:spTree>
    <p:extLst>
      <p:ext uri="{BB962C8B-B14F-4D97-AF65-F5344CB8AC3E}">
        <p14:creationId xmlns:p14="http://schemas.microsoft.com/office/powerpoint/2010/main" val="127554068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nk Slide Dark 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A3E6EEA-5E8C-72DD-6EE3-AFEBA3655AC2}"/>
              </a:ext>
            </a:extLst>
          </p:cNvPr>
          <p:cNvPicPr>
            <a:picLocks/>
          </p:cNvPicPr>
          <p:nvPr userDrawn="1"/>
        </p:nvPicPr>
        <p:blipFill>
          <a:blip r:embed="rId2">
            <a:extLst>
              <a:ext uri="{28A0092B-C50C-407E-A947-70E740481C1C}">
                <a14:useLocalDpi xmlns:a14="http://schemas.microsoft.com/office/drawing/2010/main" val="0"/>
              </a:ext>
            </a:extLst>
          </a:blip>
          <a:srcRect/>
          <a:stretch/>
        </p:blipFill>
        <p:spPr>
          <a:xfrm>
            <a:off x="365760" y="6217920"/>
            <a:ext cx="777240" cy="453971"/>
          </a:xfrm>
          <a:prstGeom prst="rect">
            <a:avLst/>
          </a:prstGeom>
        </p:spPr>
      </p:pic>
    </p:spTree>
    <p:extLst>
      <p:ext uri="{BB962C8B-B14F-4D97-AF65-F5344CB8AC3E}">
        <p14:creationId xmlns:p14="http://schemas.microsoft.com/office/powerpoint/2010/main" val="354622460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Slide-NoLogo Dark 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654441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losing Slide Dark BG">
    <p:spTree>
      <p:nvGrpSpPr>
        <p:cNvPr id="1" name=""/>
        <p:cNvGrpSpPr/>
        <p:nvPr/>
      </p:nvGrpSpPr>
      <p:grpSpPr>
        <a:xfrm>
          <a:off x="0" y="0"/>
          <a:ext cx="0" cy="0"/>
          <a:chOff x="0" y="0"/>
          <a:chExt cx="0" cy="0"/>
        </a:xfrm>
      </p:grpSpPr>
      <p:sp>
        <p:nvSpPr>
          <p:cNvPr id="6" name="Text Placeholder 3">
            <a:extLst>
              <a:ext uri="{FF2B5EF4-FFF2-40B4-BE49-F238E27FC236}">
                <a16:creationId xmlns:a16="http://schemas.microsoft.com/office/drawing/2014/main" id="{00FE70E3-2999-493C-97E6-44D1F5DCDFFB}"/>
              </a:ext>
            </a:extLst>
          </p:cNvPr>
          <p:cNvSpPr>
            <a:spLocks noGrp="1"/>
          </p:cNvSpPr>
          <p:nvPr>
            <p:ph type="body" sz="half" idx="2" hasCustomPrompt="1"/>
          </p:nvPr>
        </p:nvSpPr>
        <p:spPr>
          <a:xfrm>
            <a:off x="365759" y="914400"/>
            <a:ext cx="4114800" cy="457200"/>
          </a:xfrm>
          <a:prstGeom prst="rect">
            <a:avLst/>
          </a:prstGeom>
        </p:spPr>
        <p:txBody>
          <a:bodyPr>
            <a:normAutofit/>
          </a:bodyPr>
          <a:lstStyle>
            <a:lvl1pPr marL="0" indent="0">
              <a:lnSpc>
                <a:spcPct val="100000"/>
              </a:lnSpc>
              <a:spcBef>
                <a:spcPts val="600"/>
              </a:spcBef>
              <a:spcAft>
                <a:spcPts val="600"/>
              </a:spcAft>
              <a:buNone/>
              <a:defRPr sz="1600">
                <a:solidFill>
                  <a:schemeClr val="bg1"/>
                </a:solidFill>
                <a:latin typeface="AvenirNext LT Pro Regular" panose="020B05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Add your name here</a:t>
            </a:r>
          </a:p>
        </p:txBody>
      </p:sp>
      <p:sp>
        <p:nvSpPr>
          <p:cNvPr id="8" name="TextBox 7">
            <a:extLst>
              <a:ext uri="{FF2B5EF4-FFF2-40B4-BE49-F238E27FC236}">
                <a16:creationId xmlns:a16="http://schemas.microsoft.com/office/drawing/2014/main" id="{38F688A8-396E-4AE5-858C-19A50A22ABAB}"/>
              </a:ext>
            </a:extLst>
          </p:cNvPr>
          <p:cNvSpPr txBox="1"/>
          <p:nvPr userDrawn="1"/>
        </p:nvSpPr>
        <p:spPr>
          <a:xfrm>
            <a:off x="365760" y="365760"/>
            <a:ext cx="946798" cy="338554"/>
          </a:xfrm>
          <a:prstGeom prst="rect">
            <a:avLst/>
          </a:prstGeom>
          <a:noFill/>
        </p:spPr>
        <p:txBody>
          <a:bodyPr wrap="none" rtlCol="0">
            <a:spAutoFit/>
          </a:bodyPr>
          <a:lstStyle/>
          <a:p>
            <a:r>
              <a:rPr lang="en-US" sz="1600" b="0" i="0">
                <a:solidFill>
                  <a:schemeClr val="accent3"/>
                </a:solidFill>
                <a:latin typeface="AvenirNext LT Pro Regular" panose="020B0704020202020204" pitchFamily="34" charset="0"/>
              </a:rPr>
              <a:t>Contact</a:t>
            </a:r>
          </a:p>
        </p:txBody>
      </p:sp>
      <p:sp>
        <p:nvSpPr>
          <p:cNvPr id="13" name="Text Placeholder 3">
            <a:extLst>
              <a:ext uri="{FF2B5EF4-FFF2-40B4-BE49-F238E27FC236}">
                <a16:creationId xmlns:a16="http://schemas.microsoft.com/office/drawing/2014/main" id="{6F5F2753-9C94-4844-81F0-EEF41C50FEC3}"/>
              </a:ext>
            </a:extLst>
          </p:cNvPr>
          <p:cNvSpPr>
            <a:spLocks noGrp="1"/>
          </p:cNvSpPr>
          <p:nvPr>
            <p:ph type="body" sz="half" idx="12" hasCustomPrompt="1"/>
          </p:nvPr>
        </p:nvSpPr>
        <p:spPr>
          <a:xfrm>
            <a:off x="365759" y="1371600"/>
            <a:ext cx="4114800" cy="457200"/>
          </a:xfrm>
          <a:prstGeom prst="rect">
            <a:avLst/>
          </a:prstGeom>
        </p:spPr>
        <p:txBody>
          <a:bodyPr>
            <a:normAutofit/>
          </a:bodyPr>
          <a:lstStyle>
            <a:lvl1pPr marL="0" indent="0">
              <a:lnSpc>
                <a:spcPct val="100000"/>
              </a:lnSpc>
              <a:spcBef>
                <a:spcPts val="600"/>
              </a:spcBef>
              <a:spcAft>
                <a:spcPts val="600"/>
              </a:spcAft>
              <a:buNone/>
              <a:defRPr sz="1600">
                <a:solidFill>
                  <a:schemeClr val="bg1"/>
                </a:solidFill>
                <a:latin typeface="AvenirNext LT Pro Regular" panose="020B05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Add your.email@zelis.com here</a:t>
            </a:r>
          </a:p>
        </p:txBody>
      </p:sp>
      <p:sp>
        <p:nvSpPr>
          <p:cNvPr id="14" name="Text Placeholder 3">
            <a:extLst>
              <a:ext uri="{FF2B5EF4-FFF2-40B4-BE49-F238E27FC236}">
                <a16:creationId xmlns:a16="http://schemas.microsoft.com/office/drawing/2014/main" id="{2A5D62E7-BA43-4944-8822-D62B48EC1955}"/>
              </a:ext>
            </a:extLst>
          </p:cNvPr>
          <p:cNvSpPr>
            <a:spLocks noGrp="1"/>
          </p:cNvSpPr>
          <p:nvPr>
            <p:ph type="body" sz="half" idx="13" hasCustomPrompt="1"/>
          </p:nvPr>
        </p:nvSpPr>
        <p:spPr>
          <a:xfrm>
            <a:off x="365759" y="1828800"/>
            <a:ext cx="4114800" cy="457200"/>
          </a:xfrm>
          <a:prstGeom prst="rect">
            <a:avLst/>
          </a:prstGeom>
        </p:spPr>
        <p:txBody>
          <a:bodyPr>
            <a:normAutofit/>
          </a:bodyPr>
          <a:lstStyle>
            <a:lvl1pPr marL="0" indent="0">
              <a:lnSpc>
                <a:spcPct val="100000"/>
              </a:lnSpc>
              <a:spcBef>
                <a:spcPts val="600"/>
              </a:spcBef>
              <a:spcAft>
                <a:spcPts val="600"/>
              </a:spcAft>
              <a:buNone/>
              <a:defRPr sz="1600">
                <a:solidFill>
                  <a:schemeClr val="bg1"/>
                </a:solidFill>
                <a:latin typeface="AvenirNext LT Pro Regular" panose="020B05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Add your phone here</a:t>
            </a:r>
          </a:p>
        </p:txBody>
      </p:sp>
      <p:sp>
        <p:nvSpPr>
          <p:cNvPr id="15" name="Parallelogram 14">
            <a:extLst>
              <a:ext uri="{FF2B5EF4-FFF2-40B4-BE49-F238E27FC236}">
                <a16:creationId xmlns:a16="http://schemas.microsoft.com/office/drawing/2014/main" id="{AC0F86D9-3FA6-46FD-814B-481AC2009376}"/>
              </a:ext>
            </a:extLst>
          </p:cNvPr>
          <p:cNvSpPr>
            <a:spLocks/>
          </p:cNvSpPr>
          <p:nvPr userDrawn="1"/>
        </p:nvSpPr>
        <p:spPr>
          <a:xfrm>
            <a:off x="10789920" y="6400800"/>
            <a:ext cx="228600" cy="182880"/>
          </a:xfrm>
          <a:prstGeom prst="parallelogram">
            <a:avLst>
              <a:gd name="adj" fmla="val 65506"/>
            </a:avLst>
          </a:prstGeom>
          <a:solidFill>
            <a:schemeClr val="accent3"/>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picture containing text, computer, night sky&#10;&#10;Description automatically generated">
            <a:extLst>
              <a:ext uri="{FF2B5EF4-FFF2-40B4-BE49-F238E27FC236}">
                <a16:creationId xmlns:a16="http://schemas.microsoft.com/office/drawing/2014/main" id="{D26C7EED-DD1E-CB6D-AC9E-EE22DC3B3297}"/>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a:off x="5791200" y="0"/>
            <a:ext cx="6400800" cy="6675120"/>
          </a:xfrm>
          <a:prstGeom prst="rect">
            <a:avLst/>
          </a:prstGeom>
        </p:spPr>
      </p:pic>
      <p:sp>
        <p:nvSpPr>
          <p:cNvPr id="5" name="Rectangle 4">
            <a:extLst>
              <a:ext uri="{FF2B5EF4-FFF2-40B4-BE49-F238E27FC236}">
                <a16:creationId xmlns:a16="http://schemas.microsoft.com/office/drawing/2014/main" id="{1A47B270-23C5-0CED-E328-0878F325BF35}"/>
              </a:ext>
            </a:extLst>
          </p:cNvPr>
          <p:cNvSpPr/>
          <p:nvPr userDrawn="1"/>
        </p:nvSpPr>
        <p:spPr>
          <a:xfrm>
            <a:off x="9731513" y="6391965"/>
            <a:ext cx="1744870" cy="23853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4CB45D5A-22AA-F70A-7399-C4B19F1E1514}"/>
              </a:ext>
            </a:extLst>
          </p:cNvPr>
          <p:cNvPicPr>
            <a:picLocks/>
          </p:cNvPicPr>
          <p:nvPr userDrawn="1"/>
        </p:nvPicPr>
        <p:blipFill>
          <a:blip r:embed="rId3">
            <a:extLst>
              <a:ext uri="{28A0092B-C50C-407E-A947-70E740481C1C}">
                <a14:useLocalDpi xmlns:a14="http://schemas.microsoft.com/office/drawing/2010/main" val="0"/>
              </a:ext>
            </a:extLst>
          </a:blip>
          <a:srcRect/>
          <a:stretch/>
        </p:blipFill>
        <p:spPr>
          <a:xfrm>
            <a:off x="365760" y="6217920"/>
            <a:ext cx="777240" cy="453971"/>
          </a:xfrm>
          <a:prstGeom prst="rect">
            <a:avLst/>
          </a:prstGeom>
        </p:spPr>
      </p:pic>
    </p:spTree>
    <p:extLst>
      <p:ext uri="{BB962C8B-B14F-4D97-AF65-F5344CB8AC3E}">
        <p14:creationId xmlns:p14="http://schemas.microsoft.com/office/powerpoint/2010/main" val="175938109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One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431ED-35BC-4212-AFD8-A159293F27A5}"/>
              </a:ext>
            </a:extLst>
          </p:cNvPr>
          <p:cNvSpPr>
            <a:spLocks noGrp="1"/>
          </p:cNvSpPr>
          <p:nvPr>
            <p:ph type="title" hasCustomPrompt="1"/>
          </p:nvPr>
        </p:nvSpPr>
        <p:spPr>
          <a:xfrm>
            <a:off x="365760" y="822960"/>
            <a:ext cx="10972800" cy="731520"/>
          </a:xfrm>
        </p:spPr>
        <p:txBody>
          <a:bodyPr anchor="t">
            <a:noAutofit/>
          </a:bodyPr>
          <a:lstStyle>
            <a:lvl1pPr>
              <a:defRPr sz="2000"/>
            </a:lvl1pPr>
          </a:lstStyle>
          <a:p>
            <a:r>
              <a:rPr lang="en-US"/>
              <a:t>Key takeaway statement, may underline 1-2 words for emphasis and extend 1-2 lines. Text should be 20pt or larger. Delete this box if not needed.</a:t>
            </a:r>
          </a:p>
        </p:txBody>
      </p:sp>
      <p:sp>
        <p:nvSpPr>
          <p:cNvPr id="3" name="Content Placeholder 2">
            <a:extLst>
              <a:ext uri="{FF2B5EF4-FFF2-40B4-BE49-F238E27FC236}">
                <a16:creationId xmlns:a16="http://schemas.microsoft.com/office/drawing/2014/main" id="{BF700E6D-E954-49F2-B4CE-B4B944F54AB0}"/>
              </a:ext>
            </a:extLst>
          </p:cNvPr>
          <p:cNvSpPr>
            <a:spLocks noGrp="1"/>
          </p:cNvSpPr>
          <p:nvPr>
            <p:ph idx="1" hasCustomPrompt="1"/>
          </p:nvPr>
        </p:nvSpPr>
        <p:spPr>
          <a:xfrm>
            <a:off x="365760" y="1825625"/>
            <a:ext cx="10972800" cy="4351338"/>
          </a:xfrm>
        </p:spPr>
        <p:txBody>
          <a:bodyPr lIns="0"/>
          <a:lstStyle>
            <a:lvl1pPr marL="0" indent="0">
              <a:spcBef>
                <a:spcPts val="600"/>
              </a:spcBef>
              <a:buNone/>
              <a:defRPr sz="2000"/>
            </a:lvl1pPr>
            <a:lvl2pPr marL="182880" indent="-182880">
              <a:spcBef>
                <a:spcPts val="600"/>
              </a:spcBef>
              <a:defRPr/>
            </a:lvl2pPr>
            <a:lvl3pPr marL="365760" indent="-182880">
              <a:spcBef>
                <a:spcPts val="600"/>
              </a:spcBef>
              <a:defRPr/>
            </a:lvl3pPr>
            <a:lvl5pPr marL="1828800" indent="0">
              <a:buNone/>
              <a:defRPr/>
            </a:lvl5pPr>
          </a:lstStyle>
          <a:p>
            <a:pPr lvl="0"/>
            <a:r>
              <a:rPr lang="en-US"/>
              <a:t>Main slide copy, extend to 1-2 lines with 2 bullet levels. Text should be 20pt or larger. Click icon to add graphic. </a:t>
            </a:r>
          </a:p>
          <a:p>
            <a:pPr lvl="1"/>
            <a:r>
              <a:rPr lang="en-US"/>
              <a:t>First level bullet, extend to 1-line. Text should be 20pt or larger. </a:t>
            </a:r>
          </a:p>
          <a:p>
            <a:pPr lvl="2"/>
            <a:r>
              <a:rPr lang="en-US"/>
              <a:t>Second level bullet, may extend to multiple lines. Text should be 14pt or larger.</a:t>
            </a:r>
          </a:p>
        </p:txBody>
      </p:sp>
      <p:sp>
        <p:nvSpPr>
          <p:cNvPr id="6" name="Slide Number Placeholder 5">
            <a:extLst>
              <a:ext uri="{FF2B5EF4-FFF2-40B4-BE49-F238E27FC236}">
                <a16:creationId xmlns:a16="http://schemas.microsoft.com/office/drawing/2014/main" id="{D1BECEF7-8DC0-4217-B1E6-E97F973AC6FB}"/>
              </a:ext>
            </a:extLst>
          </p:cNvPr>
          <p:cNvSpPr>
            <a:spLocks noGrp="1"/>
          </p:cNvSpPr>
          <p:nvPr>
            <p:ph type="sldNum" sz="quarter" idx="12"/>
          </p:nvPr>
        </p:nvSpPr>
        <p:spPr/>
        <p:txBody>
          <a:bodyPr/>
          <a:lstStyle/>
          <a:p>
            <a:fld id="{24765544-FD03-4464-B699-C4215568ACB5}" type="slidenum">
              <a:rPr lang="en-US" smtClean="0"/>
              <a:t>‹#›</a:t>
            </a:fld>
            <a:endParaRPr lang="en-US"/>
          </a:p>
        </p:txBody>
      </p:sp>
      <p:pic>
        <p:nvPicPr>
          <p:cNvPr id="7" name="Picture 6" descr="Logo&#10;&#10;Description automatically generated">
            <a:extLst>
              <a:ext uri="{FF2B5EF4-FFF2-40B4-BE49-F238E27FC236}">
                <a16:creationId xmlns:a16="http://schemas.microsoft.com/office/drawing/2014/main" id="{2D5B8A20-547F-46CE-881B-DB378FDC40D8}"/>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365760" y="6309360"/>
            <a:ext cx="766503" cy="365760"/>
          </a:xfrm>
          <a:prstGeom prst="rect">
            <a:avLst/>
          </a:prstGeom>
        </p:spPr>
      </p:pic>
      <p:sp>
        <p:nvSpPr>
          <p:cNvPr id="8" name="Text Placeholder 7">
            <a:extLst>
              <a:ext uri="{FF2B5EF4-FFF2-40B4-BE49-F238E27FC236}">
                <a16:creationId xmlns:a16="http://schemas.microsoft.com/office/drawing/2014/main" id="{AF67F3A2-24A6-45E6-90E1-9C7B460D948E}"/>
              </a:ext>
            </a:extLst>
          </p:cNvPr>
          <p:cNvSpPr>
            <a:spLocks noGrp="1"/>
          </p:cNvSpPr>
          <p:nvPr>
            <p:ph type="body" sz="quarter" idx="13" hasCustomPrompt="1"/>
          </p:nvPr>
        </p:nvSpPr>
        <p:spPr>
          <a:xfrm>
            <a:off x="365760" y="365760"/>
            <a:ext cx="5943600" cy="365760"/>
          </a:xfrm>
        </p:spPr>
        <p:txBody>
          <a:bodyPr>
            <a:noAutofit/>
          </a:bodyPr>
          <a:lstStyle>
            <a:lvl1pPr marL="0" indent="0">
              <a:buNone/>
              <a:defRPr sz="1800" b="1" i="1">
                <a:solidFill>
                  <a:schemeClr val="accent1"/>
                </a:solidFill>
                <a:latin typeface="Georgia" panose="02040502050405020303" pitchFamily="18" charset="0"/>
              </a:defRPr>
            </a:lvl1pPr>
          </a:lstStyle>
          <a:p>
            <a:pPr lvl="0"/>
            <a:r>
              <a:rPr lang="en-US"/>
              <a:t>Slide title (2-5 words)</a:t>
            </a:r>
          </a:p>
        </p:txBody>
      </p:sp>
      <p:sp>
        <p:nvSpPr>
          <p:cNvPr id="9" name="Text Placeholder 8">
            <a:extLst>
              <a:ext uri="{FF2B5EF4-FFF2-40B4-BE49-F238E27FC236}">
                <a16:creationId xmlns:a16="http://schemas.microsoft.com/office/drawing/2014/main" id="{DB8335DB-6FEE-437B-8565-E30D38C149AF}"/>
              </a:ext>
            </a:extLst>
          </p:cNvPr>
          <p:cNvSpPr>
            <a:spLocks noGrp="1"/>
          </p:cNvSpPr>
          <p:nvPr>
            <p:ph type="body" sz="quarter" idx="14" hasCustomPrompt="1"/>
          </p:nvPr>
        </p:nvSpPr>
        <p:spPr>
          <a:xfrm>
            <a:off x="8595360" y="122238"/>
            <a:ext cx="2743200" cy="274637"/>
          </a:xfrm>
        </p:spPr>
        <p:txBody>
          <a:bodyPr anchor="ctr">
            <a:noAutofit/>
          </a:bodyPr>
          <a:lstStyle>
            <a:lvl1pPr marL="0" indent="0" algn="r">
              <a:buFontTx/>
              <a:buNone/>
              <a:defRPr sz="1100">
                <a:solidFill>
                  <a:schemeClr val="bg2">
                    <a:lumMod val="50000"/>
                  </a:schemeClr>
                </a:solidFill>
              </a:defRPr>
            </a:lvl1pPr>
          </a:lstStyle>
          <a:p>
            <a:pPr lvl="0"/>
            <a:r>
              <a:rPr lang="en-US"/>
              <a:t>Related agenda topic</a:t>
            </a:r>
          </a:p>
        </p:txBody>
      </p:sp>
    </p:spTree>
    <p:extLst>
      <p:ext uri="{BB962C8B-B14F-4D97-AF65-F5344CB8AC3E}">
        <p14:creationId xmlns:p14="http://schemas.microsoft.com/office/powerpoint/2010/main" val="348143576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Slide Light">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504C1D22-78C8-87BE-980B-F0CBF74452B3}"/>
              </a:ext>
            </a:extLst>
          </p:cNvPr>
          <p:cNvSpPr>
            <a:spLocks noGrp="1" noRot="1" noMove="1" noResize="1" noEditPoints="1" noAdjustHandles="1" noChangeArrowheads="1" noChangeShapeType="1"/>
          </p:cNvSpPr>
          <p:nvPr/>
        </p:nvSpPr>
        <p:spPr>
          <a:xfrm>
            <a:off x="11644547" y="6202017"/>
            <a:ext cx="547454" cy="6559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6856E55C-100E-042E-7280-ADAFE690EB9C}"/>
              </a:ext>
            </a:extLst>
          </p:cNvPr>
          <p:cNvSpPr>
            <a:spLocks noGrp="1"/>
          </p:cNvSpPr>
          <p:nvPr>
            <p:ph type="ctrTitle" hasCustomPrompt="1"/>
          </p:nvPr>
        </p:nvSpPr>
        <p:spPr>
          <a:xfrm>
            <a:off x="548640" y="2485536"/>
            <a:ext cx="5029200" cy="548640"/>
          </a:xfrm>
          <a:prstGeom prst="rect">
            <a:avLst/>
          </a:prstGeom>
        </p:spPr>
        <p:txBody>
          <a:bodyPr anchor="b">
            <a:normAutofit/>
          </a:bodyPr>
          <a:lstStyle>
            <a:lvl1pPr algn="l">
              <a:defRPr sz="2800" b="0">
                <a:solidFill>
                  <a:srgbClr val="23004B"/>
                </a:solidFill>
                <a:latin typeface="+mj-lt"/>
              </a:defRPr>
            </a:lvl1pPr>
          </a:lstStyle>
          <a:p>
            <a:r>
              <a:rPr lang="en-US"/>
              <a:t>Presentation Title - 28pt</a:t>
            </a:r>
          </a:p>
        </p:txBody>
      </p:sp>
      <p:sp>
        <p:nvSpPr>
          <p:cNvPr id="6" name="Subtitle 2">
            <a:extLst>
              <a:ext uri="{FF2B5EF4-FFF2-40B4-BE49-F238E27FC236}">
                <a16:creationId xmlns:a16="http://schemas.microsoft.com/office/drawing/2014/main" id="{B5A228FB-F0CA-CB9D-D5A1-690E61FDD20F}"/>
              </a:ext>
            </a:extLst>
          </p:cNvPr>
          <p:cNvSpPr>
            <a:spLocks noGrp="1"/>
          </p:cNvSpPr>
          <p:nvPr>
            <p:ph type="subTitle" idx="1" hasCustomPrompt="1"/>
          </p:nvPr>
        </p:nvSpPr>
        <p:spPr>
          <a:xfrm>
            <a:off x="548639" y="3157381"/>
            <a:ext cx="5029200" cy="453670"/>
          </a:xfrm>
          <a:prstGeom prst="rect">
            <a:avLst/>
          </a:prstGeom>
        </p:spPr>
        <p:txBody>
          <a:bodyPr>
            <a:normAutofit/>
          </a:bodyPr>
          <a:lstStyle>
            <a:lvl1pPr marL="0" indent="0" algn="l">
              <a:buNone/>
              <a:defRPr sz="1800">
                <a:solidFill>
                  <a:schemeClr val="accent4"/>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 18pt</a:t>
            </a:r>
          </a:p>
        </p:txBody>
      </p:sp>
      <p:sp>
        <p:nvSpPr>
          <p:cNvPr id="7" name="Text Placeholder 33">
            <a:extLst>
              <a:ext uri="{FF2B5EF4-FFF2-40B4-BE49-F238E27FC236}">
                <a16:creationId xmlns:a16="http://schemas.microsoft.com/office/drawing/2014/main" id="{E21CADF2-B48D-EDC5-D73D-C673AC19BC9B}"/>
              </a:ext>
            </a:extLst>
          </p:cNvPr>
          <p:cNvSpPr>
            <a:spLocks noGrp="1"/>
          </p:cNvSpPr>
          <p:nvPr>
            <p:ph type="body" sz="quarter" idx="12" hasCustomPrompt="1"/>
          </p:nvPr>
        </p:nvSpPr>
        <p:spPr>
          <a:xfrm>
            <a:off x="548640" y="4969351"/>
            <a:ext cx="3965575" cy="296089"/>
          </a:xfrm>
          <a:prstGeom prst="rect">
            <a:avLst/>
          </a:prstGeom>
        </p:spPr>
        <p:txBody>
          <a:bodyPr/>
          <a:lstStyle>
            <a:lvl1pPr marL="0" indent="0">
              <a:buNone/>
              <a:defRPr sz="1600">
                <a:solidFill>
                  <a:schemeClr val="tx1"/>
                </a:solidFill>
                <a:latin typeface="+mn-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400"/>
              <a:t>Month Day, Year</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400"/>
              <a:t>(Optional) Presenter Name(s)</a:t>
            </a:r>
          </a:p>
        </p:txBody>
      </p:sp>
      <p:pic>
        <p:nvPicPr>
          <p:cNvPr id="9" name="Picture 8">
            <a:extLst>
              <a:ext uri="{FF2B5EF4-FFF2-40B4-BE49-F238E27FC236}">
                <a16:creationId xmlns:a16="http://schemas.microsoft.com/office/drawing/2014/main" id="{4C4212D2-A69F-F8BA-D52B-0181BB546296}"/>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10731064" y="153402"/>
            <a:ext cx="1279961" cy="1127096"/>
          </a:xfrm>
          <a:prstGeom prst="rect">
            <a:avLst/>
          </a:prstGeom>
        </p:spPr>
      </p:pic>
      <p:pic>
        <p:nvPicPr>
          <p:cNvPr id="8" name="Graphic 7">
            <a:extLst>
              <a:ext uri="{FF2B5EF4-FFF2-40B4-BE49-F238E27FC236}">
                <a16:creationId xmlns:a16="http://schemas.microsoft.com/office/drawing/2014/main" id="{48FC9B9C-2F6E-7767-6AC5-D65054F6BA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4320" y="4542081"/>
            <a:ext cx="437676" cy="340415"/>
          </a:xfrm>
          <a:prstGeom prst="rect">
            <a:avLst/>
          </a:prstGeom>
        </p:spPr>
      </p:pic>
      <p:pic>
        <p:nvPicPr>
          <p:cNvPr id="11" name="Picture 10">
            <a:extLst>
              <a:ext uri="{FF2B5EF4-FFF2-40B4-BE49-F238E27FC236}">
                <a16:creationId xmlns:a16="http://schemas.microsoft.com/office/drawing/2014/main" id="{39ED297E-FBDA-CD5F-D8AC-5A45D561B0E0}"/>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143203" y="5537473"/>
            <a:ext cx="1027400" cy="1158930"/>
          </a:xfrm>
          <a:prstGeom prst="rect">
            <a:avLst/>
          </a:prstGeom>
        </p:spPr>
      </p:pic>
      <p:grpSp>
        <p:nvGrpSpPr>
          <p:cNvPr id="2" name="Group 1">
            <a:extLst>
              <a:ext uri="{FF2B5EF4-FFF2-40B4-BE49-F238E27FC236}">
                <a16:creationId xmlns:a16="http://schemas.microsoft.com/office/drawing/2014/main" id="{4869374A-38D9-0E4D-F08B-B27089A3EF1B}"/>
              </a:ext>
            </a:extLst>
          </p:cNvPr>
          <p:cNvGrpSpPr/>
          <p:nvPr/>
        </p:nvGrpSpPr>
        <p:grpSpPr>
          <a:xfrm>
            <a:off x="611605" y="849963"/>
            <a:ext cx="1759666" cy="765915"/>
            <a:chOff x="10956590" y="246968"/>
            <a:chExt cx="732897" cy="319002"/>
          </a:xfrm>
          <a:solidFill>
            <a:srgbClr val="23004B"/>
          </a:solidFill>
        </p:grpSpPr>
        <p:sp>
          <p:nvSpPr>
            <p:cNvPr id="4" name="Freeform: Shape 4">
              <a:extLst>
                <a:ext uri="{FF2B5EF4-FFF2-40B4-BE49-F238E27FC236}">
                  <a16:creationId xmlns:a16="http://schemas.microsoft.com/office/drawing/2014/main" id="{A185032B-9536-79E2-5A38-C6D2DE930A76}"/>
                </a:ext>
              </a:extLst>
            </p:cNvPr>
            <p:cNvSpPr/>
            <p:nvPr/>
          </p:nvSpPr>
          <p:spPr>
            <a:xfrm>
              <a:off x="11359466" y="246968"/>
              <a:ext cx="44074" cy="315262"/>
            </a:xfrm>
            <a:custGeom>
              <a:avLst/>
              <a:gdLst>
                <a:gd name="connsiteX0" fmla="*/ 0 w 281126"/>
                <a:gd name="connsiteY0" fmla="*/ 0 h 2010906"/>
                <a:gd name="connsiteX1" fmla="*/ 281127 w 281126"/>
                <a:gd name="connsiteY1" fmla="*/ 0 h 2010906"/>
                <a:gd name="connsiteX2" fmla="*/ 281127 w 281126"/>
                <a:gd name="connsiteY2" fmla="*/ 2010907 h 2010906"/>
                <a:gd name="connsiteX3" fmla="*/ 0 w 281126"/>
                <a:gd name="connsiteY3" fmla="*/ 2010907 h 2010906"/>
                <a:gd name="connsiteX4" fmla="*/ 0 w 281126"/>
                <a:gd name="connsiteY4" fmla="*/ 0 h 2010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126" h="2010906">
                  <a:moveTo>
                    <a:pt x="0" y="0"/>
                  </a:moveTo>
                  <a:lnTo>
                    <a:pt x="281127" y="0"/>
                  </a:lnTo>
                  <a:lnTo>
                    <a:pt x="281127" y="2010907"/>
                  </a:lnTo>
                  <a:lnTo>
                    <a:pt x="0" y="2010907"/>
                  </a:lnTo>
                  <a:lnTo>
                    <a:pt x="0" y="0"/>
                  </a:lnTo>
                  <a:close/>
                </a:path>
              </a:pathLst>
            </a:custGeom>
            <a:grpFill/>
            <a:ln w="0" cap="flat">
              <a:noFill/>
              <a:prstDash val="solid"/>
              <a:miter/>
            </a:ln>
          </p:spPr>
          <p:txBody>
            <a:bodyPr rtlCol="0" anchor="ctr"/>
            <a:lstStyle/>
            <a:p>
              <a:endParaRPr lang="en-US"/>
            </a:p>
          </p:txBody>
        </p:sp>
        <p:sp>
          <p:nvSpPr>
            <p:cNvPr id="10" name="Freeform: Shape 10">
              <a:extLst>
                <a:ext uri="{FF2B5EF4-FFF2-40B4-BE49-F238E27FC236}">
                  <a16:creationId xmlns:a16="http://schemas.microsoft.com/office/drawing/2014/main" id="{9031E3AE-1D74-D47E-0D79-AF4788BD6CAE}"/>
                </a:ext>
              </a:extLst>
            </p:cNvPr>
            <p:cNvSpPr/>
            <p:nvPr/>
          </p:nvSpPr>
          <p:spPr>
            <a:xfrm>
              <a:off x="11427581" y="278020"/>
              <a:ext cx="58498" cy="58097"/>
            </a:xfrm>
            <a:custGeom>
              <a:avLst/>
              <a:gdLst>
                <a:gd name="connsiteX0" fmla="*/ 0 w 373131"/>
                <a:gd name="connsiteY0" fmla="*/ 184010 h 370575"/>
                <a:gd name="connsiteX1" fmla="*/ 186566 w 373131"/>
                <a:gd name="connsiteY1" fmla="*/ 0 h 370575"/>
                <a:gd name="connsiteX2" fmla="*/ 373132 w 373131"/>
                <a:gd name="connsiteY2" fmla="*/ 184010 h 370575"/>
                <a:gd name="connsiteX3" fmla="*/ 186566 w 373131"/>
                <a:gd name="connsiteY3" fmla="*/ 370576 h 370575"/>
                <a:gd name="connsiteX4" fmla="*/ 0 w 373131"/>
                <a:gd name="connsiteY4" fmla="*/ 184010 h 370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3131" h="370575">
                  <a:moveTo>
                    <a:pt x="0" y="184010"/>
                  </a:moveTo>
                  <a:cubicBezTo>
                    <a:pt x="0" y="78375"/>
                    <a:pt x="86468" y="0"/>
                    <a:pt x="186566" y="0"/>
                  </a:cubicBezTo>
                  <a:cubicBezTo>
                    <a:pt x="286664" y="0"/>
                    <a:pt x="373132" y="77949"/>
                    <a:pt x="373132" y="184010"/>
                  </a:cubicBezTo>
                  <a:cubicBezTo>
                    <a:pt x="373132" y="295609"/>
                    <a:pt x="286664" y="370576"/>
                    <a:pt x="186566" y="370576"/>
                  </a:cubicBezTo>
                  <a:cubicBezTo>
                    <a:pt x="86468" y="370576"/>
                    <a:pt x="0" y="295183"/>
                    <a:pt x="0" y="184010"/>
                  </a:cubicBezTo>
                  <a:close/>
                </a:path>
              </a:pathLst>
            </a:custGeom>
            <a:grpFill/>
            <a:ln w="0" cap="flat">
              <a:noFill/>
              <a:prstDash val="solid"/>
              <a:miter/>
            </a:ln>
          </p:spPr>
          <p:txBody>
            <a:bodyPr rtlCol="0" anchor="ctr"/>
            <a:lstStyle/>
            <a:p>
              <a:endParaRPr lang="en-US"/>
            </a:p>
          </p:txBody>
        </p:sp>
        <p:grpSp>
          <p:nvGrpSpPr>
            <p:cNvPr id="12" name="Group 11">
              <a:extLst>
                <a:ext uri="{FF2B5EF4-FFF2-40B4-BE49-F238E27FC236}">
                  <a16:creationId xmlns:a16="http://schemas.microsoft.com/office/drawing/2014/main" id="{30B8DBC3-8B1A-A69B-6AA9-5C1984ECB1B2}"/>
                </a:ext>
              </a:extLst>
            </p:cNvPr>
            <p:cNvGrpSpPr/>
            <p:nvPr/>
          </p:nvGrpSpPr>
          <p:grpSpPr>
            <a:xfrm>
              <a:off x="10956590" y="368572"/>
              <a:ext cx="732897" cy="197398"/>
              <a:chOff x="10956590" y="368572"/>
              <a:chExt cx="732897" cy="197398"/>
            </a:xfrm>
            <a:grpFill/>
          </p:grpSpPr>
          <p:sp>
            <p:nvSpPr>
              <p:cNvPr id="13" name="Freeform: Shape 6">
                <a:extLst>
                  <a:ext uri="{FF2B5EF4-FFF2-40B4-BE49-F238E27FC236}">
                    <a16:creationId xmlns:a16="http://schemas.microsoft.com/office/drawing/2014/main" id="{C1C68436-2E32-C89D-53FD-954FEF148438}"/>
                  </a:ext>
                </a:extLst>
              </p:cNvPr>
              <p:cNvSpPr/>
              <p:nvPr/>
            </p:nvSpPr>
            <p:spPr>
              <a:xfrm>
                <a:off x="11502373" y="368572"/>
                <a:ext cx="152189" cy="197064"/>
              </a:xfrm>
              <a:custGeom>
                <a:avLst/>
                <a:gdLst>
                  <a:gd name="connsiteX0" fmla="*/ 573754 w 970738"/>
                  <a:gd name="connsiteY0" fmla="*/ 503046 h 1256976"/>
                  <a:gd name="connsiteX1" fmla="*/ 309665 w 970738"/>
                  <a:gd name="connsiteY1" fmla="*/ 342037 h 1256976"/>
                  <a:gd name="connsiteX2" fmla="*/ 479193 w 970738"/>
                  <a:gd name="connsiteY2" fmla="*/ 230013 h 1256976"/>
                  <a:gd name="connsiteX3" fmla="*/ 728799 w 970738"/>
                  <a:gd name="connsiteY3" fmla="*/ 347575 h 1256976"/>
                  <a:gd name="connsiteX4" fmla="*/ 898327 w 970738"/>
                  <a:gd name="connsiteY4" fmla="*/ 181028 h 1256976"/>
                  <a:gd name="connsiteX5" fmla="*/ 479193 w 970738"/>
                  <a:gd name="connsiteY5" fmla="*/ 0 h 1256976"/>
                  <a:gd name="connsiteX6" fmla="*/ 48558 w 970738"/>
                  <a:gd name="connsiteY6" fmla="*/ 356094 h 1256976"/>
                  <a:gd name="connsiteX7" fmla="*/ 404652 w 970738"/>
                  <a:gd name="connsiteY7" fmla="*/ 726244 h 1256976"/>
                  <a:gd name="connsiteX8" fmla="*/ 697705 w 970738"/>
                  <a:gd name="connsiteY8" fmla="*/ 895772 h 1256976"/>
                  <a:gd name="connsiteX9" fmla="*/ 485156 w 970738"/>
                  <a:gd name="connsiteY9" fmla="*/ 1024834 h 1256976"/>
                  <a:gd name="connsiteX10" fmla="*/ 174639 w 970738"/>
                  <a:gd name="connsiteY10" fmla="*/ 888105 h 1256976"/>
                  <a:gd name="connsiteX11" fmla="*/ 0 w 970738"/>
                  <a:gd name="connsiteY11" fmla="*/ 1057632 h 1256976"/>
                  <a:gd name="connsiteX12" fmla="*/ 502620 w 970738"/>
                  <a:gd name="connsiteY12" fmla="*/ 1256977 h 1256976"/>
                  <a:gd name="connsiteX13" fmla="*/ 970738 w 970738"/>
                  <a:gd name="connsiteY13" fmla="*/ 880863 h 1256976"/>
                  <a:gd name="connsiteX14" fmla="*/ 574606 w 970738"/>
                  <a:gd name="connsiteY14" fmla="*/ 501768 h 125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70738" h="1256976">
                    <a:moveTo>
                      <a:pt x="573754" y="503046"/>
                    </a:moveTo>
                    <a:cubicBezTo>
                      <a:pt x="384206" y="454062"/>
                      <a:pt x="309665" y="434042"/>
                      <a:pt x="309665" y="342037"/>
                    </a:cubicBezTo>
                    <a:cubicBezTo>
                      <a:pt x="309665" y="270478"/>
                      <a:pt x="370150" y="230013"/>
                      <a:pt x="479193" y="230013"/>
                    </a:cubicBezTo>
                    <a:cubicBezTo>
                      <a:pt x="588236" y="230013"/>
                      <a:pt x="671722" y="281553"/>
                      <a:pt x="728799" y="347575"/>
                    </a:cubicBezTo>
                    <a:lnTo>
                      <a:pt x="898327" y="181028"/>
                    </a:lnTo>
                    <a:cubicBezTo>
                      <a:pt x="806322" y="80504"/>
                      <a:pt x="671722" y="0"/>
                      <a:pt x="479193" y="0"/>
                    </a:cubicBezTo>
                    <a:cubicBezTo>
                      <a:pt x="241087" y="0"/>
                      <a:pt x="48558" y="115006"/>
                      <a:pt x="48558" y="356094"/>
                    </a:cubicBezTo>
                    <a:cubicBezTo>
                      <a:pt x="48558" y="597181"/>
                      <a:pt x="226605" y="677685"/>
                      <a:pt x="404652" y="726244"/>
                    </a:cubicBezTo>
                    <a:cubicBezTo>
                      <a:pt x="608681" y="783747"/>
                      <a:pt x="697705" y="798229"/>
                      <a:pt x="697705" y="895772"/>
                    </a:cubicBezTo>
                    <a:cubicBezTo>
                      <a:pt x="697705" y="976276"/>
                      <a:pt x="631683" y="1024834"/>
                      <a:pt x="485156" y="1024834"/>
                    </a:cubicBezTo>
                    <a:cubicBezTo>
                      <a:pt x="355668" y="1024834"/>
                      <a:pt x="248754" y="981813"/>
                      <a:pt x="174639" y="888105"/>
                    </a:cubicBezTo>
                    <a:lnTo>
                      <a:pt x="0" y="1057632"/>
                    </a:lnTo>
                    <a:cubicBezTo>
                      <a:pt x="93283" y="1166249"/>
                      <a:pt x="263237" y="1256977"/>
                      <a:pt x="502620" y="1256977"/>
                    </a:cubicBezTo>
                    <a:cubicBezTo>
                      <a:pt x="844232" y="1256977"/>
                      <a:pt x="970738" y="1087449"/>
                      <a:pt x="970738" y="880863"/>
                    </a:cubicBezTo>
                    <a:cubicBezTo>
                      <a:pt x="970738" y="625294"/>
                      <a:pt x="764153" y="550753"/>
                      <a:pt x="574606" y="501768"/>
                    </a:cubicBezTo>
                    <a:close/>
                  </a:path>
                </a:pathLst>
              </a:custGeom>
              <a:grpFill/>
              <a:ln w="0" cap="flat">
                <a:noFill/>
                <a:prstDash val="solid"/>
                <a:miter/>
              </a:ln>
            </p:spPr>
            <p:txBody>
              <a:bodyPr rtlCol="0" anchor="ctr"/>
              <a:lstStyle/>
              <a:p>
                <a:endParaRPr lang="en-US"/>
              </a:p>
            </p:txBody>
          </p:sp>
          <p:sp>
            <p:nvSpPr>
              <p:cNvPr id="14" name="Freeform: Shape 7">
                <a:extLst>
                  <a:ext uri="{FF2B5EF4-FFF2-40B4-BE49-F238E27FC236}">
                    <a16:creationId xmlns:a16="http://schemas.microsoft.com/office/drawing/2014/main" id="{AC391C65-7381-DC7D-DBF9-234D3F682BCF}"/>
                  </a:ext>
                </a:extLst>
              </p:cNvPr>
              <p:cNvSpPr/>
              <p:nvPr/>
            </p:nvSpPr>
            <p:spPr>
              <a:xfrm>
                <a:off x="11129146" y="368572"/>
                <a:ext cx="198854" cy="197398"/>
              </a:xfrm>
              <a:custGeom>
                <a:avLst/>
                <a:gdLst>
                  <a:gd name="connsiteX0" fmla="*/ 678111 w 1268394"/>
                  <a:gd name="connsiteY0" fmla="*/ 1015037 h 1259106"/>
                  <a:gd name="connsiteX1" fmla="*/ 1020149 w 1268394"/>
                  <a:gd name="connsiteY1" fmla="*/ 885549 h 1259106"/>
                  <a:gd name="connsiteX2" fmla="*/ 1189677 w 1268394"/>
                  <a:gd name="connsiteY2" fmla="*/ 1063596 h 1259106"/>
                  <a:gd name="connsiteX3" fmla="*/ 681093 w 1268394"/>
                  <a:gd name="connsiteY3" fmla="*/ 1259106 h 1259106"/>
                  <a:gd name="connsiteX4" fmla="*/ 0 w 1268394"/>
                  <a:gd name="connsiteY4" fmla="*/ 629553 h 1259106"/>
                  <a:gd name="connsiteX5" fmla="*/ 643610 w 1268394"/>
                  <a:gd name="connsiteY5" fmla="*/ 0 h 1259106"/>
                  <a:gd name="connsiteX6" fmla="*/ 1267199 w 1268394"/>
                  <a:gd name="connsiteY6" fmla="*/ 727096 h 1259106"/>
                  <a:gd name="connsiteX7" fmla="*/ 295609 w 1268394"/>
                  <a:gd name="connsiteY7" fmla="*/ 727096 h 1259106"/>
                  <a:gd name="connsiteX8" fmla="*/ 677685 w 1268394"/>
                  <a:gd name="connsiteY8" fmla="*/ 1014611 h 1259106"/>
                  <a:gd name="connsiteX9" fmla="*/ 974146 w 1268394"/>
                  <a:gd name="connsiteY9" fmla="*/ 526473 h 1259106"/>
                  <a:gd name="connsiteX10" fmla="*/ 646591 w 1268394"/>
                  <a:gd name="connsiteY10" fmla="*/ 241939 h 1259106"/>
                  <a:gd name="connsiteX11" fmla="*/ 296035 w 1268394"/>
                  <a:gd name="connsiteY11" fmla="*/ 526473 h 1259106"/>
                  <a:gd name="connsiteX12" fmla="*/ 974146 w 1268394"/>
                  <a:gd name="connsiteY12" fmla="*/ 526473 h 1259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8394" h="1259106">
                    <a:moveTo>
                      <a:pt x="678111" y="1015037"/>
                    </a:moveTo>
                    <a:cubicBezTo>
                      <a:pt x="836139" y="1015037"/>
                      <a:pt x="951145" y="951997"/>
                      <a:pt x="1020149" y="885549"/>
                    </a:cubicBezTo>
                    <a:lnTo>
                      <a:pt x="1189677" y="1063596"/>
                    </a:lnTo>
                    <a:cubicBezTo>
                      <a:pt x="1077652" y="1175620"/>
                      <a:pt x="922606" y="1259106"/>
                      <a:pt x="681093" y="1259106"/>
                    </a:cubicBezTo>
                    <a:cubicBezTo>
                      <a:pt x="267070" y="1259106"/>
                      <a:pt x="0" y="991610"/>
                      <a:pt x="0" y="629553"/>
                    </a:cubicBezTo>
                    <a:cubicBezTo>
                      <a:pt x="0" y="267496"/>
                      <a:pt x="281553" y="0"/>
                      <a:pt x="643610" y="0"/>
                    </a:cubicBezTo>
                    <a:cubicBezTo>
                      <a:pt x="1054651" y="0"/>
                      <a:pt x="1287219" y="304554"/>
                      <a:pt x="1267199" y="727096"/>
                    </a:cubicBezTo>
                    <a:lnTo>
                      <a:pt x="295609" y="727096"/>
                    </a:lnTo>
                    <a:cubicBezTo>
                      <a:pt x="330111" y="902587"/>
                      <a:pt x="456618" y="1014611"/>
                      <a:pt x="677685" y="1014611"/>
                    </a:cubicBezTo>
                    <a:close/>
                    <a:moveTo>
                      <a:pt x="974146" y="526473"/>
                    </a:moveTo>
                    <a:cubicBezTo>
                      <a:pt x="948163" y="362483"/>
                      <a:pt x="847639" y="241939"/>
                      <a:pt x="646591" y="241939"/>
                    </a:cubicBezTo>
                    <a:cubicBezTo>
                      <a:pt x="459599" y="241939"/>
                      <a:pt x="330537" y="345445"/>
                      <a:pt x="296035" y="526473"/>
                    </a:cubicBezTo>
                    <a:lnTo>
                      <a:pt x="974146" y="526473"/>
                    </a:lnTo>
                    <a:close/>
                  </a:path>
                </a:pathLst>
              </a:custGeom>
              <a:grpFill/>
              <a:ln w="0" cap="flat">
                <a:noFill/>
                <a:prstDash val="solid"/>
                <a:miter/>
              </a:ln>
            </p:spPr>
            <p:txBody>
              <a:bodyPr rtlCol="0" anchor="ctr"/>
              <a:lstStyle/>
              <a:p>
                <a:endParaRPr lang="en-US"/>
              </a:p>
            </p:txBody>
          </p:sp>
          <p:sp>
            <p:nvSpPr>
              <p:cNvPr id="16" name="Freeform: Shape 9">
                <a:extLst>
                  <a:ext uri="{FF2B5EF4-FFF2-40B4-BE49-F238E27FC236}">
                    <a16:creationId xmlns:a16="http://schemas.microsoft.com/office/drawing/2014/main" id="{8F9B480E-0C47-3847-A350-9207542FCE35}"/>
                  </a:ext>
                </a:extLst>
              </p:cNvPr>
              <p:cNvSpPr/>
              <p:nvPr/>
            </p:nvSpPr>
            <p:spPr>
              <a:xfrm>
                <a:off x="11434392" y="370442"/>
                <a:ext cx="44541" cy="191588"/>
              </a:xfrm>
              <a:custGeom>
                <a:avLst/>
                <a:gdLst>
                  <a:gd name="connsiteX0" fmla="*/ 0 w 284108"/>
                  <a:gd name="connsiteY0" fmla="*/ 0 h 1222048"/>
                  <a:gd name="connsiteX1" fmla="*/ 284108 w 284108"/>
                  <a:gd name="connsiteY1" fmla="*/ 0 h 1222048"/>
                  <a:gd name="connsiteX2" fmla="*/ 284108 w 284108"/>
                  <a:gd name="connsiteY2" fmla="*/ 1222049 h 1222048"/>
                  <a:gd name="connsiteX3" fmla="*/ 0 w 284108"/>
                  <a:gd name="connsiteY3" fmla="*/ 1222049 h 1222048"/>
                </a:gdLst>
                <a:ahLst/>
                <a:cxnLst>
                  <a:cxn ang="0">
                    <a:pos x="connsiteX0" y="connsiteY0"/>
                  </a:cxn>
                  <a:cxn ang="0">
                    <a:pos x="connsiteX1" y="connsiteY1"/>
                  </a:cxn>
                  <a:cxn ang="0">
                    <a:pos x="connsiteX2" y="connsiteY2"/>
                  </a:cxn>
                  <a:cxn ang="0">
                    <a:pos x="connsiteX3" y="connsiteY3"/>
                  </a:cxn>
                </a:cxnLst>
                <a:rect l="l" t="t" r="r" b="b"/>
                <a:pathLst>
                  <a:path w="284108" h="1222048">
                    <a:moveTo>
                      <a:pt x="0" y="0"/>
                    </a:moveTo>
                    <a:lnTo>
                      <a:pt x="284108" y="0"/>
                    </a:lnTo>
                    <a:lnTo>
                      <a:pt x="284108" y="1222049"/>
                    </a:lnTo>
                    <a:lnTo>
                      <a:pt x="0" y="1222049"/>
                    </a:lnTo>
                    <a:close/>
                  </a:path>
                </a:pathLst>
              </a:custGeom>
              <a:grpFill/>
              <a:ln w="0" cap="flat">
                <a:noFill/>
                <a:prstDash val="solid"/>
                <a:miter/>
              </a:ln>
            </p:spPr>
            <p:txBody>
              <a:bodyPr rtlCol="0" anchor="ctr"/>
              <a:lstStyle/>
              <a:p>
                <a:endParaRPr lang="en-US"/>
              </a:p>
            </p:txBody>
          </p:sp>
          <p:sp>
            <p:nvSpPr>
              <p:cNvPr id="17" name="Freeform: Shape 11">
                <a:extLst>
                  <a:ext uri="{FF2B5EF4-FFF2-40B4-BE49-F238E27FC236}">
                    <a16:creationId xmlns:a16="http://schemas.microsoft.com/office/drawing/2014/main" id="{6B238D81-A33A-EC85-C2EF-62EE2674C94B}"/>
                  </a:ext>
                </a:extLst>
              </p:cNvPr>
              <p:cNvSpPr/>
              <p:nvPr/>
            </p:nvSpPr>
            <p:spPr>
              <a:xfrm>
                <a:off x="10971482" y="370308"/>
                <a:ext cx="163074" cy="40468"/>
              </a:xfrm>
              <a:custGeom>
                <a:avLst/>
                <a:gdLst>
                  <a:gd name="connsiteX0" fmla="*/ 871918 w 1040168"/>
                  <a:gd name="connsiteY0" fmla="*/ 257273 h 258125"/>
                  <a:gd name="connsiteX1" fmla="*/ 1040168 w 1040168"/>
                  <a:gd name="connsiteY1" fmla="*/ 0 h 258125"/>
                  <a:gd name="connsiteX2" fmla="*/ 0 w 1040168"/>
                  <a:gd name="connsiteY2" fmla="*/ 0 h 258125"/>
                  <a:gd name="connsiteX3" fmla="*/ 0 w 1040168"/>
                  <a:gd name="connsiteY3" fmla="*/ 258125 h 258125"/>
                  <a:gd name="connsiteX4" fmla="*/ 871918 w 1040168"/>
                  <a:gd name="connsiteY4" fmla="*/ 257273 h 258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168" h="258125">
                    <a:moveTo>
                      <a:pt x="871918" y="257273"/>
                    </a:moveTo>
                    <a:lnTo>
                      <a:pt x="1040168" y="0"/>
                    </a:lnTo>
                    <a:lnTo>
                      <a:pt x="0" y="0"/>
                    </a:lnTo>
                    <a:lnTo>
                      <a:pt x="0" y="258125"/>
                    </a:lnTo>
                    <a:lnTo>
                      <a:pt x="871918" y="257273"/>
                    </a:lnTo>
                    <a:close/>
                  </a:path>
                </a:pathLst>
              </a:custGeom>
              <a:grpFill/>
              <a:ln w="0" cap="flat">
                <a:noFill/>
                <a:prstDash val="solid"/>
                <a:miter/>
              </a:ln>
            </p:spPr>
            <p:txBody>
              <a:bodyPr rtlCol="0" anchor="ctr"/>
              <a:lstStyle/>
              <a:p>
                <a:endParaRPr lang="en-US"/>
              </a:p>
            </p:txBody>
          </p:sp>
          <p:sp>
            <p:nvSpPr>
              <p:cNvPr id="18" name="Freeform: Shape 12">
                <a:extLst>
                  <a:ext uri="{FF2B5EF4-FFF2-40B4-BE49-F238E27FC236}">
                    <a16:creationId xmlns:a16="http://schemas.microsoft.com/office/drawing/2014/main" id="{939E440D-70A5-FA76-245C-8F7C925ED35E}"/>
                  </a:ext>
                </a:extLst>
              </p:cNvPr>
              <p:cNvSpPr/>
              <p:nvPr/>
            </p:nvSpPr>
            <p:spPr>
              <a:xfrm>
                <a:off x="10956590" y="522096"/>
                <a:ext cx="163608" cy="40468"/>
              </a:xfrm>
              <a:custGeom>
                <a:avLst/>
                <a:gdLst>
                  <a:gd name="connsiteX0" fmla="*/ 0 w 1043575"/>
                  <a:gd name="connsiteY0" fmla="*/ 257699 h 258125"/>
                  <a:gd name="connsiteX1" fmla="*/ 1043576 w 1043575"/>
                  <a:gd name="connsiteY1" fmla="*/ 258125 h 258125"/>
                  <a:gd name="connsiteX2" fmla="*/ 1043576 w 1043575"/>
                  <a:gd name="connsiteY2" fmla="*/ 0 h 258125"/>
                  <a:gd name="connsiteX3" fmla="*/ 168676 w 1043575"/>
                  <a:gd name="connsiteY3" fmla="*/ 0 h 258125"/>
                  <a:gd name="connsiteX4" fmla="*/ 0 w 1043575"/>
                  <a:gd name="connsiteY4" fmla="*/ 257699 h 258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3575" h="258125">
                    <a:moveTo>
                      <a:pt x="0" y="257699"/>
                    </a:moveTo>
                    <a:lnTo>
                      <a:pt x="1043576" y="258125"/>
                    </a:lnTo>
                    <a:lnTo>
                      <a:pt x="1043576" y="0"/>
                    </a:lnTo>
                    <a:lnTo>
                      <a:pt x="168676" y="0"/>
                    </a:lnTo>
                    <a:lnTo>
                      <a:pt x="0" y="257699"/>
                    </a:lnTo>
                    <a:close/>
                  </a:path>
                </a:pathLst>
              </a:custGeom>
              <a:grpFill/>
              <a:ln w="0" cap="flat">
                <a:noFill/>
                <a:prstDash val="solid"/>
                <a:miter/>
              </a:ln>
            </p:spPr>
            <p:txBody>
              <a:bodyPr rtlCol="0" anchor="ctr"/>
              <a:lstStyle/>
              <a:p>
                <a:endParaRPr lang="en-US"/>
              </a:p>
            </p:txBody>
          </p:sp>
          <p:sp>
            <p:nvSpPr>
              <p:cNvPr id="19" name="Freeform: Shape 13">
                <a:extLst>
                  <a:ext uri="{FF2B5EF4-FFF2-40B4-BE49-F238E27FC236}">
                    <a16:creationId xmlns:a16="http://schemas.microsoft.com/office/drawing/2014/main" id="{EA278263-09B0-524C-4538-2CCBB24B58F0}"/>
                  </a:ext>
                </a:extLst>
              </p:cNvPr>
              <p:cNvSpPr/>
              <p:nvPr/>
            </p:nvSpPr>
            <p:spPr>
              <a:xfrm>
                <a:off x="10991716" y="424065"/>
                <a:ext cx="107714" cy="84408"/>
              </a:xfrm>
              <a:custGeom>
                <a:avLst/>
                <a:gdLst>
                  <a:gd name="connsiteX0" fmla="*/ 0 w 687056"/>
                  <a:gd name="connsiteY0" fmla="*/ 538400 h 538399"/>
                  <a:gd name="connsiteX1" fmla="*/ 334370 w 687056"/>
                  <a:gd name="connsiteY1" fmla="*/ 538400 h 538399"/>
                  <a:gd name="connsiteX2" fmla="*/ 687056 w 687056"/>
                  <a:gd name="connsiteY2" fmla="*/ 0 h 538399"/>
                  <a:gd name="connsiteX3" fmla="*/ 353112 w 687056"/>
                  <a:gd name="connsiteY3" fmla="*/ 426 h 538399"/>
                  <a:gd name="connsiteX4" fmla="*/ 0 w 687056"/>
                  <a:gd name="connsiteY4" fmla="*/ 538400 h 5383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7056" h="538399">
                    <a:moveTo>
                      <a:pt x="0" y="538400"/>
                    </a:moveTo>
                    <a:lnTo>
                      <a:pt x="334370" y="538400"/>
                    </a:lnTo>
                    <a:lnTo>
                      <a:pt x="687056" y="0"/>
                    </a:lnTo>
                    <a:lnTo>
                      <a:pt x="353112" y="426"/>
                    </a:lnTo>
                    <a:lnTo>
                      <a:pt x="0" y="538400"/>
                    </a:lnTo>
                    <a:close/>
                  </a:path>
                </a:pathLst>
              </a:custGeom>
              <a:grpFill/>
              <a:ln w="0" cap="flat">
                <a:noFill/>
                <a:prstDash val="solid"/>
                <a:miter/>
              </a:ln>
            </p:spPr>
            <p:txBody>
              <a:bodyPr rtlCol="0" anchor="ctr"/>
              <a:lstStyle/>
              <a:p>
                <a:endParaRPr lang="en-US"/>
              </a:p>
            </p:txBody>
          </p:sp>
          <p:sp>
            <p:nvSpPr>
              <p:cNvPr id="23" name="Freeform: Shape 14">
                <a:extLst>
                  <a:ext uri="{FF2B5EF4-FFF2-40B4-BE49-F238E27FC236}">
                    <a16:creationId xmlns:a16="http://schemas.microsoft.com/office/drawing/2014/main" id="{9667F169-CDAC-5F4F-66EF-9198F1E82844}"/>
                  </a:ext>
                </a:extLst>
              </p:cNvPr>
              <p:cNvSpPr/>
              <p:nvPr/>
            </p:nvSpPr>
            <p:spPr>
              <a:xfrm>
                <a:off x="11660372" y="536254"/>
                <a:ext cx="29115" cy="29115"/>
              </a:xfrm>
              <a:custGeom>
                <a:avLst/>
                <a:gdLst>
                  <a:gd name="connsiteX0" fmla="*/ 100524 w 185713"/>
                  <a:gd name="connsiteY0" fmla="*/ 52392 h 185713"/>
                  <a:gd name="connsiteX1" fmla="*/ 119692 w 185713"/>
                  <a:gd name="connsiteY1" fmla="*/ 71985 h 185713"/>
                  <a:gd name="connsiteX2" fmla="*/ 100524 w 185713"/>
                  <a:gd name="connsiteY2" fmla="*/ 90727 h 185713"/>
                  <a:gd name="connsiteX3" fmla="*/ 71133 w 185713"/>
                  <a:gd name="connsiteY3" fmla="*/ 90727 h 185713"/>
                  <a:gd name="connsiteX4" fmla="*/ 71133 w 185713"/>
                  <a:gd name="connsiteY4" fmla="*/ 51966 h 185713"/>
                  <a:gd name="connsiteX5" fmla="*/ 100524 w 185713"/>
                  <a:gd name="connsiteY5" fmla="*/ 51966 h 185713"/>
                  <a:gd name="connsiteX6" fmla="*/ 117988 w 185713"/>
                  <a:gd name="connsiteY6" fmla="*/ 146101 h 185713"/>
                  <a:gd name="connsiteX7" fmla="*/ 135452 w 185713"/>
                  <a:gd name="connsiteY7" fmla="*/ 146101 h 185713"/>
                  <a:gd name="connsiteX8" fmla="*/ 106913 w 185713"/>
                  <a:gd name="connsiteY8" fmla="*/ 103506 h 185713"/>
                  <a:gd name="connsiteX9" fmla="*/ 134174 w 185713"/>
                  <a:gd name="connsiteY9" fmla="*/ 71985 h 185713"/>
                  <a:gd name="connsiteX10" fmla="*/ 100524 w 185713"/>
                  <a:gd name="connsiteY10" fmla="*/ 39613 h 185713"/>
                  <a:gd name="connsiteX11" fmla="*/ 57077 w 185713"/>
                  <a:gd name="connsiteY11" fmla="*/ 39613 h 185713"/>
                  <a:gd name="connsiteX12" fmla="*/ 57077 w 185713"/>
                  <a:gd name="connsiteY12" fmla="*/ 146101 h 185713"/>
                  <a:gd name="connsiteX13" fmla="*/ 71133 w 185713"/>
                  <a:gd name="connsiteY13" fmla="*/ 146101 h 185713"/>
                  <a:gd name="connsiteX14" fmla="*/ 71133 w 185713"/>
                  <a:gd name="connsiteY14" fmla="*/ 103932 h 185713"/>
                  <a:gd name="connsiteX15" fmla="*/ 90301 w 185713"/>
                  <a:gd name="connsiteY15" fmla="*/ 103932 h 185713"/>
                  <a:gd name="connsiteX16" fmla="*/ 117988 w 185713"/>
                  <a:gd name="connsiteY16" fmla="*/ 146101 h 185713"/>
                  <a:gd name="connsiteX17" fmla="*/ 92857 w 185713"/>
                  <a:gd name="connsiteY17" fmla="*/ 12778 h 185713"/>
                  <a:gd name="connsiteX18" fmla="*/ 172510 w 185713"/>
                  <a:gd name="connsiteY18" fmla="*/ 92431 h 185713"/>
                  <a:gd name="connsiteX19" fmla="*/ 92857 w 185713"/>
                  <a:gd name="connsiteY19" fmla="*/ 172509 h 185713"/>
                  <a:gd name="connsiteX20" fmla="*/ 12779 w 185713"/>
                  <a:gd name="connsiteY20" fmla="*/ 92431 h 185713"/>
                  <a:gd name="connsiteX21" fmla="*/ 92857 w 185713"/>
                  <a:gd name="connsiteY21" fmla="*/ 12778 h 185713"/>
                  <a:gd name="connsiteX22" fmla="*/ 92857 w 185713"/>
                  <a:gd name="connsiteY22" fmla="*/ 185714 h 185713"/>
                  <a:gd name="connsiteX23" fmla="*/ 185714 w 185713"/>
                  <a:gd name="connsiteY23" fmla="*/ 92857 h 185713"/>
                  <a:gd name="connsiteX24" fmla="*/ 92857 w 185713"/>
                  <a:gd name="connsiteY24" fmla="*/ 0 h 185713"/>
                  <a:gd name="connsiteX25" fmla="*/ 0 w 185713"/>
                  <a:gd name="connsiteY25" fmla="*/ 92857 h 185713"/>
                  <a:gd name="connsiteX26" fmla="*/ 92857 w 185713"/>
                  <a:gd name="connsiteY26" fmla="*/ 185714 h 185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85713" h="185713">
                    <a:moveTo>
                      <a:pt x="100524" y="52392"/>
                    </a:moveTo>
                    <a:cubicBezTo>
                      <a:pt x="110747" y="52392"/>
                      <a:pt x="119692" y="60485"/>
                      <a:pt x="119692" y="71985"/>
                    </a:cubicBezTo>
                    <a:cubicBezTo>
                      <a:pt x="119692" y="83060"/>
                      <a:pt x="110321" y="90727"/>
                      <a:pt x="100524" y="90727"/>
                    </a:cubicBezTo>
                    <a:lnTo>
                      <a:pt x="71133" y="90727"/>
                    </a:lnTo>
                    <a:lnTo>
                      <a:pt x="71133" y="51966"/>
                    </a:lnTo>
                    <a:lnTo>
                      <a:pt x="100524" y="51966"/>
                    </a:lnTo>
                    <a:close/>
                    <a:moveTo>
                      <a:pt x="117988" y="146101"/>
                    </a:moveTo>
                    <a:lnTo>
                      <a:pt x="135452" y="146101"/>
                    </a:lnTo>
                    <a:lnTo>
                      <a:pt x="106913" y="103506"/>
                    </a:lnTo>
                    <a:cubicBezTo>
                      <a:pt x="112877" y="103506"/>
                      <a:pt x="134174" y="95413"/>
                      <a:pt x="134174" y="71985"/>
                    </a:cubicBezTo>
                    <a:cubicBezTo>
                      <a:pt x="134174" y="52392"/>
                      <a:pt x="118840" y="39613"/>
                      <a:pt x="100524" y="39613"/>
                    </a:cubicBezTo>
                    <a:lnTo>
                      <a:pt x="57077" y="39613"/>
                    </a:lnTo>
                    <a:lnTo>
                      <a:pt x="57077" y="146101"/>
                    </a:lnTo>
                    <a:lnTo>
                      <a:pt x="71133" y="146101"/>
                    </a:lnTo>
                    <a:lnTo>
                      <a:pt x="71133" y="103932"/>
                    </a:lnTo>
                    <a:lnTo>
                      <a:pt x="90301" y="103932"/>
                    </a:lnTo>
                    <a:lnTo>
                      <a:pt x="117988" y="146101"/>
                    </a:lnTo>
                    <a:close/>
                    <a:moveTo>
                      <a:pt x="92857" y="12778"/>
                    </a:moveTo>
                    <a:cubicBezTo>
                      <a:pt x="137156" y="12778"/>
                      <a:pt x="172510" y="47706"/>
                      <a:pt x="172510" y="92431"/>
                    </a:cubicBezTo>
                    <a:cubicBezTo>
                      <a:pt x="172510" y="137156"/>
                      <a:pt x="137156" y="172509"/>
                      <a:pt x="92857" y="172509"/>
                    </a:cubicBezTo>
                    <a:cubicBezTo>
                      <a:pt x="48558" y="172509"/>
                      <a:pt x="12779" y="136304"/>
                      <a:pt x="12779" y="92431"/>
                    </a:cubicBezTo>
                    <a:cubicBezTo>
                      <a:pt x="12779" y="48558"/>
                      <a:pt x="48558" y="12778"/>
                      <a:pt x="92857" y="12778"/>
                    </a:cubicBezTo>
                    <a:moveTo>
                      <a:pt x="92857" y="185714"/>
                    </a:moveTo>
                    <a:cubicBezTo>
                      <a:pt x="144397" y="185714"/>
                      <a:pt x="185714" y="143971"/>
                      <a:pt x="185714" y="92857"/>
                    </a:cubicBezTo>
                    <a:cubicBezTo>
                      <a:pt x="185714" y="41743"/>
                      <a:pt x="144397" y="0"/>
                      <a:pt x="92857" y="0"/>
                    </a:cubicBezTo>
                    <a:cubicBezTo>
                      <a:pt x="41317" y="0"/>
                      <a:pt x="0" y="41317"/>
                      <a:pt x="0" y="92857"/>
                    </a:cubicBezTo>
                    <a:cubicBezTo>
                      <a:pt x="0" y="144397"/>
                      <a:pt x="41743" y="185714"/>
                      <a:pt x="92857" y="185714"/>
                    </a:cubicBezTo>
                  </a:path>
                </a:pathLst>
              </a:custGeom>
              <a:grpFill/>
              <a:ln w="0" cap="flat">
                <a:noFill/>
                <a:prstDash val="solid"/>
                <a:miter/>
              </a:ln>
            </p:spPr>
            <p:txBody>
              <a:bodyPr rtlCol="0" anchor="ctr"/>
              <a:lstStyle/>
              <a:p>
                <a:endParaRPr lang="en-US"/>
              </a:p>
            </p:txBody>
          </p:sp>
        </p:grpSp>
      </p:grpSp>
      <p:grpSp>
        <p:nvGrpSpPr>
          <p:cNvPr id="28" name="Group 27">
            <a:extLst>
              <a:ext uri="{FF2B5EF4-FFF2-40B4-BE49-F238E27FC236}">
                <a16:creationId xmlns:a16="http://schemas.microsoft.com/office/drawing/2014/main" id="{3CA94145-CF92-2379-07DE-73331BC7E7C1}"/>
              </a:ext>
            </a:extLst>
          </p:cNvPr>
          <p:cNvGrpSpPr/>
          <p:nvPr/>
        </p:nvGrpSpPr>
        <p:grpSpPr>
          <a:xfrm>
            <a:off x="6412895" y="675249"/>
            <a:ext cx="5049189" cy="5453354"/>
            <a:chOff x="846376" y="944995"/>
            <a:chExt cx="3418712" cy="3692365"/>
          </a:xfrm>
          <a:gradFill flip="none" rotWithShape="1">
            <a:gsLst>
              <a:gs pos="0">
                <a:schemeClr val="accent4"/>
              </a:gs>
              <a:gs pos="28000">
                <a:schemeClr val="accent4">
                  <a:lumMod val="75000"/>
                </a:schemeClr>
              </a:gs>
              <a:gs pos="58000">
                <a:schemeClr val="accent4">
                  <a:lumMod val="75000"/>
                </a:schemeClr>
              </a:gs>
              <a:gs pos="99000">
                <a:schemeClr val="accent4">
                  <a:lumMod val="50000"/>
                </a:schemeClr>
              </a:gs>
            </a:gsLst>
            <a:lin ang="10800000" scaled="0"/>
            <a:tileRect/>
          </a:gradFill>
        </p:grpSpPr>
        <p:sp>
          <p:nvSpPr>
            <p:cNvPr id="29" name="Freeform: Shape 6">
              <a:extLst>
                <a:ext uri="{FF2B5EF4-FFF2-40B4-BE49-F238E27FC236}">
                  <a16:creationId xmlns:a16="http://schemas.microsoft.com/office/drawing/2014/main" id="{3D806379-9C63-37ED-6B46-2C9A9A07E667}"/>
                </a:ext>
              </a:extLst>
            </p:cNvPr>
            <p:cNvSpPr/>
            <p:nvPr/>
          </p:nvSpPr>
          <p:spPr>
            <a:xfrm>
              <a:off x="1132697" y="944995"/>
              <a:ext cx="3132391" cy="777716"/>
            </a:xfrm>
            <a:custGeom>
              <a:avLst/>
              <a:gdLst>
                <a:gd name="connsiteX0" fmla="*/ 2625566 w 3132391"/>
                <a:gd name="connsiteY0" fmla="*/ 774954 h 777716"/>
                <a:gd name="connsiteX1" fmla="*/ 3132392 w 3132391"/>
                <a:gd name="connsiteY1" fmla="*/ 0 h 777716"/>
                <a:gd name="connsiteX2" fmla="*/ 0 w 3132391"/>
                <a:gd name="connsiteY2" fmla="*/ 286 h 777716"/>
                <a:gd name="connsiteX3" fmla="*/ 0 w 3132391"/>
                <a:gd name="connsiteY3" fmla="*/ 777716 h 777716"/>
                <a:gd name="connsiteX4" fmla="*/ 2625566 w 3132391"/>
                <a:gd name="connsiteY4" fmla="*/ 774954 h 7777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2391" h="777716">
                  <a:moveTo>
                    <a:pt x="2625566" y="774954"/>
                  </a:moveTo>
                  <a:lnTo>
                    <a:pt x="3132392" y="0"/>
                  </a:lnTo>
                  <a:lnTo>
                    <a:pt x="0" y="286"/>
                  </a:lnTo>
                  <a:lnTo>
                    <a:pt x="0" y="777716"/>
                  </a:lnTo>
                  <a:lnTo>
                    <a:pt x="2625566" y="774954"/>
                  </a:lnTo>
                  <a:close/>
                </a:path>
              </a:pathLst>
            </a:custGeom>
            <a:grpFill/>
            <a:ln w="0" cap="flat">
              <a:noFill/>
              <a:prstDash val="solid"/>
              <a:miter/>
            </a:ln>
          </p:spPr>
          <p:txBody>
            <a:bodyPr rtlCol="0" anchor="ctr"/>
            <a:lstStyle/>
            <a:p>
              <a:endParaRPr lang="en-US"/>
            </a:p>
          </p:txBody>
        </p:sp>
        <p:sp>
          <p:nvSpPr>
            <p:cNvPr id="30" name="Freeform: Shape 7">
              <a:extLst>
                <a:ext uri="{FF2B5EF4-FFF2-40B4-BE49-F238E27FC236}">
                  <a16:creationId xmlns:a16="http://schemas.microsoft.com/office/drawing/2014/main" id="{1025658E-3EBA-112D-E104-D272A2153DCF}"/>
                </a:ext>
              </a:extLst>
            </p:cNvPr>
            <p:cNvSpPr/>
            <p:nvPr/>
          </p:nvSpPr>
          <p:spPr>
            <a:xfrm>
              <a:off x="846376" y="3859930"/>
              <a:ext cx="3142011" cy="777430"/>
            </a:xfrm>
            <a:custGeom>
              <a:avLst/>
              <a:gdLst>
                <a:gd name="connsiteX0" fmla="*/ 0 w 3142011"/>
                <a:gd name="connsiteY0" fmla="*/ 776859 h 777430"/>
                <a:gd name="connsiteX1" fmla="*/ 3142012 w 3142011"/>
                <a:gd name="connsiteY1" fmla="*/ 777430 h 777430"/>
                <a:gd name="connsiteX2" fmla="*/ 3142012 w 3142011"/>
                <a:gd name="connsiteY2" fmla="*/ 0 h 777430"/>
                <a:gd name="connsiteX3" fmla="*/ 507397 w 3142011"/>
                <a:gd name="connsiteY3" fmla="*/ 286 h 777430"/>
                <a:gd name="connsiteX4" fmla="*/ 0 w 3142011"/>
                <a:gd name="connsiteY4" fmla="*/ 776859 h 777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2011" h="777430">
                  <a:moveTo>
                    <a:pt x="0" y="776859"/>
                  </a:moveTo>
                  <a:lnTo>
                    <a:pt x="3142012" y="777430"/>
                  </a:lnTo>
                  <a:lnTo>
                    <a:pt x="3142012" y="0"/>
                  </a:lnTo>
                  <a:lnTo>
                    <a:pt x="507397" y="286"/>
                  </a:lnTo>
                  <a:lnTo>
                    <a:pt x="0" y="776859"/>
                  </a:lnTo>
                  <a:close/>
                </a:path>
              </a:pathLst>
            </a:custGeom>
            <a:grpFill/>
            <a:ln w="0" cap="flat">
              <a:noFill/>
              <a:prstDash val="solid"/>
              <a:miter/>
            </a:ln>
          </p:spPr>
          <p:txBody>
            <a:bodyPr rtlCol="0" anchor="ctr"/>
            <a:lstStyle/>
            <a:p>
              <a:endParaRPr lang="en-US"/>
            </a:p>
          </p:txBody>
        </p:sp>
        <p:sp>
          <p:nvSpPr>
            <p:cNvPr id="31" name="Freeform: Shape 8">
              <a:extLst>
                <a:ext uri="{FF2B5EF4-FFF2-40B4-BE49-F238E27FC236}">
                  <a16:creationId xmlns:a16="http://schemas.microsoft.com/office/drawing/2014/main" id="{90DDC944-0297-F74F-E52E-875EB1AE6000}"/>
                </a:ext>
              </a:extLst>
            </p:cNvPr>
            <p:cNvSpPr/>
            <p:nvPr/>
          </p:nvSpPr>
          <p:spPr>
            <a:xfrm>
              <a:off x="1520746" y="1977124"/>
              <a:ext cx="2069115" cy="1622107"/>
            </a:xfrm>
            <a:custGeom>
              <a:avLst/>
              <a:gdLst>
                <a:gd name="connsiteX0" fmla="*/ 0 w 2069115"/>
                <a:gd name="connsiteY0" fmla="*/ 1622108 h 1622107"/>
                <a:gd name="connsiteX1" fmla="*/ 1007840 w 2069115"/>
                <a:gd name="connsiteY1" fmla="*/ 1621060 h 1622107"/>
                <a:gd name="connsiteX2" fmla="*/ 2069116 w 2069115"/>
                <a:gd name="connsiteY2" fmla="*/ 0 h 1622107"/>
                <a:gd name="connsiteX3" fmla="*/ 1063752 w 2069115"/>
                <a:gd name="connsiteY3" fmla="*/ 1143 h 1622107"/>
                <a:gd name="connsiteX4" fmla="*/ 0 w 2069115"/>
                <a:gd name="connsiteY4" fmla="*/ 1622108 h 1622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9115" h="1622107">
                  <a:moveTo>
                    <a:pt x="0" y="1622108"/>
                  </a:moveTo>
                  <a:lnTo>
                    <a:pt x="1007840" y="1621060"/>
                  </a:lnTo>
                  <a:lnTo>
                    <a:pt x="2069116" y="0"/>
                  </a:lnTo>
                  <a:lnTo>
                    <a:pt x="1063752" y="1143"/>
                  </a:lnTo>
                  <a:lnTo>
                    <a:pt x="0" y="1622108"/>
                  </a:lnTo>
                  <a:close/>
                </a:path>
              </a:pathLst>
            </a:custGeom>
            <a:grpFill/>
            <a:ln w="0" cap="flat">
              <a:noFill/>
              <a:prstDash val="solid"/>
              <a:miter/>
            </a:ln>
          </p:spPr>
          <p:txBody>
            <a:bodyPr rtlCol="0" anchor="ctr"/>
            <a:lstStyle/>
            <a:p>
              <a:endParaRPr lang="en-US"/>
            </a:p>
          </p:txBody>
        </p:sp>
      </p:grpSp>
    </p:spTree>
    <p:extLst>
      <p:ext uri="{BB962C8B-B14F-4D97-AF65-F5344CB8AC3E}">
        <p14:creationId xmlns:p14="http://schemas.microsoft.com/office/powerpoint/2010/main" val="104944870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Agenda Slide wPicture Light">
    <p:spTree>
      <p:nvGrpSpPr>
        <p:cNvPr id="1" name=""/>
        <p:cNvGrpSpPr/>
        <p:nvPr/>
      </p:nvGrpSpPr>
      <p:grpSpPr>
        <a:xfrm>
          <a:off x="0" y="0"/>
          <a:ext cx="0" cy="0"/>
          <a:chOff x="0" y="0"/>
          <a:chExt cx="0" cy="0"/>
        </a:xfrm>
      </p:grpSpPr>
      <p:sp>
        <p:nvSpPr>
          <p:cNvPr id="18" name="Picture Placeholder 37">
            <a:extLst>
              <a:ext uri="{FF2B5EF4-FFF2-40B4-BE49-F238E27FC236}">
                <a16:creationId xmlns:a16="http://schemas.microsoft.com/office/drawing/2014/main" id="{08E0B4BF-BD12-AE33-07F9-2F61AD260722}"/>
              </a:ext>
            </a:extLst>
          </p:cNvPr>
          <p:cNvSpPr>
            <a:spLocks noGrp="1"/>
          </p:cNvSpPr>
          <p:nvPr>
            <p:ph type="pic" sz="quarter" idx="10" hasCustomPrompt="1"/>
          </p:nvPr>
        </p:nvSpPr>
        <p:spPr>
          <a:xfrm>
            <a:off x="7664178" y="986390"/>
            <a:ext cx="5928341" cy="5871610"/>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10000"/>
              <a:gd name="connsiteY0" fmla="*/ 10000 h 10000"/>
              <a:gd name="connsiteX1" fmla="*/ 5090 w 10000"/>
              <a:gd name="connsiteY1" fmla="*/ 53 h 10000"/>
              <a:gd name="connsiteX2" fmla="*/ 10000 w 10000"/>
              <a:gd name="connsiteY2" fmla="*/ 0 h 10000"/>
              <a:gd name="connsiteX3" fmla="*/ 8000 w 10000"/>
              <a:gd name="connsiteY3" fmla="*/ 10000 h 10000"/>
              <a:gd name="connsiteX4" fmla="*/ 0 w 10000"/>
              <a:gd name="connsiteY4" fmla="*/ 10000 h 10000"/>
              <a:gd name="connsiteX0" fmla="*/ 0 w 10000"/>
              <a:gd name="connsiteY0" fmla="*/ 10000 h 10000"/>
              <a:gd name="connsiteX1" fmla="*/ 5090 w 10000"/>
              <a:gd name="connsiteY1" fmla="*/ 53 h 10000"/>
              <a:gd name="connsiteX2" fmla="*/ 10000 w 10000"/>
              <a:gd name="connsiteY2" fmla="*/ 0 h 10000"/>
              <a:gd name="connsiteX3" fmla="*/ 4786 w 10000"/>
              <a:gd name="connsiteY3" fmla="*/ 10000 h 10000"/>
              <a:gd name="connsiteX4" fmla="*/ 0 w 10000"/>
              <a:gd name="connsiteY4" fmla="*/ 10000 h 10000"/>
              <a:gd name="connsiteX0" fmla="*/ 0 w 9931"/>
              <a:gd name="connsiteY0" fmla="*/ 9947 h 9947"/>
              <a:gd name="connsiteX1" fmla="*/ 5090 w 9931"/>
              <a:gd name="connsiteY1" fmla="*/ 0 h 9947"/>
              <a:gd name="connsiteX2" fmla="*/ 9931 w 9931"/>
              <a:gd name="connsiteY2" fmla="*/ 0 h 9947"/>
              <a:gd name="connsiteX3" fmla="*/ 4786 w 9931"/>
              <a:gd name="connsiteY3" fmla="*/ 9947 h 9947"/>
              <a:gd name="connsiteX4" fmla="*/ 0 w 9931"/>
              <a:gd name="connsiteY4" fmla="*/ 9947 h 9947"/>
              <a:gd name="connsiteX0" fmla="*/ 0 w 10000"/>
              <a:gd name="connsiteY0" fmla="*/ 10000 h 10000"/>
              <a:gd name="connsiteX1" fmla="*/ 5167 w 10000"/>
              <a:gd name="connsiteY1" fmla="*/ 0 h 10000"/>
              <a:gd name="connsiteX2" fmla="*/ 10000 w 10000"/>
              <a:gd name="connsiteY2" fmla="*/ 0 h 10000"/>
              <a:gd name="connsiteX3" fmla="*/ 4819 w 10000"/>
              <a:gd name="connsiteY3" fmla="*/ 10000 h 10000"/>
              <a:gd name="connsiteX4" fmla="*/ 0 w 10000"/>
              <a:gd name="connsiteY4" fmla="*/ 10000 h 10000"/>
              <a:gd name="connsiteX0" fmla="*/ 0 w 11125"/>
              <a:gd name="connsiteY0" fmla="*/ 12229 h 12229"/>
              <a:gd name="connsiteX1" fmla="*/ 6292 w 11125"/>
              <a:gd name="connsiteY1" fmla="*/ 0 h 12229"/>
              <a:gd name="connsiteX2" fmla="*/ 11125 w 11125"/>
              <a:gd name="connsiteY2" fmla="*/ 0 h 12229"/>
              <a:gd name="connsiteX3" fmla="*/ 5944 w 11125"/>
              <a:gd name="connsiteY3" fmla="*/ 10000 h 12229"/>
              <a:gd name="connsiteX4" fmla="*/ 0 w 11125"/>
              <a:gd name="connsiteY4" fmla="*/ 12229 h 12229"/>
              <a:gd name="connsiteX0" fmla="*/ 0 w 11125"/>
              <a:gd name="connsiteY0" fmla="*/ 12229 h 12247"/>
              <a:gd name="connsiteX1" fmla="*/ 6292 w 11125"/>
              <a:gd name="connsiteY1" fmla="*/ 0 h 12247"/>
              <a:gd name="connsiteX2" fmla="*/ 11125 w 11125"/>
              <a:gd name="connsiteY2" fmla="*/ 0 h 12247"/>
              <a:gd name="connsiteX3" fmla="*/ 5902 w 11125"/>
              <a:gd name="connsiteY3" fmla="*/ 12247 h 12247"/>
              <a:gd name="connsiteX4" fmla="*/ 0 w 11125"/>
              <a:gd name="connsiteY4" fmla="*/ 12229 h 12247"/>
              <a:gd name="connsiteX0" fmla="*/ 0 w 11125"/>
              <a:gd name="connsiteY0" fmla="*/ 12252 h 12270"/>
              <a:gd name="connsiteX1" fmla="*/ 6292 w 11125"/>
              <a:gd name="connsiteY1" fmla="*/ 23 h 12270"/>
              <a:gd name="connsiteX2" fmla="*/ 9621 w 11125"/>
              <a:gd name="connsiteY2" fmla="*/ 0 h 12270"/>
              <a:gd name="connsiteX3" fmla="*/ 11125 w 11125"/>
              <a:gd name="connsiteY3" fmla="*/ 23 h 12270"/>
              <a:gd name="connsiteX4" fmla="*/ 5902 w 11125"/>
              <a:gd name="connsiteY4" fmla="*/ 12270 h 12270"/>
              <a:gd name="connsiteX5" fmla="*/ 0 w 11125"/>
              <a:gd name="connsiteY5" fmla="*/ 12252 h 12270"/>
              <a:gd name="connsiteX0" fmla="*/ 0 w 9621"/>
              <a:gd name="connsiteY0" fmla="*/ 12252 h 12270"/>
              <a:gd name="connsiteX1" fmla="*/ 6292 w 9621"/>
              <a:gd name="connsiteY1" fmla="*/ 23 h 12270"/>
              <a:gd name="connsiteX2" fmla="*/ 9621 w 9621"/>
              <a:gd name="connsiteY2" fmla="*/ 0 h 12270"/>
              <a:gd name="connsiteX3" fmla="*/ 9611 w 9621"/>
              <a:gd name="connsiteY3" fmla="*/ 5034 h 12270"/>
              <a:gd name="connsiteX4" fmla="*/ 5902 w 9621"/>
              <a:gd name="connsiteY4" fmla="*/ 12270 h 12270"/>
              <a:gd name="connsiteX5" fmla="*/ 0 w 9621"/>
              <a:gd name="connsiteY5" fmla="*/ 12252 h 12270"/>
              <a:gd name="connsiteX0" fmla="*/ 0 w 10014"/>
              <a:gd name="connsiteY0" fmla="*/ 9970 h 9985"/>
              <a:gd name="connsiteX1" fmla="*/ 6540 w 10014"/>
              <a:gd name="connsiteY1" fmla="*/ 4 h 9985"/>
              <a:gd name="connsiteX2" fmla="*/ 10014 w 10014"/>
              <a:gd name="connsiteY2" fmla="*/ 0 h 9985"/>
              <a:gd name="connsiteX3" fmla="*/ 9990 w 10014"/>
              <a:gd name="connsiteY3" fmla="*/ 4088 h 9985"/>
              <a:gd name="connsiteX4" fmla="*/ 6134 w 10014"/>
              <a:gd name="connsiteY4" fmla="*/ 9985 h 9985"/>
              <a:gd name="connsiteX5" fmla="*/ 0 w 10014"/>
              <a:gd name="connsiteY5" fmla="*/ 9970 h 9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14" h="9985">
                <a:moveTo>
                  <a:pt x="0" y="9970"/>
                </a:moveTo>
                <a:lnTo>
                  <a:pt x="6540" y="4"/>
                </a:lnTo>
                <a:lnTo>
                  <a:pt x="10014" y="0"/>
                </a:lnTo>
                <a:cubicBezTo>
                  <a:pt x="10011" y="1368"/>
                  <a:pt x="9993" y="2720"/>
                  <a:pt x="9990" y="4088"/>
                </a:cubicBezTo>
                <a:lnTo>
                  <a:pt x="6134" y="9985"/>
                </a:lnTo>
                <a:lnTo>
                  <a:pt x="0" y="9970"/>
                </a:lnTo>
                <a:close/>
              </a:path>
            </a:pathLst>
          </a:custGeom>
        </p:spPr>
        <p:txBody>
          <a:bodyPr anchor="ctr">
            <a:normAutofit/>
          </a:bodyPr>
          <a:lstStyle>
            <a:lvl1pPr marL="0" indent="0" algn="ctr">
              <a:buFont typeface="Arial" panose="020B0604020202020204" pitchFamily="34" charset="0"/>
              <a:buNone/>
              <a:defRPr sz="1400"/>
            </a:lvl1pPr>
          </a:lstStyle>
          <a:p>
            <a:r>
              <a:rPr lang="en-US"/>
              <a:t>(Optional) Click icon to add picture</a:t>
            </a:r>
          </a:p>
        </p:txBody>
      </p:sp>
      <p:pic>
        <p:nvPicPr>
          <p:cNvPr id="3" name="Graphic 2">
            <a:extLst>
              <a:ext uri="{FF2B5EF4-FFF2-40B4-BE49-F238E27FC236}">
                <a16:creationId xmlns:a16="http://schemas.microsoft.com/office/drawing/2014/main" id="{726E9037-68D4-BF21-D50C-222CF19A52F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117012" y="1155634"/>
            <a:ext cx="4197073" cy="3260674"/>
          </a:xfrm>
          <a:prstGeom prst="rect">
            <a:avLst/>
          </a:prstGeom>
        </p:spPr>
      </p:pic>
      <p:sp>
        <p:nvSpPr>
          <p:cNvPr id="19" name="Text Placeholder 33">
            <a:extLst>
              <a:ext uri="{FF2B5EF4-FFF2-40B4-BE49-F238E27FC236}">
                <a16:creationId xmlns:a16="http://schemas.microsoft.com/office/drawing/2014/main" id="{6075D811-02E8-2965-3A63-40ACD7AAE9AB}"/>
              </a:ext>
            </a:extLst>
          </p:cNvPr>
          <p:cNvSpPr>
            <a:spLocks noGrp="1"/>
          </p:cNvSpPr>
          <p:nvPr>
            <p:ph type="body" sz="quarter" idx="11" hasCustomPrompt="1"/>
          </p:nvPr>
        </p:nvSpPr>
        <p:spPr>
          <a:xfrm>
            <a:off x="1147132" y="1311465"/>
            <a:ext cx="2892425" cy="502587"/>
          </a:xfrm>
          <a:prstGeom prst="rect">
            <a:avLst/>
          </a:prstGeom>
        </p:spPr>
        <p:txBody>
          <a:bodyPr>
            <a:noAutofit/>
          </a:bodyPr>
          <a:lstStyle>
            <a:lvl1pPr marL="0" indent="0">
              <a:spcBef>
                <a:spcPts val="300"/>
              </a:spcBef>
              <a:spcAft>
                <a:spcPts val="300"/>
              </a:spcAft>
              <a:buNone/>
              <a:defRPr sz="1400">
                <a:solidFill>
                  <a:schemeClr val="tx1"/>
                </a:solidFill>
              </a:defRPr>
            </a:lvl1pPr>
            <a:lvl2pPr>
              <a:defRPr sz="1400"/>
            </a:lvl2pPr>
            <a:lvl3pPr>
              <a:defRPr sz="1400"/>
            </a:lvl3pPr>
            <a:lvl4pPr>
              <a:defRPr sz="1400"/>
            </a:lvl4pPr>
            <a:lvl5pPr>
              <a:defRPr sz="1400"/>
            </a:lvl5pPr>
          </a:lstStyle>
          <a:p>
            <a:pPr lvl="0"/>
            <a:r>
              <a:rPr lang="en-US" b="0">
                <a:solidFill>
                  <a:schemeClr val="tx1"/>
                </a:solidFill>
                <a:latin typeface="AvenirNext LT Pro Regular" panose="020B0504020202020204" pitchFamily="34" charset="0"/>
              </a:rPr>
              <a:t>Item 1 goes here. May extend to 2 lines. Text should be 14pt or larger.</a:t>
            </a:r>
            <a:endParaRPr lang="en-US"/>
          </a:p>
        </p:txBody>
      </p:sp>
      <p:sp>
        <p:nvSpPr>
          <p:cNvPr id="36" name="Text Placeholder 21">
            <a:extLst>
              <a:ext uri="{FF2B5EF4-FFF2-40B4-BE49-F238E27FC236}">
                <a16:creationId xmlns:a16="http://schemas.microsoft.com/office/drawing/2014/main" id="{4FFDCAD0-BCAE-7949-7ABD-6F7562366F51}"/>
              </a:ext>
            </a:extLst>
          </p:cNvPr>
          <p:cNvSpPr>
            <a:spLocks noGrp="1"/>
          </p:cNvSpPr>
          <p:nvPr>
            <p:ph type="body" sz="quarter" idx="15" hasCustomPrompt="1"/>
          </p:nvPr>
        </p:nvSpPr>
        <p:spPr>
          <a:xfrm>
            <a:off x="274320" y="1188720"/>
            <a:ext cx="831992" cy="591912"/>
          </a:xfrm>
        </p:spPr>
        <p:txBody>
          <a:bodyPr>
            <a:noAutofit/>
          </a:bodyPr>
          <a:lstStyle>
            <a:lvl1pPr marL="0" indent="0">
              <a:buNone/>
              <a:defRPr sz="4000">
                <a:solidFill>
                  <a:schemeClr val="bg2"/>
                </a:solidFill>
                <a:latin typeface="+mj-lt"/>
              </a:defRPr>
            </a:lvl1pPr>
          </a:lstStyle>
          <a:p>
            <a:pPr lvl="0"/>
            <a:r>
              <a:rPr lang="en-US"/>
              <a:t>01</a:t>
            </a:r>
          </a:p>
        </p:txBody>
      </p:sp>
      <p:sp>
        <p:nvSpPr>
          <p:cNvPr id="38" name="Text Placeholder 21">
            <a:extLst>
              <a:ext uri="{FF2B5EF4-FFF2-40B4-BE49-F238E27FC236}">
                <a16:creationId xmlns:a16="http://schemas.microsoft.com/office/drawing/2014/main" id="{281B7B18-D6EA-AC43-4BE4-36DB672A18E6}"/>
              </a:ext>
            </a:extLst>
          </p:cNvPr>
          <p:cNvSpPr>
            <a:spLocks noGrp="1"/>
          </p:cNvSpPr>
          <p:nvPr>
            <p:ph type="body" sz="quarter" idx="17" hasCustomPrompt="1"/>
          </p:nvPr>
        </p:nvSpPr>
        <p:spPr>
          <a:xfrm>
            <a:off x="274320" y="2510732"/>
            <a:ext cx="749848" cy="618058"/>
          </a:xfrm>
        </p:spPr>
        <p:txBody>
          <a:bodyPr>
            <a:noAutofit/>
          </a:bodyPr>
          <a:lstStyle>
            <a:lvl1pPr marL="0" indent="0">
              <a:buNone/>
              <a:defRPr sz="4000">
                <a:solidFill>
                  <a:schemeClr val="bg2"/>
                </a:solidFill>
                <a:latin typeface="+mj-lt"/>
              </a:defRPr>
            </a:lvl1pPr>
          </a:lstStyle>
          <a:p>
            <a:pPr lvl="0"/>
            <a:r>
              <a:rPr lang="en-US"/>
              <a:t>Nu</a:t>
            </a:r>
          </a:p>
        </p:txBody>
      </p:sp>
      <p:sp>
        <p:nvSpPr>
          <p:cNvPr id="2" name="Text Placeholder 33">
            <a:extLst>
              <a:ext uri="{FF2B5EF4-FFF2-40B4-BE49-F238E27FC236}">
                <a16:creationId xmlns:a16="http://schemas.microsoft.com/office/drawing/2014/main" id="{B840458D-21F7-E5D4-FFB7-DECA1FB0AC17}"/>
              </a:ext>
            </a:extLst>
          </p:cNvPr>
          <p:cNvSpPr>
            <a:spLocks noGrp="1"/>
          </p:cNvSpPr>
          <p:nvPr>
            <p:ph type="body" sz="quarter" idx="19" hasCustomPrompt="1"/>
          </p:nvPr>
        </p:nvSpPr>
        <p:spPr>
          <a:xfrm>
            <a:off x="1136114" y="2643543"/>
            <a:ext cx="2892425" cy="578980"/>
          </a:xfrm>
          <a:prstGeom prst="rect">
            <a:avLst/>
          </a:prstGeom>
        </p:spPr>
        <p:txBody>
          <a:bodyPr>
            <a:noAutofit/>
          </a:bodyPr>
          <a:lstStyle>
            <a:lvl1pPr marL="0" indent="0">
              <a:spcBef>
                <a:spcPts val="300"/>
              </a:spcBef>
              <a:spcAft>
                <a:spcPts val="300"/>
              </a:spcAft>
              <a:buNone/>
              <a:defRPr sz="1400">
                <a:solidFill>
                  <a:schemeClr val="tx1"/>
                </a:solidFill>
              </a:defRPr>
            </a:lvl1pPr>
            <a:lvl2pPr>
              <a:defRPr sz="1400"/>
            </a:lvl2pPr>
            <a:lvl3pPr>
              <a:defRPr sz="1400"/>
            </a:lvl3pPr>
            <a:lvl4pPr>
              <a:defRPr sz="1400"/>
            </a:lvl4pPr>
            <a:lvl5pPr>
              <a:defRPr sz="1400"/>
            </a:lvl5pPr>
          </a:lstStyle>
          <a:p>
            <a:pPr lvl="0"/>
            <a:r>
              <a:rPr lang="en-US" b="0">
                <a:solidFill>
                  <a:schemeClr val="tx1"/>
                </a:solidFill>
                <a:latin typeface="AvenirNext LT Pro Regular" panose="020B0504020202020204" pitchFamily="34" charset="0"/>
              </a:rPr>
              <a:t>Item 1 goes here. May extend to 2 lines. Text should be 14pt or larger.</a:t>
            </a:r>
            <a:endParaRPr lang="en-US"/>
          </a:p>
        </p:txBody>
      </p:sp>
      <p:sp>
        <p:nvSpPr>
          <p:cNvPr id="7" name="Text Placeholder 33">
            <a:extLst>
              <a:ext uri="{FF2B5EF4-FFF2-40B4-BE49-F238E27FC236}">
                <a16:creationId xmlns:a16="http://schemas.microsoft.com/office/drawing/2014/main" id="{C77BCD54-60A7-A1B4-0EC7-C6B8FEC7D140}"/>
              </a:ext>
            </a:extLst>
          </p:cNvPr>
          <p:cNvSpPr>
            <a:spLocks noGrp="1"/>
          </p:cNvSpPr>
          <p:nvPr>
            <p:ph type="body" sz="quarter" idx="23" hasCustomPrompt="1"/>
          </p:nvPr>
        </p:nvSpPr>
        <p:spPr>
          <a:xfrm>
            <a:off x="1136115" y="4003517"/>
            <a:ext cx="2892425" cy="538986"/>
          </a:xfrm>
          <a:prstGeom prst="rect">
            <a:avLst/>
          </a:prstGeom>
        </p:spPr>
        <p:txBody>
          <a:bodyPr>
            <a:noAutofit/>
          </a:bodyPr>
          <a:lstStyle>
            <a:lvl1pPr marL="0" indent="0">
              <a:spcBef>
                <a:spcPts val="300"/>
              </a:spcBef>
              <a:spcAft>
                <a:spcPts val="300"/>
              </a:spcAft>
              <a:buNone/>
              <a:defRPr sz="1400">
                <a:solidFill>
                  <a:schemeClr val="tx1"/>
                </a:solidFill>
              </a:defRPr>
            </a:lvl1pPr>
            <a:lvl2pPr>
              <a:defRPr sz="1400"/>
            </a:lvl2pPr>
            <a:lvl3pPr>
              <a:defRPr sz="1400"/>
            </a:lvl3pPr>
            <a:lvl4pPr>
              <a:defRPr sz="1400"/>
            </a:lvl4pPr>
            <a:lvl5pPr>
              <a:defRPr sz="1400"/>
            </a:lvl5pPr>
          </a:lstStyle>
          <a:p>
            <a:pPr lvl="0"/>
            <a:r>
              <a:rPr lang="en-US" b="0">
                <a:solidFill>
                  <a:schemeClr val="tx1"/>
                </a:solidFill>
                <a:latin typeface="AvenirNext LT Pro Regular" panose="020B0504020202020204" pitchFamily="34" charset="0"/>
              </a:rPr>
              <a:t>Item 1 goes here. May extend to 2 lines. Text should be 14pt or larger.</a:t>
            </a:r>
            <a:endParaRPr lang="en-US"/>
          </a:p>
        </p:txBody>
      </p:sp>
      <p:sp>
        <p:nvSpPr>
          <p:cNvPr id="8" name="Text Placeholder 33">
            <a:extLst>
              <a:ext uri="{FF2B5EF4-FFF2-40B4-BE49-F238E27FC236}">
                <a16:creationId xmlns:a16="http://schemas.microsoft.com/office/drawing/2014/main" id="{D09DBB1F-75B7-06E9-49F5-0C3591858555}"/>
              </a:ext>
            </a:extLst>
          </p:cNvPr>
          <p:cNvSpPr>
            <a:spLocks noGrp="1"/>
          </p:cNvSpPr>
          <p:nvPr>
            <p:ph type="body" sz="quarter" idx="24" hasCustomPrompt="1"/>
          </p:nvPr>
        </p:nvSpPr>
        <p:spPr>
          <a:xfrm>
            <a:off x="1105716" y="5213468"/>
            <a:ext cx="2892425" cy="508906"/>
          </a:xfrm>
          <a:prstGeom prst="rect">
            <a:avLst/>
          </a:prstGeom>
        </p:spPr>
        <p:txBody>
          <a:bodyPr>
            <a:noAutofit/>
          </a:bodyPr>
          <a:lstStyle>
            <a:lvl1pPr marL="0" indent="0">
              <a:spcBef>
                <a:spcPts val="300"/>
              </a:spcBef>
              <a:spcAft>
                <a:spcPts val="300"/>
              </a:spcAft>
              <a:buNone/>
              <a:defRPr sz="1400">
                <a:solidFill>
                  <a:schemeClr val="tx1"/>
                </a:solidFill>
              </a:defRPr>
            </a:lvl1pPr>
            <a:lvl2pPr>
              <a:defRPr sz="1400"/>
            </a:lvl2pPr>
            <a:lvl3pPr>
              <a:defRPr sz="1400"/>
            </a:lvl3pPr>
            <a:lvl4pPr>
              <a:defRPr sz="1400"/>
            </a:lvl4pPr>
            <a:lvl5pPr>
              <a:defRPr sz="1400"/>
            </a:lvl5pPr>
          </a:lstStyle>
          <a:p>
            <a:pPr lvl="0"/>
            <a:r>
              <a:rPr lang="en-US" b="0">
                <a:solidFill>
                  <a:schemeClr val="tx1"/>
                </a:solidFill>
                <a:latin typeface="AvenirNext LT Pro Regular" panose="020B0504020202020204" pitchFamily="34" charset="0"/>
              </a:rPr>
              <a:t>Item 1 goes here. May extend to 2 lines. Text should be 14pt or larger.</a:t>
            </a:r>
            <a:endParaRPr lang="en-US"/>
          </a:p>
        </p:txBody>
      </p:sp>
      <p:sp>
        <p:nvSpPr>
          <p:cNvPr id="15" name="Title 42">
            <a:extLst>
              <a:ext uri="{FF2B5EF4-FFF2-40B4-BE49-F238E27FC236}">
                <a16:creationId xmlns:a16="http://schemas.microsoft.com/office/drawing/2014/main" id="{4005A960-6C85-7812-CEA3-26AD13533EE4}"/>
              </a:ext>
            </a:extLst>
          </p:cNvPr>
          <p:cNvSpPr>
            <a:spLocks noGrp="1"/>
          </p:cNvSpPr>
          <p:nvPr>
            <p:ph type="title" hasCustomPrompt="1"/>
          </p:nvPr>
        </p:nvSpPr>
        <p:spPr>
          <a:xfrm>
            <a:off x="274320" y="274320"/>
            <a:ext cx="2286000" cy="398448"/>
          </a:xfrm>
          <a:prstGeom prst="rect">
            <a:avLst/>
          </a:prstGeom>
        </p:spPr>
        <p:txBody>
          <a:bodyPr anchor="ctr">
            <a:normAutofit/>
          </a:bodyPr>
          <a:lstStyle>
            <a:lvl1pPr>
              <a:defRPr sz="1800">
                <a:solidFill>
                  <a:srgbClr val="320FFF"/>
                </a:solidFill>
                <a:latin typeface="+mj-lt"/>
              </a:defRPr>
            </a:lvl1pPr>
          </a:lstStyle>
          <a:p>
            <a:r>
              <a:rPr lang="en-US"/>
              <a:t>Agenda</a:t>
            </a:r>
          </a:p>
        </p:txBody>
      </p:sp>
      <p:grpSp>
        <p:nvGrpSpPr>
          <p:cNvPr id="16" name="Group 15">
            <a:extLst>
              <a:ext uri="{FF2B5EF4-FFF2-40B4-BE49-F238E27FC236}">
                <a16:creationId xmlns:a16="http://schemas.microsoft.com/office/drawing/2014/main" id="{DFFF4468-3268-953E-771C-8DF85ACD7591}"/>
              </a:ext>
            </a:extLst>
          </p:cNvPr>
          <p:cNvGrpSpPr/>
          <p:nvPr/>
        </p:nvGrpSpPr>
        <p:grpSpPr>
          <a:xfrm>
            <a:off x="10972800" y="274320"/>
            <a:ext cx="732897" cy="319002"/>
            <a:chOff x="10956590" y="246968"/>
            <a:chExt cx="732897" cy="319002"/>
          </a:xfrm>
          <a:solidFill>
            <a:srgbClr val="23004B"/>
          </a:solidFill>
        </p:grpSpPr>
        <p:sp>
          <p:nvSpPr>
            <p:cNvPr id="17" name="Freeform: Shape 6">
              <a:extLst>
                <a:ext uri="{FF2B5EF4-FFF2-40B4-BE49-F238E27FC236}">
                  <a16:creationId xmlns:a16="http://schemas.microsoft.com/office/drawing/2014/main" id="{C073A1EC-25AC-7139-E43F-C582EC6475FF}"/>
                </a:ext>
              </a:extLst>
            </p:cNvPr>
            <p:cNvSpPr/>
            <p:nvPr/>
          </p:nvSpPr>
          <p:spPr>
            <a:xfrm>
              <a:off x="11502373" y="368572"/>
              <a:ext cx="152189" cy="197064"/>
            </a:xfrm>
            <a:custGeom>
              <a:avLst/>
              <a:gdLst>
                <a:gd name="connsiteX0" fmla="*/ 573754 w 970738"/>
                <a:gd name="connsiteY0" fmla="*/ 503046 h 1256976"/>
                <a:gd name="connsiteX1" fmla="*/ 309665 w 970738"/>
                <a:gd name="connsiteY1" fmla="*/ 342037 h 1256976"/>
                <a:gd name="connsiteX2" fmla="*/ 479193 w 970738"/>
                <a:gd name="connsiteY2" fmla="*/ 230013 h 1256976"/>
                <a:gd name="connsiteX3" fmla="*/ 728799 w 970738"/>
                <a:gd name="connsiteY3" fmla="*/ 347575 h 1256976"/>
                <a:gd name="connsiteX4" fmla="*/ 898327 w 970738"/>
                <a:gd name="connsiteY4" fmla="*/ 181028 h 1256976"/>
                <a:gd name="connsiteX5" fmla="*/ 479193 w 970738"/>
                <a:gd name="connsiteY5" fmla="*/ 0 h 1256976"/>
                <a:gd name="connsiteX6" fmla="*/ 48558 w 970738"/>
                <a:gd name="connsiteY6" fmla="*/ 356094 h 1256976"/>
                <a:gd name="connsiteX7" fmla="*/ 404652 w 970738"/>
                <a:gd name="connsiteY7" fmla="*/ 726244 h 1256976"/>
                <a:gd name="connsiteX8" fmla="*/ 697705 w 970738"/>
                <a:gd name="connsiteY8" fmla="*/ 895772 h 1256976"/>
                <a:gd name="connsiteX9" fmla="*/ 485156 w 970738"/>
                <a:gd name="connsiteY9" fmla="*/ 1024834 h 1256976"/>
                <a:gd name="connsiteX10" fmla="*/ 174639 w 970738"/>
                <a:gd name="connsiteY10" fmla="*/ 888105 h 1256976"/>
                <a:gd name="connsiteX11" fmla="*/ 0 w 970738"/>
                <a:gd name="connsiteY11" fmla="*/ 1057632 h 1256976"/>
                <a:gd name="connsiteX12" fmla="*/ 502620 w 970738"/>
                <a:gd name="connsiteY12" fmla="*/ 1256977 h 1256976"/>
                <a:gd name="connsiteX13" fmla="*/ 970738 w 970738"/>
                <a:gd name="connsiteY13" fmla="*/ 880863 h 1256976"/>
                <a:gd name="connsiteX14" fmla="*/ 574606 w 970738"/>
                <a:gd name="connsiteY14" fmla="*/ 501768 h 125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70738" h="1256976">
                  <a:moveTo>
                    <a:pt x="573754" y="503046"/>
                  </a:moveTo>
                  <a:cubicBezTo>
                    <a:pt x="384206" y="454062"/>
                    <a:pt x="309665" y="434042"/>
                    <a:pt x="309665" y="342037"/>
                  </a:cubicBezTo>
                  <a:cubicBezTo>
                    <a:pt x="309665" y="270478"/>
                    <a:pt x="370150" y="230013"/>
                    <a:pt x="479193" y="230013"/>
                  </a:cubicBezTo>
                  <a:cubicBezTo>
                    <a:pt x="588236" y="230013"/>
                    <a:pt x="671722" y="281553"/>
                    <a:pt x="728799" y="347575"/>
                  </a:cubicBezTo>
                  <a:lnTo>
                    <a:pt x="898327" y="181028"/>
                  </a:lnTo>
                  <a:cubicBezTo>
                    <a:pt x="806322" y="80504"/>
                    <a:pt x="671722" y="0"/>
                    <a:pt x="479193" y="0"/>
                  </a:cubicBezTo>
                  <a:cubicBezTo>
                    <a:pt x="241087" y="0"/>
                    <a:pt x="48558" y="115006"/>
                    <a:pt x="48558" y="356094"/>
                  </a:cubicBezTo>
                  <a:cubicBezTo>
                    <a:pt x="48558" y="597181"/>
                    <a:pt x="226605" y="677685"/>
                    <a:pt x="404652" y="726244"/>
                  </a:cubicBezTo>
                  <a:cubicBezTo>
                    <a:pt x="608681" y="783747"/>
                    <a:pt x="697705" y="798229"/>
                    <a:pt x="697705" y="895772"/>
                  </a:cubicBezTo>
                  <a:cubicBezTo>
                    <a:pt x="697705" y="976276"/>
                    <a:pt x="631683" y="1024834"/>
                    <a:pt x="485156" y="1024834"/>
                  </a:cubicBezTo>
                  <a:cubicBezTo>
                    <a:pt x="355668" y="1024834"/>
                    <a:pt x="248754" y="981813"/>
                    <a:pt x="174639" y="888105"/>
                  </a:cubicBezTo>
                  <a:lnTo>
                    <a:pt x="0" y="1057632"/>
                  </a:lnTo>
                  <a:cubicBezTo>
                    <a:pt x="93283" y="1166249"/>
                    <a:pt x="263237" y="1256977"/>
                    <a:pt x="502620" y="1256977"/>
                  </a:cubicBezTo>
                  <a:cubicBezTo>
                    <a:pt x="844232" y="1256977"/>
                    <a:pt x="970738" y="1087449"/>
                    <a:pt x="970738" y="880863"/>
                  </a:cubicBezTo>
                  <a:cubicBezTo>
                    <a:pt x="970738" y="625294"/>
                    <a:pt x="764153" y="550753"/>
                    <a:pt x="574606" y="501768"/>
                  </a:cubicBezTo>
                  <a:close/>
                </a:path>
              </a:pathLst>
            </a:custGeom>
            <a:grpFill/>
            <a:ln w="0" cap="flat">
              <a:noFill/>
              <a:prstDash val="solid"/>
              <a:miter/>
            </a:ln>
          </p:spPr>
          <p:txBody>
            <a:bodyPr rtlCol="0" anchor="ctr"/>
            <a:lstStyle/>
            <a:p>
              <a:endParaRPr lang="en-US">
                <a:solidFill>
                  <a:srgbClr val="23004B"/>
                </a:solidFill>
              </a:endParaRPr>
            </a:p>
          </p:txBody>
        </p:sp>
        <p:sp>
          <p:nvSpPr>
            <p:cNvPr id="21" name="Freeform: Shape 7">
              <a:extLst>
                <a:ext uri="{FF2B5EF4-FFF2-40B4-BE49-F238E27FC236}">
                  <a16:creationId xmlns:a16="http://schemas.microsoft.com/office/drawing/2014/main" id="{F2BC281B-4D90-59AF-0663-45598234C4B0}"/>
                </a:ext>
              </a:extLst>
            </p:cNvPr>
            <p:cNvSpPr/>
            <p:nvPr/>
          </p:nvSpPr>
          <p:spPr>
            <a:xfrm>
              <a:off x="11129146" y="368572"/>
              <a:ext cx="198854" cy="197398"/>
            </a:xfrm>
            <a:custGeom>
              <a:avLst/>
              <a:gdLst>
                <a:gd name="connsiteX0" fmla="*/ 678111 w 1268394"/>
                <a:gd name="connsiteY0" fmla="*/ 1015037 h 1259106"/>
                <a:gd name="connsiteX1" fmla="*/ 1020149 w 1268394"/>
                <a:gd name="connsiteY1" fmla="*/ 885549 h 1259106"/>
                <a:gd name="connsiteX2" fmla="*/ 1189677 w 1268394"/>
                <a:gd name="connsiteY2" fmla="*/ 1063596 h 1259106"/>
                <a:gd name="connsiteX3" fmla="*/ 681093 w 1268394"/>
                <a:gd name="connsiteY3" fmla="*/ 1259106 h 1259106"/>
                <a:gd name="connsiteX4" fmla="*/ 0 w 1268394"/>
                <a:gd name="connsiteY4" fmla="*/ 629553 h 1259106"/>
                <a:gd name="connsiteX5" fmla="*/ 643610 w 1268394"/>
                <a:gd name="connsiteY5" fmla="*/ 0 h 1259106"/>
                <a:gd name="connsiteX6" fmla="*/ 1267199 w 1268394"/>
                <a:gd name="connsiteY6" fmla="*/ 727096 h 1259106"/>
                <a:gd name="connsiteX7" fmla="*/ 295609 w 1268394"/>
                <a:gd name="connsiteY7" fmla="*/ 727096 h 1259106"/>
                <a:gd name="connsiteX8" fmla="*/ 677685 w 1268394"/>
                <a:gd name="connsiteY8" fmla="*/ 1014611 h 1259106"/>
                <a:gd name="connsiteX9" fmla="*/ 974146 w 1268394"/>
                <a:gd name="connsiteY9" fmla="*/ 526473 h 1259106"/>
                <a:gd name="connsiteX10" fmla="*/ 646591 w 1268394"/>
                <a:gd name="connsiteY10" fmla="*/ 241939 h 1259106"/>
                <a:gd name="connsiteX11" fmla="*/ 296035 w 1268394"/>
                <a:gd name="connsiteY11" fmla="*/ 526473 h 1259106"/>
                <a:gd name="connsiteX12" fmla="*/ 974146 w 1268394"/>
                <a:gd name="connsiteY12" fmla="*/ 526473 h 1259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8394" h="1259106">
                  <a:moveTo>
                    <a:pt x="678111" y="1015037"/>
                  </a:moveTo>
                  <a:cubicBezTo>
                    <a:pt x="836139" y="1015037"/>
                    <a:pt x="951145" y="951997"/>
                    <a:pt x="1020149" y="885549"/>
                  </a:cubicBezTo>
                  <a:lnTo>
                    <a:pt x="1189677" y="1063596"/>
                  </a:lnTo>
                  <a:cubicBezTo>
                    <a:pt x="1077652" y="1175620"/>
                    <a:pt x="922606" y="1259106"/>
                    <a:pt x="681093" y="1259106"/>
                  </a:cubicBezTo>
                  <a:cubicBezTo>
                    <a:pt x="267070" y="1259106"/>
                    <a:pt x="0" y="991610"/>
                    <a:pt x="0" y="629553"/>
                  </a:cubicBezTo>
                  <a:cubicBezTo>
                    <a:pt x="0" y="267496"/>
                    <a:pt x="281553" y="0"/>
                    <a:pt x="643610" y="0"/>
                  </a:cubicBezTo>
                  <a:cubicBezTo>
                    <a:pt x="1054651" y="0"/>
                    <a:pt x="1287219" y="304554"/>
                    <a:pt x="1267199" y="727096"/>
                  </a:cubicBezTo>
                  <a:lnTo>
                    <a:pt x="295609" y="727096"/>
                  </a:lnTo>
                  <a:cubicBezTo>
                    <a:pt x="330111" y="902587"/>
                    <a:pt x="456618" y="1014611"/>
                    <a:pt x="677685" y="1014611"/>
                  </a:cubicBezTo>
                  <a:close/>
                  <a:moveTo>
                    <a:pt x="974146" y="526473"/>
                  </a:moveTo>
                  <a:cubicBezTo>
                    <a:pt x="948163" y="362483"/>
                    <a:pt x="847639" y="241939"/>
                    <a:pt x="646591" y="241939"/>
                  </a:cubicBezTo>
                  <a:cubicBezTo>
                    <a:pt x="459599" y="241939"/>
                    <a:pt x="330537" y="345445"/>
                    <a:pt x="296035" y="526473"/>
                  </a:cubicBezTo>
                  <a:lnTo>
                    <a:pt x="974146" y="526473"/>
                  </a:lnTo>
                  <a:close/>
                </a:path>
              </a:pathLst>
            </a:custGeom>
            <a:grpFill/>
            <a:ln w="0" cap="flat">
              <a:noFill/>
              <a:prstDash val="solid"/>
              <a:miter/>
            </a:ln>
          </p:spPr>
          <p:txBody>
            <a:bodyPr rtlCol="0" anchor="ctr"/>
            <a:lstStyle/>
            <a:p>
              <a:endParaRPr lang="en-US">
                <a:solidFill>
                  <a:srgbClr val="23004B"/>
                </a:solidFill>
              </a:endParaRPr>
            </a:p>
          </p:txBody>
        </p:sp>
        <p:sp>
          <p:nvSpPr>
            <p:cNvPr id="22" name="Freeform: Shape 8">
              <a:extLst>
                <a:ext uri="{FF2B5EF4-FFF2-40B4-BE49-F238E27FC236}">
                  <a16:creationId xmlns:a16="http://schemas.microsoft.com/office/drawing/2014/main" id="{602825B0-3729-8E5A-129C-DE85CB92ED43}"/>
                </a:ext>
              </a:extLst>
            </p:cNvPr>
            <p:cNvSpPr/>
            <p:nvPr/>
          </p:nvSpPr>
          <p:spPr>
            <a:xfrm>
              <a:off x="11359466" y="246968"/>
              <a:ext cx="44074" cy="315262"/>
            </a:xfrm>
            <a:custGeom>
              <a:avLst/>
              <a:gdLst>
                <a:gd name="connsiteX0" fmla="*/ 0 w 281126"/>
                <a:gd name="connsiteY0" fmla="*/ 0 h 2010906"/>
                <a:gd name="connsiteX1" fmla="*/ 281127 w 281126"/>
                <a:gd name="connsiteY1" fmla="*/ 0 h 2010906"/>
                <a:gd name="connsiteX2" fmla="*/ 281127 w 281126"/>
                <a:gd name="connsiteY2" fmla="*/ 2010907 h 2010906"/>
                <a:gd name="connsiteX3" fmla="*/ 0 w 281126"/>
                <a:gd name="connsiteY3" fmla="*/ 2010907 h 2010906"/>
                <a:gd name="connsiteX4" fmla="*/ 0 w 281126"/>
                <a:gd name="connsiteY4" fmla="*/ 0 h 2010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126" h="2010906">
                  <a:moveTo>
                    <a:pt x="0" y="0"/>
                  </a:moveTo>
                  <a:lnTo>
                    <a:pt x="281127" y="0"/>
                  </a:lnTo>
                  <a:lnTo>
                    <a:pt x="281127" y="2010907"/>
                  </a:lnTo>
                  <a:lnTo>
                    <a:pt x="0" y="2010907"/>
                  </a:lnTo>
                  <a:lnTo>
                    <a:pt x="0" y="0"/>
                  </a:lnTo>
                  <a:close/>
                </a:path>
              </a:pathLst>
            </a:custGeom>
            <a:grpFill/>
            <a:ln w="0" cap="flat">
              <a:noFill/>
              <a:prstDash val="solid"/>
              <a:miter/>
            </a:ln>
          </p:spPr>
          <p:txBody>
            <a:bodyPr rtlCol="0" anchor="ctr"/>
            <a:lstStyle/>
            <a:p>
              <a:endParaRPr lang="en-US">
                <a:solidFill>
                  <a:srgbClr val="23004B"/>
                </a:solidFill>
              </a:endParaRPr>
            </a:p>
          </p:txBody>
        </p:sp>
        <p:sp>
          <p:nvSpPr>
            <p:cNvPr id="23" name="Freeform: Shape 9">
              <a:extLst>
                <a:ext uri="{FF2B5EF4-FFF2-40B4-BE49-F238E27FC236}">
                  <a16:creationId xmlns:a16="http://schemas.microsoft.com/office/drawing/2014/main" id="{B1694FF4-006D-4E7B-F2A4-9BDE7BDB73DE}"/>
                </a:ext>
              </a:extLst>
            </p:cNvPr>
            <p:cNvSpPr/>
            <p:nvPr/>
          </p:nvSpPr>
          <p:spPr>
            <a:xfrm>
              <a:off x="11434392" y="370442"/>
              <a:ext cx="44541" cy="191588"/>
            </a:xfrm>
            <a:custGeom>
              <a:avLst/>
              <a:gdLst>
                <a:gd name="connsiteX0" fmla="*/ 0 w 284108"/>
                <a:gd name="connsiteY0" fmla="*/ 0 h 1222048"/>
                <a:gd name="connsiteX1" fmla="*/ 284108 w 284108"/>
                <a:gd name="connsiteY1" fmla="*/ 0 h 1222048"/>
                <a:gd name="connsiteX2" fmla="*/ 284108 w 284108"/>
                <a:gd name="connsiteY2" fmla="*/ 1222049 h 1222048"/>
                <a:gd name="connsiteX3" fmla="*/ 0 w 284108"/>
                <a:gd name="connsiteY3" fmla="*/ 1222049 h 1222048"/>
              </a:gdLst>
              <a:ahLst/>
              <a:cxnLst>
                <a:cxn ang="0">
                  <a:pos x="connsiteX0" y="connsiteY0"/>
                </a:cxn>
                <a:cxn ang="0">
                  <a:pos x="connsiteX1" y="connsiteY1"/>
                </a:cxn>
                <a:cxn ang="0">
                  <a:pos x="connsiteX2" y="connsiteY2"/>
                </a:cxn>
                <a:cxn ang="0">
                  <a:pos x="connsiteX3" y="connsiteY3"/>
                </a:cxn>
              </a:cxnLst>
              <a:rect l="l" t="t" r="r" b="b"/>
              <a:pathLst>
                <a:path w="284108" h="1222048">
                  <a:moveTo>
                    <a:pt x="0" y="0"/>
                  </a:moveTo>
                  <a:lnTo>
                    <a:pt x="284108" y="0"/>
                  </a:lnTo>
                  <a:lnTo>
                    <a:pt x="284108" y="1222049"/>
                  </a:lnTo>
                  <a:lnTo>
                    <a:pt x="0" y="1222049"/>
                  </a:lnTo>
                  <a:close/>
                </a:path>
              </a:pathLst>
            </a:custGeom>
            <a:grpFill/>
            <a:ln w="0" cap="flat">
              <a:noFill/>
              <a:prstDash val="solid"/>
              <a:miter/>
            </a:ln>
          </p:spPr>
          <p:txBody>
            <a:bodyPr rtlCol="0" anchor="ctr"/>
            <a:lstStyle/>
            <a:p>
              <a:endParaRPr lang="en-US">
                <a:solidFill>
                  <a:srgbClr val="23004B"/>
                </a:solidFill>
              </a:endParaRPr>
            </a:p>
          </p:txBody>
        </p:sp>
        <p:sp>
          <p:nvSpPr>
            <p:cNvPr id="24" name="Freeform: Shape 10">
              <a:extLst>
                <a:ext uri="{FF2B5EF4-FFF2-40B4-BE49-F238E27FC236}">
                  <a16:creationId xmlns:a16="http://schemas.microsoft.com/office/drawing/2014/main" id="{232C98DD-27E3-7928-B44E-D16AC32DDBA4}"/>
                </a:ext>
              </a:extLst>
            </p:cNvPr>
            <p:cNvSpPr/>
            <p:nvPr/>
          </p:nvSpPr>
          <p:spPr>
            <a:xfrm>
              <a:off x="11427581" y="278020"/>
              <a:ext cx="58498" cy="58097"/>
            </a:xfrm>
            <a:custGeom>
              <a:avLst/>
              <a:gdLst>
                <a:gd name="connsiteX0" fmla="*/ 0 w 373131"/>
                <a:gd name="connsiteY0" fmla="*/ 184010 h 370575"/>
                <a:gd name="connsiteX1" fmla="*/ 186566 w 373131"/>
                <a:gd name="connsiteY1" fmla="*/ 0 h 370575"/>
                <a:gd name="connsiteX2" fmla="*/ 373132 w 373131"/>
                <a:gd name="connsiteY2" fmla="*/ 184010 h 370575"/>
                <a:gd name="connsiteX3" fmla="*/ 186566 w 373131"/>
                <a:gd name="connsiteY3" fmla="*/ 370576 h 370575"/>
                <a:gd name="connsiteX4" fmla="*/ 0 w 373131"/>
                <a:gd name="connsiteY4" fmla="*/ 184010 h 370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3131" h="370575">
                  <a:moveTo>
                    <a:pt x="0" y="184010"/>
                  </a:moveTo>
                  <a:cubicBezTo>
                    <a:pt x="0" y="78375"/>
                    <a:pt x="86468" y="0"/>
                    <a:pt x="186566" y="0"/>
                  </a:cubicBezTo>
                  <a:cubicBezTo>
                    <a:pt x="286664" y="0"/>
                    <a:pt x="373132" y="77949"/>
                    <a:pt x="373132" y="184010"/>
                  </a:cubicBezTo>
                  <a:cubicBezTo>
                    <a:pt x="373132" y="295609"/>
                    <a:pt x="286664" y="370576"/>
                    <a:pt x="186566" y="370576"/>
                  </a:cubicBezTo>
                  <a:cubicBezTo>
                    <a:pt x="86468" y="370576"/>
                    <a:pt x="0" y="295183"/>
                    <a:pt x="0" y="184010"/>
                  </a:cubicBezTo>
                  <a:close/>
                </a:path>
              </a:pathLst>
            </a:custGeom>
            <a:grpFill/>
            <a:ln w="0" cap="flat">
              <a:noFill/>
              <a:prstDash val="solid"/>
              <a:miter/>
            </a:ln>
          </p:spPr>
          <p:txBody>
            <a:bodyPr rtlCol="0" anchor="ctr"/>
            <a:lstStyle/>
            <a:p>
              <a:endParaRPr lang="en-US">
                <a:solidFill>
                  <a:srgbClr val="23004B"/>
                </a:solidFill>
              </a:endParaRPr>
            </a:p>
          </p:txBody>
        </p:sp>
        <p:sp>
          <p:nvSpPr>
            <p:cNvPr id="35" name="Freeform: Shape 11">
              <a:extLst>
                <a:ext uri="{FF2B5EF4-FFF2-40B4-BE49-F238E27FC236}">
                  <a16:creationId xmlns:a16="http://schemas.microsoft.com/office/drawing/2014/main" id="{D10B2582-443B-C9A4-12A5-8E58943D62D3}"/>
                </a:ext>
              </a:extLst>
            </p:cNvPr>
            <p:cNvSpPr/>
            <p:nvPr/>
          </p:nvSpPr>
          <p:spPr>
            <a:xfrm>
              <a:off x="10971482" y="370308"/>
              <a:ext cx="163074" cy="40468"/>
            </a:xfrm>
            <a:custGeom>
              <a:avLst/>
              <a:gdLst>
                <a:gd name="connsiteX0" fmla="*/ 871918 w 1040168"/>
                <a:gd name="connsiteY0" fmla="*/ 257273 h 258125"/>
                <a:gd name="connsiteX1" fmla="*/ 1040168 w 1040168"/>
                <a:gd name="connsiteY1" fmla="*/ 0 h 258125"/>
                <a:gd name="connsiteX2" fmla="*/ 0 w 1040168"/>
                <a:gd name="connsiteY2" fmla="*/ 0 h 258125"/>
                <a:gd name="connsiteX3" fmla="*/ 0 w 1040168"/>
                <a:gd name="connsiteY3" fmla="*/ 258125 h 258125"/>
                <a:gd name="connsiteX4" fmla="*/ 871918 w 1040168"/>
                <a:gd name="connsiteY4" fmla="*/ 257273 h 258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168" h="258125">
                  <a:moveTo>
                    <a:pt x="871918" y="257273"/>
                  </a:moveTo>
                  <a:lnTo>
                    <a:pt x="1040168" y="0"/>
                  </a:lnTo>
                  <a:lnTo>
                    <a:pt x="0" y="0"/>
                  </a:lnTo>
                  <a:lnTo>
                    <a:pt x="0" y="258125"/>
                  </a:lnTo>
                  <a:lnTo>
                    <a:pt x="871918" y="257273"/>
                  </a:lnTo>
                  <a:close/>
                </a:path>
              </a:pathLst>
            </a:custGeom>
            <a:grpFill/>
            <a:ln w="0" cap="flat">
              <a:noFill/>
              <a:prstDash val="solid"/>
              <a:miter/>
            </a:ln>
          </p:spPr>
          <p:txBody>
            <a:bodyPr rtlCol="0" anchor="ctr"/>
            <a:lstStyle/>
            <a:p>
              <a:endParaRPr lang="en-US">
                <a:solidFill>
                  <a:srgbClr val="23004B"/>
                </a:solidFill>
              </a:endParaRPr>
            </a:p>
          </p:txBody>
        </p:sp>
        <p:sp>
          <p:nvSpPr>
            <p:cNvPr id="40" name="Freeform: Shape 12">
              <a:extLst>
                <a:ext uri="{FF2B5EF4-FFF2-40B4-BE49-F238E27FC236}">
                  <a16:creationId xmlns:a16="http://schemas.microsoft.com/office/drawing/2014/main" id="{6359D2F3-D6E6-E169-00D1-4A3BFCA0065B}"/>
                </a:ext>
              </a:extLst>
            </p:cNvPr>
            <p:cNvSpPr/>
            <p:nvPr/>
          </p:nvSpPr>
          <p:spPr>
            <a:xfrm>
              <a:off x="10956590" y="522096"/>
              <a:ext cx="163608" cy="40468"/>
            </a:xfrm>
            <a:custGeom>
              <a:avLst/>
              <a:gdLst>
                <a:gd name="connsiteX0" fmla="*/ 0 w 1043575"/>
                <a:gd name="connsiteY0" fmla="*/ 257699 h 258125"/>
                <a:gd name="connsiteX1" fmla="*/ 1043576 w 1043575"/>
                <a:gd name="connsiteY1" fmla="*/ 258125 h 258125"/>
                <a:gd name="connsiteX2" fmla="*/ 1043576 w 1043575"/>
                <a:gd name="connsiteY2" fmla="*/ 0 h 258125"/>
                <a:gd name="connsiteX3" fmla="*/ 168676 w 1043575"/>
                <a:gd name="connsiteY3" fmla="*/ 0 h 258125"/>
                <a:gd name="connsiteX4" fmla="*/ 0 w 1043575"/>
                <a:gd name="connsiteY4" fmla="*/ 257699 h 258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3575" h="258125">
                  <a:moveTo>
                    <a:pt x="0" y="257699"/>
                  </a:moveTo>
                  <a:lnTo>
                    <a:pt x="1043576" y="258125"/>
                  </a:lnTo>
                  <a:lnTo>
                    <a:pt x="1043576" y="0"/>
                  </a:lnTo>
                  <a:lnTo>
                    <a:pt x="168676" y="0"/>
                  </a:lnTo>
                  <a:lnTo>
                    <a:pt x="0" y="257699"/>
                  </a:lnTo>
                  <a:close/>
                </a:path>
              </a:pathLst>
            </a:custGeom>
            <a:grpFill/>
            <a:ln w="0" cap="flat">
              <a:noFill/>
              <a:prstDash val="solid"/>
              <a:miter/>
            </a:ln>
          </p:spPr>
          <p:txBody>
            <a:bodyPr rtlCol="0" anchor="ctr"/>
            <a:lstStyle/>
            <a:p>
              <a:endParaRPr lang="en-US">
                <a:solidFill>
                  <a:srgbClr val="23004B"/>
                </a:solidFill>
              </a:endParaRPr>
            </a:p>
          </p:txBody>
        </p:sp>
        <p:sp>
          <p:nvSpPr>
            <p:cNvPr id="41" name="Freeform: Shape 13">
              <a:extLst>
                <a:ext uri="{FF2B5EF4-FFF2-40B4-BE49-F238E27FC236}">
                  <a16:creationId xmlns:a16="http://schemas.microsoft.com/office/drawing/2014/main" id="{A0958F30-76E3-8823-CA07-8199381FEED4}"/>
                </a:ext>
              </a:extLst>
            </p:cNvPr>
            <p:cNvSpPr/>
            <p:nvPr/>
          </p:nvSpPr>
          <p:spPr>
            <a:xfrm>
              <a:off x="10991716" y="424065"/>
              <a:ext cx="107714" cy="84408"/>
            </a:xfrm>
            <a:custGeom>
              <a:avLst/>
              <a:gdLst>
                <a:gd name="connsiteX0" fmla="*/ 0 w 687056"/>
                <a:gd name="connsiteY0" fmla="*/ 538400 h 538399"/>
                <a:gd name="connsiteX1" fmla="*/ 334370 w 687056"/>
                <a:gd name="connsiteY1" fmla="*/ 538400 h 538399"/>
                <a:gd name="connsiteX2" fmla="*/ 687056 w 687056"/>
                <a:gd name="connsiteY2" fmla="*/ 0 h 538399"/>
                <a:gd name="connsiteX3" fmla="*/ 353112 w 687056"/>
                <a:gd name="connsiteY3" fmla="*/ 426 h 538399"/>
                <a:gd name="connsiteX4" fmla="*/ 0 w 687056"/>
                <a:gd name="connsiteY4" fmla="*/ 538400 h 5383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7056" h="538399">
                  <a:moveTo>
                    <a:pt x="0" y="538400"/>
                  </a:moveTo>
                  <a:lnTo>
                    <a:pt x="334370" y="538400"/>
                  </a:lnTo>
                  <a:lnTo>
                    <a:pt x="687056" y="0"/>
                  </a:lnTo>
                  <a:lnTo>
                    <a:pt x="353112" y="426"/>
                  </a:lnTo>
                  <a:lnTo>
                    <a:pt x="0" y="538400"/>
                  </a:lnTo>
                  <a:close/>
                </a:path>
              </a:pathLst>
            </a:custGeom>
            <a:grpFill/>
            <a:ln w="0" cap="flat">
              <a:noFill/>
              <a:prstDash val="solid"/>
              <a:miter/>
            </a:ln>
          </p:spPr>
          <p:txBody>
            <a:bodyPr rtlCol="0" anchor="ctr"/>
            <a:lstStyle/>
            <a:p>
              <a:endParaRPr lang="en-US">
                <a:solidFill>
                  <a:srgbClr val="23004B"/>
                </a:solidFill>
              </a:endParaRPr>
            </a:p>
          </p:txBody>
        </p:sp>
        <p:sp>
          <p:nvSpPr>
            <p:cNvPr id="42" name="Freeform: Shape 14">
              <a:extLst>
                <a:ext uri="{FF2B5EF4-FFF2-40B4-BE49-F238E27FC236}">
                  <a16:creationId xmlns:a16="http://schemas.microsoft.com/office/drawing/2014/main" id="{7ADB6933-E127-B108-CA68-2BE47A8CD6CD}"/>
                </a:ext>
              </a:extLst>
            </p:cNvPr>
            <p:cNvSpPr/>
            <p:nvPr/>
          </p:nvSpPr>
          <p:spPr>
            <a:xfrm>
              <a:off x="11660372" y="536254"/>
              <a:ext cx="29115" cy="29115"/>
            </a:xfrm>
            <a:custGeom>
              <a:avLst/>
              <a:gdLst>
                <a:gd name="connsiteX0" fmla="*/ 100524 w 185713"/>
                <a:gd name="connsiteY0" fmla="*/ 52392 h 185713"/>
                <a:gd name="connsiteX1" fmla="*/ 119692 w 185713"/>
                <a:gd name="connsiteY1" fmla="*/ 71985 h 185713"/>
                <a:gd name="connsiteX2" fmla="*/ 100524 w 185713"/>
                <a:gd name="connsiteY2" fmla="*/ 90727 h 185713"/>
                <a:gd name="connsiteX3" fmla="*/ 71133 w 185713"/>
                <a:gd name="connsiteY3" fmla="*/ 90727 h 185713"/>
                <a:gd name="connsiteX4" fmla="*/ 71133 w 185713"/>
                <a:gd name="connsiteY4" fmla="*/ 51966 h 185713"/>
                <a:gd name="connsiteX5" fmla="*/ 100524 w 185713"/>
                <a:gd name="connsiteY5" fmla="*/ 51966 h 185713"/>
                <a:gd name="connsiteX6" fmla="*/ 117988 w 185713"/>
                <a:gd name="connsiteY6" fmla="*/ 146101 h 185713"/>
                <a:gd name="connsiteX7" fmla="*/ 135452 w 185713"/>
                <a:gd name="connsiteY7" fmla="*/ 146101 h 185713"/>
                <a:gd name="connsiteX8" fmla="*/ 106913 w 185713"/>
                <a:gd name="connsiteY8" fmla="*/ 103506 h 185713"/>
                <a:gd name="connsiteX9" fmla="*/ 134174 w 185713"/>
                <a:gd name="connsiteY9" fmla="*/ 71985 h 185713"/>
                <a:gd name="connsiteX10" fmla="*/ 100524 w 185713"/>
                <a:gd name="connsiteY10" fmla="*/ 39613 h 185713"/>
                <a:gd name="connsiteX11" fmla="*/ 57077 w 185713"/>
                <a:gd name="connsiteY11" fmla="*/ 39613 h 185713"/>
                <a:gd name="connsiteX12" fmla="*/ 57077 w 185713"/>
                <a:gd name="connsiteY12" fmla="*/ 146101 h 185713"/>
                <a:gd name="connsiteX13" fmla="*/ 71133 w 185713"/>
                <a:gd name="connsiteY13" fmla="*/ 146101 h 185713"/>
                <a:gd name="connsiteX14" fmla="*/ 71133 w 185713"/>
                <a:gd name="connsiteY14" fmla="*/ 103932 h 185713"/>
                <a:gd name="connsiteX15" fmla="*/ 90301 w 185713"/>
                <a:gd name="connsiteY15" fmla="*/ 103932 h 185713"/>
                <a:gd name="connsiteX16" fmla="*/ 117988 w 185713"/>
                <a:gd name="connsiteY16" fmla="*/ 146101 h 185713"/>
                <a:gd name="connsiteX17" fmla="*/ 92857 w 185713"/>
                <a:gd name="connsiteY17" fmla="*/ 12778 h 185713"/>
                <a:gd name="connsiteX18" fmla="*/ 172510 w 185713"/>
                <a:gd name="connsiteY18" fmla="*/ 92431 h 185713"/>
                <a:gd name="connsiteX19" fmla="*/ 92857 w 185713"/>
                <a:gd name="connsiteY19" fmla="*/ 172509 h 185713"/>
                <a:gd name="connsiteX20" fmla="*/ 12779 w 185713"/>
                <a:gd name="connsiteY20" fmla="*/ 92431 h 185713"/>
                <a:gd name="connsiteX21" fmla="*/ 92857 w 185713"/>
                <a:gd name="connsiteY21" fmla="*/ 12778 h 185713"/>
                <a:gd name="connsiteX22" fmla="*/ 92857 w 185713"/>
                <a:gd name="connsiteY22" fmla="*/ 185714 h 185713"/>
                <a:gd name="connsiteX23" fmla="*/ 185714 w 185713"/>
                <a:gd name="connsiteY23" fmla="*/ 92857 h 185713"/>
                <a:gd name="connsiteX24" fmla="*/ 92857 w 185713"/>
                <a:gd name="connsiteY24" fmla="*/ 0 h 185713"/>
                <a:gd name="connsiteX25" fmla="*/ 0 w 185713"/>
                <a:gd name="connsiteY25" fmla="*/ 92857 h 185713"/>
                <a:gd name="connsiteX26" fmla="*/ 92857 w 185713"/>
                <a:gd name="connsiteY26" fmla="*/ 185714 h 185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85713" h="185713">
                  <a:moveTo>
                    <a:pt x="100524" y="52392"/>
                  </a:moveTo>
                  <a:cubicBezTo>
                    <a:pt x="110747" y="52392"/>
                    <a:pt x="119692" y="60485"/>
                    <a:pt x="119692" y="71985"/>
                  </a:cubicBezTo>
                  <a:cubicBezTo>
                    <a:pt x="119692" y="83060"/>
                    <a:pt x="110321" y="90727"/>
                    <a:pt x="100524" y="90727"/>
                  </a:cubicBezTo>
                  <a:lnTo>
                    <a:pt x="71133" y="90727"/>
                  </a:lnTo>
                  <a:lnTo>
                    <a:pt x="71133" y="51966"/>
                  </a:lnTo>
                  <a:lnTo>
                    <a:pt x="100524" y="51966"/>
                  </a:lnTo>
                  <a:close/>
                  <a:moveTo>
                    <a:pt x="117988" y="146101"/>
                  </a:moveTo>
                  <a:lnTo>
                    <a:pt x="135452" y="146101"/>
                  </a:lnTo>
                  <a:lnTo>
                    <a:pt x="106913" y="103506"/>
                  </a:lnTo>
                  <a:cubicBezTo>
                    <a:pt x="112877" y="103506"/>
                    <a:pt x="134174" y="95413"/>
                    <a:pt x="134174" y="71985"/>
                  </a:cubicBezTo>
                  <a:cubicBezTo>
                    <a:pt x="134174" y="52392"/>
                    <a:pt x="118840" y="39613"/>
                    <a:pt x="100524" y="39613"/>
                  </a:cubicBezTo>
                  <a:lnTo>
                    <a:pt x="57077" y="39613"/>
                  </a:lnTo>
                  <a:lnTo>
                    <a:pt x="57077" y="146101"/>
                  </a:lnTo>
                  <a:lnTo>
                    <a:pt x="71133" y="146101"/>
                  </a:lnTo>
                  <a:lnTo>
                    <a:pt x="71133" y="103932"/>
                  </a:lnTo>
                  <a:lnTo>
                    <a:pt x="90301" y="103932"/>
                  </a:lnTo>
                  <a:lnTo>
                    <a:pt x="117988" y="146101"/>
                  </a:lnTo>
                  <a:close/>
                  <a:moveTo>
                    <a:pt x="92857" y="12778"/>
                  </a:moveTo>
                  <a:cubicBezTo>
                    <a:pt x="137156" y="12778"/>
                    <a:pt x="172510" y="47706"/>
                    <a:pt x="172510" y="92431"/>
                  </a:cubicBezTo>
                  <a:cubicBezTo>
                    <a:pt x="172510" y="137156"/>
                    <a:pt x="137156" y="172509"/>
                    <a:pt x="92857" y="172509"/>
                  </a:cubicBezTo>
                  <a:cubicBezTo>
                    <a:pt x="48558" y="172509"/>
                    <a:pt x="12779" y="136304"/>
                    <a:pt x="12779" y="92431"/>
                  </a:cubicBezTo>
                  <a:cubicBezTo>
                    <a:pt x="12779" y="48558"/>
                    <a:pt x="48558" y="12778"/>
                    <a:pt x="92857" y="12778"/>
                  </a:cubicBezTo>
                  <a:moveTo>
                    <a:pt x="92857" y="185714"/>
                  </a:moveTo>
                  <a:cubicBezTo>
                    <a:pt x="144397" y="185714"/>
                    <a:pt x="185714" y="143971"/>
                    <a:pt x="185714" y="92857"/>
                  </a:cubicBezTo>
                  <a:cubicBezTo>
                    <a:pt x="185714" y="41743"/>
                    <a:pt x="144397" y="0"/>
                    <a:pt x="92857" y="0"/>
                  </a:cubicBezTo>
                  <a:cubicBezTo>
                    <a:pt x="41317" y="0"/>
                    <a:pt x="0" y="41317"/>
                    <a:pt x="0" y="92857"/>
                  </a:cubicBezTo>
                  <a:cubicBezTo>
                    <a:pt x="0" y="144397"/>
                    <a:pt x="41743" y="185714"/>
                    <a:pt x="92857" y="185714"/>
                  </a:cubicBezTo>
                </a:path>
              </a:pathLst>
            </a:custGeom>
            <a:grpFill/>
            <a:ln w="0" cap="flat">
              <a:noFill/>
              <a:prstDash val="solid"/>
              <a:miter/>
            </a:ln>
          </p:spPr>
          <p:txBody>
            <a:bodyPr rtlCol="0" anchor="ctr"/>
            <a:lstStyle/>
            <a:p>
              <a:endParaRPr lang="en-US">
                <a:solidFill>
                  <a:srgbClr val="23004B"/>
                </a:solidFill>
              </a:endParaRPr>
            </a:p>
          </p:txBody>
        </p:sp>
      </p:grpSp>
      <p:sp>
        <p:nvSpPr>
          <p:cNvPr id="27" name="Text Placeholder 21">
            <a:extLst>
              <a:ext uri="{FF2B5EF4-FFF2-40B4-BE49-F238E27FC236}">
                <a16:creationId xmlns:a16="http://schemas.microsoft.com/office/drawing/2014/main" id="{B00D559A-95FA-36A1-11E7-37A5D42F0C45}"/>
              </a:ext>
            </a:extLst>
          </p:cNvPr>
          <p:cNvSpPr>
            <a:spLocks noGrp="1"/>
          </p:cNvSpPr>
          <p:nvPr>
            <p:ph type="body" sz="quarter" idx="26" hasCustomPrompt="1"/>
          </p:nvPr>
        </p:nvSpPr>
        <p:spPr>
          <a:xfrm>
            <a:off x="274320" y="3782961"/>
            <a:ext cx="749848" cy="618058"/>
          </a:xfrm>
        </p:spPr>
        <p:txBody>
          <a:bodyPr>
            <a:noAutofit/>
          </a:bodyPr>
          <a:lstStyle>
            <a:lvl1pPr marL="0" indent="0">
              <a:buNone/>
              <a:defRPr sz="4000">
                <a:solidFill>
                  <a:schemeClr val="bg2"/>
                </a:solidFill>
                <a:latin typeface="+mj-lt"/>
              </a:defRPr>
            </a:lvl1pPr>
          </a:lstStyle>
          <a:p>
            <a:pPr lvl="0"/>
            <a:r>
              <a:rPr lang="en-US"/>
              <a:t>Nu</a:t>
            </a:r>
          </a:p>
        </p:txBody>
      </p:sp>
      <p:sp>
        <p:nvSpPr>
          <p:cNvPr id="29" name="Text Placeholder 21">
            <a:extLst>
              <a:ext uri="{FF2B5EF4-FFF2-40B4-BE49-F238E27FC236}">
                <a16:creationId xmlns:a16="http://schemas.microsoft.com/office/drawing/2014/main" id="{B3A757FF-4C87-B22D-14DE-1E6A9505EF7A}"/>
              </a:ext>
            </a:extLst>
          </p:cNvPr>
          <p:cNvSpPr>
            <a:spLocks noGrp="1"/>
          </p:cNvSpPr>
          <p:nvPr>
            <p:ph type="body" sz="quarter" idx="28" hasCustomPrompt="1"/>
          </p:nvPr>
        </p:nvSpPr>
        <p:spPr>
          <a:xfrm>
            <a:off x="274320" y="5105400"/>
            <a:ext cx="749848" cy="618058"/>
          </a:xfrm>
        </p:spPr>
        <p:txBody>
          <a:bodyPr>
            <a:noAutofit/>
          </a:bodyPr>
          <a:lstStyle>
            <a:lvl1pPr marL="0" indent="0">
              <a:buNone/>
              <a:defRPr sz="4000">
                <a:solidFill>
                  <a:schemeClr val="bg2"/>
                </a:solidFill>
                <a:latin typeface="+mj-lt"/>
              </a:defRPr>
            </a:lvl1pPr>
          </a:lstStyle>
          <a:p>
            <a:pPr lvl="0"/>
            <a:r>
              <a:rPr lang="en-US"/>
              <a:t>Nu</a:t>
            </a:r>
          </a:p>
        </p:txBody>
      </p:sp>
      <p:sp>
        <p:nvSpPr>
          <p:cNvPr id="45" name="Text Placeholder 33">
            <a:extLst>
              <a:ext uri="{FF2B5EF4-FFF2-40B4-BE49-F238E27FC236}">
                <a16:creationId xmlns:a16="http://schemas.microsoft.com/office/drawing/2014/main" id="{ABFCF7AC-7AFA-1F55-1A5A-35C5BF5060CA}"/>
              </a:ext>
            </a:extLst>
          </p:cNvPr>
          <p:cNvSpPr>
            <a:spLocks noGrp="1"/>
          </p:cNvSpPr>
          <p:nvPr>
            <p:ph type="body" sz="quarter" idx="29" hasCustomPrompt="1"/>
          </p:nvPr>
        </p:nvSpPr>
        <p:spPr>
          <a:xfrm>
            <a:off x="5105400" y="1311465"/>
            <a:ext cx="2892425" cy="524709"/>
          </a:xfrm>
          <a:prstGeom prst="rect">
            <a:avLst/>
          </a:prstGeom>
        </p:spPr>
        <p:txBody>
          <a:bodyPr>
            <a:noAutofit/>
          </a:bodyPr>
          <a:lstStyle>
            <a:lvl1pPr marL="0" indent="0">
              <a:spcBef>
                <a:spcPts val="300"/>
              </a:spcBef>
              <a:spcAft>
                <a:spcPts val="300"/>
              </a:spcAft>
              <a:buNone/>
              <a:defRPr sz="1400">
                <a:solidFill>
                  <a:schemeClr val="tx1"/>
                </a:solidFill>
              </a:defRPr>
            </a:lvl1pPr>
            <a:lvl2pPr>
              <a:defRPr sz="1400"/>
            </a:lvl2pPr>
            <a:lvl3pPr>
              <a:defRPr sz="1400"/>
            </a:lvl3pPr>
            <a:lvl4pPr>
              <a:defRPr sz="1400"/>
            </a:lvl4pPr>
            <a:lvl5pPr>
              <a:defRPr sz="1400"/>
            </a:lvl5pPr>
          </a:lstStyle>
          <a:p>
            <a:pPr lvl="0"/>
            <a:r>
              <a:rPr lang="en-US" b="0">
                <a:solidFill>
                  <a:schemeClr val="tx1"/>
                </a:solidFill>
                <a:latin typeface="AvenirNext LT Pro Regular" panose="020B0504020202020204" pitchFamily="34" charset="0"/>
              </a:rPr>
              <a:t>Item 1 goes here. May extend to 2 lines. Text should be 14pt or larger.</a:t>
            </a:r>
            <a:endParaRPr lang="en-US"/>
          </a:p>
        </p:txBody>
      </p:sp>
      <p:sp>
        <p:nvSpPr>
          <p:cNvPr id="46" name="Text Placeholder 21">
            <a:extLst>
              <a:ext uri="{FF2B5EF4-FFF2-40B4-BE49-F238E27FC236}">
                <a16:creationId xmlns:a16="http://schemas.microsoft.com/office/drawing/2014/main" id="{E8CF78F6-70E5-CB75-A320-16A4FD1DA98E}"/>
              </a:ext>
            </a:extLst>
          </p:cNvPr>
          <p:cNvSpPr>
            <a:spLocks noGrp="1"/>
          </p:cNvSpPr>
          <p:nvPr>
            <p:ph type="body" sz="quarter" idx="30" hasCustomPrompt="1"/>
          </p:nvPr>
        </p:nvSpPr>
        <p:spPr>
          <a:xfrm>
            <a:off x="4244018" y="1203838"/>
            <a:ext cx="831992" cy="591912"/>
          </a:xfrm>
        </p:spPr>
        <p:txBody>
          <a:bodyPr>
            <a:noAutofit/>
          </a:bodyPr>
          <a:lstStyle>
            <a:lvl1pPr marL="0" indent="0">
              <a:buNone/>
              <a:defRPr sz="4000">
                <a:solidFill>
                  <a:schemeClr val="bg2"/>
                </a:solidFill>
                <a:latin typeface="+mj-lt"/>
              </a:defRPr>
            </a:lvl1pPr>
          </a:lstStyle>
          <a:p>
            <a:pPr lvl="0"/>
            <a:r>
              <a:rPr lang="en-US"/>
              <a:t>Nu</a:t>
            </a:r>
          </a:p>
        </p:txBody>
      </p:sp>
      <p:sp>
        <p:nvSpPr>
          <p:cNvPr id="47" name="Text Placeholder 21">
            <a:extLst>
              <a:ext uri="{FF2B5EF4-FFF2-40B4-BE49-F238E27FC236}">
                <a16:creationId xmlns:a16="http://schemas.microsoft.com/office/drawing/2014/main" id="{3A6A920E-A532-E4B8-FDFF-D86F93B55970}"/>
              </a:ext>
            </a:extLst>
          </p:cNvPr>
          <p:cNvSpPr>
            <a:spLocks noGrp="1"/>
          </p:cNvSpPr>
          <p:nvPr>
            <p:ph type="body" sz="quarter" idx="31" hasCustomPrompt="1"/>
          </p:nvPr>
        </p:nvSpPr>
        <p:spPr>
          <a:xfrm>
            <a:off x="4244018" y="2510732"/>
            <a:ext cx="749848" cy="618058"/>
          </a:xfrm>
        </p:spPr>
        <p:txBody>
          <a:bodyPr>
            <a:noAutofit/>
          </a:bodyPr>
          <a:lstStyle>
            <a:lvl1pPr marL="0" indent="0">
              <a:buNone/>
              <a:defRPr sz="4000">
                <a:solidFill>
                  <a:schemeClr val="bg2"/>
                </a:solidFill>
                <a:latin typeface="+mj-lt"/>
              </a:defRPr>
            </a:lvl1pPr>
          </a:lstStyle>
          <a:p>
            <a:pPr lvl="0"/>
            <a:r>
              <a:rPr lang="en-US"/>
              <a:t>Nu</a:t>
            </a:r>
          </a:p>
        </p:txBody>
      </p:sp>
      <p:sp>
        <p:nvSpPr>
          <p:cNvPr id="48" name="Text Placeholder 33">
            <a:extLst>
              <a:ext uri="{FF2B5EF4-FFF2-40B4-BE49-F238E27FC236}">
                <a16:creationId xmlns:a16="http://schemas.microsoft.com/office/drawing/2014/main" id="{8710AC8D-DEB7-0180-29A6-3A1534D1610A}"/>
              </a:ext>
            </a:extLst>
          </p:cNvPr>
          <p:cNvSpPr>
            <a:spLocks noGrp="1"/>
          </p:cNvSpPr>
          <p:nvPr>
            <p:ph type="body" sz="quarter" idx="32" hasCustomPrompt="1"/>
          </p:nvPr>
        </p:nvSpPr>
        <p:spPr>
          <a:xfrm>
            <a:off x="5094382" y="2643543"/>
            <a:ext cx="2892425" cy="637973"/>
          </a:xfrm>
          <a:prstGeom prst="rect">
            <a:avLst/>
          </a:prstGeom>
        </p:spPr>
        <p:txBody>
          <a:bodyPr>
            <a:noAutofit/>
          </a:bodyPr>
          <a:lstStyle>
            <a:lvl1pPr marL="0" indent="0">
              <a:spcBef>
                <a:spcPts val="300"/>
              </a:spcBef>
              <a:spcAft>
                <a:spcPts val="300"/>
              </a:spcAft>
              <a:buNone/>
              <a:defRPr sz="1400">
                <a:solidFill>
                  <a:schemeClr val="tx1"/>
                </a:solidFill>
              </a:defRPr>
            </a:lvl1pPr>
            <a:lvl2pPr>
              <a:defRPr sz="1400"/>
            </a:lvl2pPr>
            <a:lvl3pPr>
              <a:defRPr sz="1400"/>
            </a:lvl3pPr>
            <a:lvl4pPr>
              <a:defRPr sz="1400"/>
            </a:lvl4pPr>
            <a:lvl5pPr>
              <a:defRPr sz="1400"/>
            </a:lvl5pPr>
          </a:lstStyle>
          <a:p>
            <a:pPr lvl="0"/>
            <a:r>
              <a:rPr lang="en-US" b="0">
                <a:solidFill>
                  <a:schemeClr val="tx1"/>
                </a:solidFill>
                <a:latin typeface="AvenirNext LT Pro Regular" panose="020B0504020202020204" pitchFamily="34" charset="0"/>
              </a:rPr>
              <a:t>Item 1 goes here. May extend to 2 lines. Text should be 14pt or larger.</a:t>
            </a:r>
            <a:endParaRPr lang="en-US"/>
          </a:p>
        </p:txBody>
      </p:sp>
      <p:sp>
        <p:nvSpPr>
          <p:cNvPr id="49" name="Text Placeholder 33">
            <a:extLst>
              <a:ext uri="{FF2B5EF4-FFF2-40B4-BE49-F238E27FC236}">
                <a16:creationId xmlns:a16="http://schemas.microsoft.com/office/drawing/2014/main" id="{A28B2C67-B6E5-06F5-0734-BC1CF2144B2E}"/>
              </a:ext>
            </a:extLst>
          </p:cNvPr>
          <p:cNvSpPr>
            <a:spLocks noGrp="1"/>
          </p:cNvSpPr>
          <p:nvPr>
            <p:ph type="body" sz="quarter" idx="33" hasCustomPrompt="1"/>
          </p:nvPr>
        </p:nvSpPr>
        <p:spPr>
          <a:xfrm>
            <a:off x="5094383" y="4003517"/>
            <a:ext cx="2892425" cy="568483"/>
          </a:xfrm>
          <a:prstGeom prst="rect">
            <a:avLst/>
          </a:prstGeom>
        </p:spPr>
        <p:txBody>
          <a:bodyPr>
            <a:noAutofit/>
          </a:bodyPr>
          <a:lstStyle>
            <a:lvl1pPr marL="0" indent="0">
              <a:spcBef>
                <a:spcPts val="300"/>
              </a:spcBef>
              <a:spcAft>
                <a:spcPts val="300"/>
              </a:spcAft>
              <a:buNone/>
              <a:defRPr sz="1400">
                <a:solidFill>
                  <a:schemeClr val="tx1"/>
                </a:solidFill>
              </a:defRPr>
            </a:lvl1pPr>
            <a:lvl2pPr>
              <a:defRPr sz="1400"/>
            </a:lvl2pPr>
            <a:lvl3pPr>
              <a:defRPr sz="1400"/>
            </a:lvl3pPr>
            <a:lvl4pPr>
              <a:defRPr sz="1400"/>
            </a:lvl4pPr>
            <a:lvl5pPr>
              <a:defRPr sz="1400"/>
            </a:lvl5pPr>
          </a:lstStyle>
          <a:p>
            <a:pPr lvl="0"/>
            <a:r>
              <a:rPr lang="en-US" b="0">
                <a:solidFill>
                  <a:schemeClr val="tx1"/>
                </a:solidFill>
                <a:latin typeface="AvenirNext LT Pro Regular" panose="020B0504020202020204" pitchFamily="34" charset="0"/>
              </a:rPr>
              <a:t>Item 1 goes here. May extend to 2 lines. Text should be 14pt or larger.</a:t>
            </a:r>
            <a:endParaRPr lang="en-US"/>
          </a:p>
        </p:txBody>
      </p:sp>
      <p:sp>
        <p:nvSpPr>
          <p:cNvPr id="50" name="Text Placeholder 33">
            <a:extLst>
              <a:ext uri="{FF2B5EF4-FFF2-40B4-BE49-F238E27FC236}">
                <a16:creationId xmlns:a16="http://schemas.microsoft.com/office/drawing/2014/main" id="{DE358697-AAFA-0ABB-12A1-EF8070F33FCC}"/>
              </a:ext>
            </a:extLst>
          </p:cNvPr>
          <p:cNvSpPr>
            <a:spLocks noGrp="1"/>
          </p:cNvSpPr>
          <p:nvPr>
            <p:ph type="body" sz="quarter" idx="34" hasCustomPrompt="1"/>
          </p:nvPr>
        </p:nvSpPr>
        <p:spPr>
          <a:xfrm>
            <a:off x="5063984" y="5213467"/>
            <a:ext cx="2892425" cy="523655"/>
          </a:xfrm>
          <a:prstGeom prst="rect">
            <a:avLst/>
          </a:prstGeom>
        </p:spPr>
        <p:txBody>
          <a:bodyPr>
            <a:noAutofit/>
          </a:bodyPr>
          <a:lstStyle>
            <a:lvl1pPr marL="0" indent="0">
              <a:spcBef>
                <a:spcPts val="300"/>
              </a:spcBef>
              <a:spcAft>
                <a:spcPts val="300"/>
              </a:spcAft>
              <a:buNone/>
              <a:defRPr sz="1400">
                <a:solidFill>
                  <a:schemeClr val="tx1"/>
                </a:solidFill>
              </a:defRPr>
            </a:lvl1pPr>
            <a:lvl2pPr>
              <a:defRPr sz="1400"/>
            </a:lvl2pPr>
            <a:lvl3pPr>
              <a:defRPr sz="1400"/>
            </a:lvl3pPr>
            <a:lvl4pPr>
              <a:defRPr sz="1400"/>
            </a:lvl4pPr>
            <a:lvl5pPr>
              <a:defRPr sz="1400"/>
            </a:lvl5pPr>
          </a:lstStyle>
          <a:p>
            <a:pPr lvl="0"/>
            <a:r>
              <a:rPr lang="en-US" b="0">
                <a:solidFill>
                  <a:schemeClr val="tx1"/>
                </a:solidFill>
                <a:latin typeface="AvenirNext LT Pro Regular" panose="020B0504020202020204" pitchFamily="34" charset="0"/>
              </a:rPr>
              <a:t>Item 1 goes here. May extend to 2 lines. Text should be 14pt or larger.</a:t>
            </a:r>
            <a:endParaRPr lang="en-US"/>
          </a:p>
        </p:txBody>
      </p:sp>
      <p:sp>
        <p:nvSpPr>
          <p:cNvPr id="51" name="Text Placeholder 21">
            <a:extLst>
              <a:ext uri="{FF2B5EF4-FFF2-40B4-BE49-F238E27FC236}">
                <a16:creationId xmlns:a16="http://schemas.microsoft.com/office/drawing/2014/main" id="{DF52BEAF-2E08-6B2D-F983-8353F89C127D}"/>
              </a:ext>
            </a:extLst>
          </p:cNvPr>
          <p:cNvSpPr>
            <a:spLocks noGrp="1"/>
          </p:cNvSpPr>
          <p:nvPr>
            <p:ph type="body" sz="quarter" idx="35" hasCustomPrompt="1"/>
          </p:nvPr>
        </p:nvSpPr>
        <p:spPr>
          <a:xfrm>
            <a:off x="4244018" y="3782961"/>
            <a:ext cx="749848" cy="618058"/>
          </a:xfrm>
        </p:spPr>
        <p:txBody>
          <a:bodyPr>
            <a:noAutofit/>
          </a:bodyPr>
          <a:lstStyle>
            <a:lvl1pPr marL="0" indent="0">
              <a:buNone/>
              <a:defRPr sz="4000">
                <a:solidFill>
                  <a:schemeClr val="bg2"/>
                </a:solidFill>
                <a:latin typeface="+mj-lt"/>
              </a:defRPr>
            </a:lvl1pPr>
          </a:lstStyle>
          <a:p>
            <a:pPr lvl="0"/>
            <a:r>
              <a:rPr lang="en-US"/>
              <a:t>Nu</a:t>
            </a:r>
          </a:p>
        </p:txBody>
      </p:sp>
      <p:sp>
        <p:nvSpPr>
          <p:cNvPr id="52" name="Text Placeholder 21">
            <a:extLst>
              <a:ext uri="{FF2B5EF4-FFF2-40B4-BE49-F238E27FC236}">
                <a16:creationId xmlns:a16="http://schemas.microsoft.com/office/drawing/2014/main" id="{EC3B7F01-E61F-0BF4-4915-E74FD4C17834}"/>
              </a:ext>
            </a:extLst>
          </p:cNvPr>
          <p:cNvSpPr>
            <a:spLocks noGrp="1"/>
          </p:cNvSpPr>
          <p:nvPr>
            <p:ph type="body" sz="quarter" idx="36" hasCustomPrompt="1"/>
          </p:nvPr>
        </p:nvSpPr>
        <p:spPr>
          <a:xfrm>
            <a:off x="4244018" y="5105400"/>
            <a:ext cx="749848" cy="618058"/>
          </a:xfrm>
        </p:spPr>
        <p:txBody>
          <a:bodyPr>
            <a:noAutofit/>
          </a:bodyPr>
          <a:lstStyle>
            <a:lvl1pPr marL="0" indent="0">
              <a:buNone/>
              <a:defRPr sz="4000">
                <a:solidFill>
                  <a:schemeClr val="bg2"/>
                </a:solidFill>
                <a:latin typeface="+mj-lt"/>
              </a:defRPr>
            </a:lvl1pPr>
          </a:lstStyle>
          <a:p>
            <a:pPr lvl="0"/>
            <a:r>
              <a:rPr lang="en-US"/>
              <a:t>Nu</a:t>
            </a:r>
          </a:p>
        </p:txBody>
      </p:sp>
    </p:spTree>
    <p:extLst>
      <p:ext uri="{BB962C8B-B14F-4D97-AF65-F5344CB8AC3E}">
        <p14:creationId xmlns:p14="http://schemas.microsoft.com/office/powerpoint/2010/main" val="400029279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Agenda Slide wo Picture Light">
    <p:spTree>
      <p:nvGrpSpPr>
        <p:cNvPr id="1" name=""/>
        <p:cNvGrpSpPr/>
        <p:nvPr/>
      </p:nvGrpSpPr>
      <p:grpSpPr>
        <a:xfrm>
          <a:off x="0" y="0"/>
          <a:ext cx="0" cy="0"/>
          <a:chOff x="0" y="0"/>
          <a:chExt cx="0" cy="0"/>
        </a:xfrm>
      </p:grpSpPr>
      <p:sp>
        <p:nvSpPr>
          <p:cNvPr id="46" name="Text Placeholder 33">
            <a:extLst>
              <a:ext uri="{FF2B5EF4-FFF2-40B4-BE49-F238E27FC236}">
                <a16:creationId xmlns:a16="http://schemas.microsoft.com/office/drawing/2014/main" id="{EDF0911B-D26F-A580-AAD3-E9EC8204D01B}"/>
              </a:ext>
            </a:extLst>
          </p:cNvPr>
          <p:cNvSpPr>
            <a:spLocks noGrp="1"/>
          </p:cNvSpPr>
          <p:nvPr>
            <p:ph type="body" sz="quarter" idx="11"/>
          </p:nvPr>
        </p:nvSpPr>
        <p:spPr>
          <a:xfrm>
            <a:off x="502435" y="2612187"/>
            <a:ext cx="2162149" cy="501552"/>
          </a:xfrm>
          <a:prstGeom prst="rect">
            <a:avLst/>
          </a:prstGeom>
        </p:spPr>
        <p:txBody>
          <a:bodyPr>
            <a:noAutofit/>
          </a:bodyPr>
          <a:lstStyle>
            <a:lvl1pPr marL="0" indent="0">
              <a:buNone/>
              <a:defRPr sz="1400">
                <a:solidFill>
                  <a:srgbClr val="23004B"/>
                </a:solidFill>
                <a:latin typeface="+mn-lt"/>
              </a:defRPr>
            </a:lvl1pPr>
            <a:lvl2pPr>
              <a:defRPr sz="1400"/>
            </a:lvl2pPr>
            <a:lvl3pPr>
              <a:defRPr sz="1400"/>
            </a:lvl3pPr>
            <a:lvl4pPr>
              <a:defRPr sz="1400"/>
            </a:lvl4pPr>
            <a:lvl5pPr>
              <a:defRPr sz="1400"/>
            </a:lvl5pPr>
          </a:lstStyle>
          <a:p>
            <a:pPr lvl="0"/>
            <a:r>
              <a:rPr lang="en-US"/>
              <a:t>Click to edit Master text styles</a:t>
            </a:r>
          </a:p>
        </p:txBody>
      </p:sp>
      <p:sp>
        <p:nvSpPr>
          <p:cNvPr id="50" name="Title 42">
            <a:extLst>
              <a:ext uri="{FF2B5EF4-FFF2-40B4-BE49-F238E27FC236}">
                <a16:creationId xmlns:a16="http://schemas.microsoft.com/office/drawing/2014/main" id="{4F37CB78-1812-11B6-8CCD-2C0D0CA9EDEA}"/>
              </a:ext>
            </a:extLst>
          </p:cNvPr>
          <p:cNvSpPr>
            <a:spLocks noGrp="1"/>
          </p:cNvSpPr>
          <p:nvPr>
            <p:ph type="title" hasCustomPrompt="1"/>
          </p:nvPr>
        </p:nvSpPr>
        <p:spPr>
          <a:xfrm>
            <a:off x="274320" y="274320"/>
            <a:ext cx="5220254" cy="463094"/>
          </a:xfrm>
          <a:prstGeom prst="rect">
            <a:avLst/>
          </a:prstGeom>
        </p:spPr>
        <p:txBody>
          <a:bodyPr anchor="ctr">
            <a:normAutofit/>
          </a:bodyPr>
          <a:lstStyle>
            <a:lvl1pPr>
              <a:lnSpc>
                <a:spcPct val="100000"/>
              </a:lnSpc>
              <a:defRPr sz="1800">
                <a:solidFill>
                  <a:srgbClr val="320FFF"/>
                </a:solidFill>
                <a:latin typeface="+mj-lt"/>
              </a:defRPr>
            </a:lvl1pPr>
          </a:lstStyle>
          <a:p>
            <a:r>
              <a:rPr lang="en-US"/>
              <a:t>Title</a:t>
            </a:r>
          </a:p>
        </p:txBody>
      </p:sp>
      <p:sp>
        <p:nvSpPr>
          <p:cNvPr id="74" name="Text Placeholder 21">
            <a:extLst>
              <a:ext uri="{FF2B5EF4-FFF2-40B4-BE49-F238E27FC236}">
                <a16:creationId xmlns:a16="http://schemas.microsoft.com/office/drawing/2014/main" id="{927ED464-CC36-BC4B-A7E6-CFFEA540A278}"/>
              </a:ext>
            </a:extLst>
          </p:cNvPr>
          <p:cNvSpPr>
            <a:spLocks noGrp="1"/>
          </p:cNvSpPr>
          <p:nvPr>
            <p:ph type="body" sz="quarter" idx="15" hasCustomPrompt="1"/>
          </p:nvPr>
        </p:nvSpPr>
        <p:spPr>
          <a:xfrm>
            <a:off x="1015234" y="1447203"/>
            <a:ext cx="1625556" cy="965683"/>
          </a:xfrm>
        </p:spPr>
        <p:txBody>
          <a:bodyPr>
            <a:noAutofit/>
          </a:bodyPr>
          <a:lstStyle>
            <a:lvl1pPr marL="0" indent="0">
              <a:buNone/>
              <a:defRPr sz="5400">
                <a:solidFill>
                  <a:srgbClr val="23004B"/>
                </a:solidFill>
                <a:latin typeface="+mj-lt"/>
              </a:defRPr>
            </a:lvl1pPr>
          </a:lstStyle>
          <a:p>
            <a:pPr lvl="0"/>
            <a:r>
              <a:rPr lang="en-US"/>
              <a:t>No</a:t>
            </a:r>
          </a:p>
        </p:txBody>
      </p:sp>
      <p:sp>
        <p:nvSpPr>
          <p:cNvPr id="77" name="Text Placeholder 33">
            <a:extLst>
              <a:ext uri="{FF2B5EF4-FFF2-40B4-BE49-F238E27FC236}">
                <a16:creationId xmlns:a16="http://schemas.microsoft.com/office/drawing/2014/main" id="{0521103C-22BF-4BB9-B6BD-D55EDFB0F4F9}"/>
              </a:ext>
            </a:extLst>
          </p:cNvPr>
          <p:cNvSpPr>
            <a:spLocks noGrp="1"/>
          </p:cNvSpPr>
          <p:nvPr>
            <p:ph type="body" sz="quarter" idx="16"/>
          </p:nvPr>
        </p:nvSpPr>
        <p:spPr>
          <a:xfrm>
            <a:off x="3502710" y="2612187"/>
            <a:ext cx="2162143" cy="501552"/>
          </a:xfrm>
          <a:prstGeom prst="rect">
            <a:avLst/>
          </a:prstGeom>
        </p:spPr>
        <p:txBody>
          <a:bodyPr>
            <a:noAutofit/>
          </a:bodyPr>
          <a:lstStyle>
            <a:lvl1pPr marL="0" indent="0">
              <a:buNone/>
              <a:defRPr sz="1400">
                <a:solidFill>
                  <a:srgbClr val="23004B"/>
                </a:solidFill>
                <a:latin typeface="+mn-lt"/>
              </a:defRPr>
            </a:lvl1pPr>
            <a:lvl2pPr>
              <a:defRPr sz="1400"/>
            </a:lvl2pPr>
            <a:lvl3pPr>
              <a:defRPr sz="1400"/>
            </a:lvl3pPr>
            <a:lvl4pPr>
              <a:defRPr sz="1400"/>
            </a:lvl4pPr>
            <a:lvl5pPr>
              <a:defRPr sz="1400"/>
            </a:lvl5pPr>
          </a:lstStyle>
          <a:p>
            <a:pPr lvl="0"/>
            <a:r>
              <a:rPr lang="en-US"/>
              <a:t>Click to edit Master text styles</a:t>
            </a:r>
          </a:p>
        </p:txBody>
      </p:sp>
      <p:sp>
        <p:nvSpPr>
          <p:cNvPr id="78" name="Text Placeholder 21">
            <a:extLst>
              <a:ext uri="{FF2B5EF4-FFF2-40B4-BE49-F238E27FC236}">
                <a16:creationId xmlns:a16="http://schemas.microsoft.com/office/drawing/2014/main" id="{7B5C4E8A-6E0F-710C-C576-E710F208E4B9}"/>
              </a:ext>
            </a:extLst>
          </p:cNvPr>
          <p:cNvSpPr>
            <a:spLocks noGrp="1"/>
          </p:cNvSpPr>
          <p:nvPr>
            <p:ph type="body" sz="quarter" idx="17" hasCustomPrompt="1"/>
          </p:nvPr>
        </p:nvSpPr>
        <p:spPr>
          <a:xfrm>
            <a:off x="4015502" y="1447203"/>
            <a:ext cx="1625556" cy="965683"/>
          </a:xfrm>
        </p:spPr>
        <p:txBody>
          <a:bodyPr>
            <a:noAutofit/>
          </a:bodyPr>
          <a:lstStyle>
            <a:lvl1pPr marL="0" indent="0">
              <a:buNone/>
              <a:defRPr sz="5400">
                <a:solidFill>
                  <a:srgbClr val="23004B"/>
                </a:solidFill>
                <a:latin typeface="+mj-lt"/>
              </a:defRPr>
            </a:lvl1pPr>
          </a:lstStyle>
          <a:p>
            <a:pPr lvl="0"/>
            <a:r>
              <a:rPr lang="en-US"/>
              <a:t>No</a:t>
            </a:r>
          </a:p>
        </p:txBody>
      </p:sp>
      <p:sp>
        <p:nvSpPr>
          <p:cNvPr id="80" name="Text Placeholder 33">
            <a:extLst>
              <a:ext uri="{FF2B5EF4-FFF2-40B4-BE49-F238E27FC236}">
                <a16:creationId xmlns:a16="http://schemas.microsoft.com/office/drawing/2014/main" id="{76BDAD69-175F-4F85-B2DC-B88783E437DD}"/>
              </a:ext>
            </a:extLst>
          </p:cNvPr>
          <p:cNvSpPr>
            <a:spLocks noGrp="1"/>
          </p:cNvSpPr>
          <p:nvPr>
            <p:ph type="body" sz="quarter" idx="18"/>
          </p:nvPr>
        </p:nvSpPr>
        <p:spPr>
          <a:xfrm>
            <a:off x="6502979" y="2612187"/>
            <a:ext cx="2129488" cy="501552"/>
          </a:xfrm>
          <a:prstGeom prst="rect">
            <a:avLst/>
          </a:prstGeom>
        </p:spPr>
        <p:txBody>
          <a:bodyPr>
            <a:noAutofit/>
          </a:bodyPr>
          <a:lstStyle>
            <a:lvl1pPr marL="0" indent="0">
              <a:buNone/>
              <a:defRPr sz="1400">
                <a:solidFill>
                  <a:srgbClr val="23004B"/>
                </a:solidFill>
                <a:latin typeface="+mn-lt"/>
              </a:defRPr>
            </a:lvl1pPr>
            <a:lvl2pPr>
              <a:defRPr sz="1400"/>
            </a:lvl2pPr>
            <a:lvl3pPr>
              <a:defRPr sz="1400"/>
            </a:lvl3pPr>
            <a:lvl4pPr>
              <a:defRPr sz="1400"/>
            </a:lvl4pPr>
            <a:lvl5pPr>
              <a:defRPr sz="1400"/>
            </a:lvl5pPr>
          </a:lstStyle>
          <a:p>
            <a:pPr lvl="0"/>
            <a:r>
              <a:rPr lang="en-US"/>
              <a:t>Click to edit Master text styles</a:t>
            </a:r>
          </a:p>
        </p:txBody>
      </p:sp>
      <p:sp>
        <p:nvSpPr>
          <p:cNvPr id="81" name="Text Placeholder 21">
            <a:extLst>
              <a:ext uri="{FF2B5EF4-FFF2-40B4-BE49-F238E27FC236}">
                <a16:creationId xmlns:a16="http://schemas.microsoft.com/office/drawing/2014/main" id="{98989A6B-3FB2-B100-A0EA-EC4340D111FD}"/>
              </a:ext>
            </a:extLst>
          </p:cNvPr>
          <p:cNvSpPr>
            <a:spLocks noGrp="1"/>
          </p:cNvSpPr>
          <p:nvPr>
            <p:ph type="body" sz="quarter" idx="19" hasCustomPrompt="1"/>
          </p:nvPr>
        </p:nvSpPr>
        <p:spPr>
          <a:xfrm>
            <a:off x="7032791" y="1447203"/>
            <a:ext cx="1625556" cy="965683"/>
          </a:xfrm>
        </p:spPr>
        <p:txBody>
          <a:bodyPr>
            <a:noAutofit/>
          </a:bodyPr>
          <a:lstStyle>
            <a:lvl1pPr marL="0" indent="0">
              <a:buNone/>
              <a:defRPr sz="5400">
                <a:solidFill>
                  <a:srgbClr val="23004B"/>
                </a:solidFill>
                <a:latin typeface="+mj-lt"/>
              </a:defRPr>
            </a:lvl1pPr>
          </a:lstStyle>
          <a:p>
            <a:pPr lvl="0"/>
            <a:r>
              <a:rPr lang="en-US"/>
              <a:t>No</a:t>
            </a:r>
          </a:p>
        </p:txBody>
      </p:sp>
      <p:sp>
        <p:nvSpPr>
          <p:cNvPr id="83" name="Text Placeholder 33">
            <a:extLst>
              <a:ext uri="{FF2B5EF4-FFF2-40B4-BE49-F238E27FC236}">
                <a16:creationId xmlns:a16="http://schemas.microsoft.com/office/drawing/2014/main" id="{A000DCFA-75CD-D05A-9DD6-9569A4C754B9}"/>
              </a:ext>
            </a:extLst>
          </p:cNvPr>
          <p:cNvSpPr>
            <a:spLocks noGrp="1"/>
          </p:cNvSpPr>
          <p:nvPr>
            <p:ph type="body" sz="quarter" idx="20"/>
          </p:nvPr>
        </p:nvSpPr>
        <p:spPr>
          <a:xfrm>
            <a:off x="9470593" y="2612187"/>
            <a:ext cx="2175265" cy="501552"/>
          </a:xfrm>
          <a:prstGeom prst="rect">
            <a:avLst/>
          </a:prstGeom>
        </p:spPr>
        <p:txBody>
          <a:bodyPr>
            <a:noAutofit/>
          </a:bodyPr>
          <a:lstStyle>
            <a:lvl1pPr marL="0" indent="0">
              <a:buNone/>
              <a:defRPr sz="1400">
                <a:solidFill>
                  <a:srgbClr val="23004B"/>
                </a:solidFill>
                <a:latin typeface="+mn-lt"/>
              </a:defRPr>
            </a:lvl1pPr>
            <a:lvl2pPr>
              <a:defRPr sz="1400"/>
            </a:lvl2pPr>
            <a:lvl3pPr>
              <a:defRPr sz="1400"/>
            </a:lvl3pPr>
            <a:lvl4pPr>
              <a:defRPr sz="1400"/>
            </a:lvl4pPr>
            <a:lvl5pPr>
              <a:defRPr sz="1400"/>
            </a:lvl5pPr>
          </a:lstStyle>
          <a:p>
            <a:pPr lvl="0"/>
            <a:r>
              <a:rPr lang="en-US"/>
              <a:t>Click to edit Master text styles</a:t>
            </a:r>
          </a:p>
        </p:txBody>
      </p:sp>
      <p:sp>
        <p:nvSpPr>
          <p:cNvPr id="84" name="Text Placeholder 21">
            <a:extLst>
              <a:ext uri="{FF2B5EF4-FFF2-40B4-BE49-F238E27FC236}">
                <a16:creationId xmlns:a16="http://schemas.microsoft.com/office/drawing/2014/main" id="{C5FC1D18-0391-E52B-A455-57A608E84EC7}"/>
              </a:ext>
            </a:extLst>
          </p:cNvPr>
          <p:cNvSpPr>
            <a:spLocks noGrp="1"/>
          </p:cNvSpPr>
          <p:nvPr>
            <p:ph type="body" sz="quarter" idx="21" hasCustomPrompt="1"/>
          </p:nvPr>
        </p:nvSpPr>
        <p:spPr>
          <a:xfrm>
            <a:off x="9993076" y="1447203"/>
            <a:ext cx="1625556" cy="965683"/>
          </a:xfrm>
        </p:spPr>
        <p:txBody>
          <a:bodyPr>
            <a:noAutofit/>
          </a:bodyPr>
          <a:lstStyle>
            <a:lvl1pPr marL="0" indent="0">
              <a:buNone/>
              <a:defRPr sz="5400">
                <a:solidFill>
                  <a:srgbClr val="23004B"/>
                </a:solidFill>
                <a:latin typeface="+mj-lt"/>
              </a:defRPr>
            </a:lvl1pPr>
          </a:lstStyle>
          <a:p>
            <a:pPr lvl="0"/>
            <a:r>
              <a:rPr lang="en-US"/>
              <a:t>No</a:t>
            </a:r>
          </a:p>
        </p:txBody>
      </p:sp>
      <p:sp>
        <p:nvSpPr>
          <p:cNvPr id="18" name="Text Placeholder 33">
            <a:extLst>
              <a:ext uri="{FF2B5EF4-FFF2-40B4-BE49-F238E27FC236}">
                <a16:creationId xmlns:a16="http://schemas.microsoft.com/office/drawing/2014/main" id="{96C47904-F97F-F8DA-45CA-762B3C9DE4FA}"/>
              </a:ext>
            </a:extLst>
          </p:cNvPr>
          <p:cNvSpPr>
            <a:spLocks noGrp="1"/>
          </p:cNvSpPr>
          <p:nvPr>
            <p:ph type="body" sz="quarter" idx="22"/>
          </p:nvPr>
        </p:nvSpPr>
        <p:spPr>
          <a:xfrm>
            <a:off x="502435" y="4601625"/>
            <a:ext cx="2162149" cy="501552"/>
          </a:xfrm>
          <a:prstGeom prst="rect">
            <a:avLst/>
          </a:prstGeom>
        </p:spPr>
        <p:txBody>
          <a:bodyPr>
            <a:noAutofit/>
          </a:bodyPr>
          <a:lstStyle>
            <a:lvl1pPr marL="0" indent="0">
              <a:buNone/>
              <a:defRPr sz="1400">
                <a:solidFill>
                  <a:srgbClr val="23004B"/>
                </a:solidFill>
                <a:latin typeface="+mn-lt"/>
              </a:defRPr>
            </a:lvl1pPr>
            <a:lvl2pPr>
              <a:defRPr sz="1400"/>
            </a:lvl2pPr>
            <a:lvl3pPr>
              <a:defRPr sz="1400"/>
            </a:lvl3pPr>
            <a:lvl4pPr>
              <a:defRPr sz="1400"/>
            </a:lvl4pPr>
            <a:lvl5pPr>
              <a:defRPr sz="1400"/>
            </a:lvl5pPr>
          </a:lstStyle>
          <a:p>
            <a:pPr lvl="0"/>
            <a:r>
              <a:rPr lang="en-US"/>
              <a:t>Click to edit Master text styles</a:t>
            </a:r>
          </a:p>
        </p:txBody>
      </p:sp>
      <p:sp>
        <p:nvSpPr>
          <p:cNvPr id="19" name="Text Placeholder 21">
            <a:extLst>
              <a:ext uri="{FF2B5EF4-FFF2-40B4-BE49-F238E27FC236}">
                <a16:creationId xmlns:a16="http://schemas.microsoft.com/office/drawing/2014/main" id="{B66B75F0-186B-A5CD-DEE6-4BAF874AA407}"/>
              </a:ext>
            </a:extLst>
          </p:cNvPr>
          <p:cNvSpPr>
            <a:spLocks noGrp="1"/>
          </p:cNvSpPr>
          <p:nvPr>
            <p:ph type="body" sz="quarter" idx="23" hasCustomPrompt="1"/>
          </p:nvPr>
        </p:nvSpPr>
        <p:spPr>
          <a:xfrm>
            <a:off x="1015234" y="3436641"/>
            <a:ext cx="1625556" cy="965683"/>
          </a:xfrm>
        </p:spPr>
        <p:txBody>
          <a:bodyPr>
            <a:noAutofit/>
          </a:bodyPr>
          <a:lstStyle>
            <a:lvl1pPr marL="0" indent="0">
              <a:buNone/>
              <a:defRPr sz="5400">
                <a:solidFill>
                  <a:srgbClr val="23004B"/>
                </a:solidFill>
                <a:latin typeface="+mj-lt"/>
              </a:defRPr>
            </a:lvl1pPr>
          </a:lstStyle>
          <a:p>
            <a:pPr lvl="0"/>
            <a:r>
              <a:rPr lang="en-US"/>
              <a:t>No</a:t>
            </a:r>
          </a:p>
        </p:txBody>
      </p:sp>
      <p:sp>
        <p:nvSpPr>
          <p:cNvPr id="21" name="Text Placeholder 33">
            <a:extLst>
              <a:ext uri="{FF2B5EF4-FFF2-40B4-BE49-F238E27FC236}">
                <a16:creationId xmlns:a16="http://schemas.microsoft.com/office/drawing/2014/main" id="{1730E3AB-63C1-43B9-8DA1-3B02DCA0EB54}"/>
              </a:ext>
            </a:extLst>
          </p:cNvPr>
          <p:cNvSpPr>
            <a:spLocks noGrp="1"/>
          </p:cNvSpPr>
          <p:nvPr>
            <p:ph type="body" sz="quarter" idx="24"/>
          </p:nvPr>
        </p:nvSpPr>
        <p:spPr>
          <a:xfrm>
            <a:off x="3502710" y="4601625"/>
            <a:ext cx="2162143" cy="501552"/>
          </a:xfrm>
          <a:prstGeom prst="rect">
            <a:avLst/>
          </a:prstGeom>
        </p:spPr>
        <p:txBody>
          <a:bodyPr>
            <a:noAutofit/>
          </a:bodyPr>
          <a:lstStyle>
            <a:lvl1pPr marL="0" indent="0">
              <a:buNone/>
              <a:defRPr sz="1400">
                <a:solidFill>
                  <a:srgbClr val="23004B"/>
                </a:solidFill>
                <a:latin typeface="+mn-lt"/>
              </a:defRPr>
            </a:lvl1pPr>
            <a:lvl2pPr>
              <a:defRPr sz="1400"/>
            </a:lvl2pPr>
            <a:lvl3pPr>
              <a:defRPr sz="1400"/>
            </a:lvl3pPr>
            <a:lvl4pPr>
              <a:defRPr sz="1400"/>
            </a:lvl4pPr>
            <a:lvl5pPr>
              <a:defRPr sz="1400"/>
            </a:lvl5pPr>
          </a:lstStyle>
          <a:p>
            <a:pPr lvl="0"/>
            <a:r>
              <a:rPr lang="en-US"/>
              <a:t>Click to edit Master text styles</a:t>
            </a:r>
          </a:p>
        </p:txBody>
      </p:sp>
      <p:sp>
        <p:nvSpPr>
          <p:cNvPr id="22" name="Text Placeholder 21">
            <a:extLst>
              <a:ext uri="{FF2B5EF4-FFF2-40B4-BE49-F238E27FC236}">
                <a16:creationId xmlns:a16="http://schemas.microsoft.com/office/drawing/2014/main" id="{68A61516-3D2F-0F48-6EF3-231C16840B56}"/>
              </a:ext>
            </a:extLst>
          </p:cNvPr>
          <p:cNvSpPr>
            <a:spLocks noGrp="1"/>
          </p:cNvSpPr>
          <p:nvPr>
            <p:ph type="body" sz="quarter" idx="25" hasCustomPrompt="1"/>
          </p:nvPr>
        </p:nvSpPr>
        <p:spPr>
          <a:xfrm>
            <a:off x="4015502" y="3436641"/>
            <a:ext cx="1625556" cy="965683"/>
          </a:xfrm>
        </p:spPr>
        <p:txBody>
          <a:bodyPr>
            <a:noAutofit/>
          </a:bodyPr>
          <a:lstStyle>
            <a:lvl1pPr marL="0" indent="0">
              <a:buNone/>
              <a:defRPr sz="5400">
                <a:solidFill>
                  <a:srgbClr val="23004B"/>
                </a:solidFill>
                <a:latin typeface="+mj-lt"/>
              </a:defRPr>
            </a:lvl1pPr>
          </a:lstStyle>
          <a:p>
            <a:pPr lvl="0"/>
            <a:r>
              <a:rPr lang="en-US"/>
              <a:t>No</a:t>
            </a:r>
          </a:p>
        </p:txBody>
      </p:sp>
      <p:sp>
        <p:nvSpPr>
          <p:cNvPr id="24" name="Text Placeholder 33">
            <a:extLst>
              <a:ext uri="{FF2B5EF4-FFF2-40B4-BE49-F238E27FC236}">
                <a16:creationId xmlns:a16="http://schemas.microsoft.com/office/drawing/2014/main" id="{8F605FF9-3446-3A22-2B3D-DEA400D4ED9A}"/>
              </a:ext>
            </a:extLst>
          </p:cNvPr>
          <p:cNvSpPr>
            <a:spLocks noGrp="1"/>
          </p:cNvSpPr>
          <p:nvPr>
            <p:ph type="body" sz="quarter" idx="26"/>
          </p:nvPr>
        </p:nvSpPr>
        <p:spPr>
          <a:xfrm>
            <a:off x="6502979" y="4601625"/>
            <a:ext cx="2129488" cy="501552"/>
          </a:xfrm>
          <a:prstGeom prst="rect">
            <a:avLst/>
          </a:prstGeom>
        </p:spPr>
        <p:txBody>
          <a:bodyPr>
            <a:noAutofit/>
          </a:bodyPr>
          <a:lstStyle>
            <a:lvl1pPr marL="0" indent="0">
              <a:buNone/>
              <a:defRPr sz="1400">
                <a:solidFill>
                  <a:srgbClr val="23004B"/>
                </a:solidFill>
                <a:latin typeface="+mn-lt"/>
              </a:defRPr>
            </a:lvl1pPr>
            <a:lvl2pPr>
              <a:defRPr sz="1400"/>
            </a:lvl2pPr>
            <a:lvl3pPr>
              <a:defRPr sz="1400"/>
            </a:lvl3pPr>
            <a:lvl4pPr>
              <a:defRPr sz="1400"/>
            </a:lvl4pPr>
            <a:lvl5pPr>
              <a:defRPr sz="1400"/>
            </a:lvl5pPr>
          </a:lstStyle>
          <a:p>
            <a:pPr lvl="0"/>
            <a:r>
              <a:rPr lang="en-US"/>
              <a:t>Click to edit Master text styles</a:t>
            </a:r>
          </a:p>
        </p:txBody>
      </p:sp>
      <p:sp>
        <p:nvSpPr>
          <p:cNvPr id="25" name="Text Placeholder 21">
            <a:extLst>
              <a:ext uri="{FF2B5EF4-FFF2-40B4-BE49-F238E27FC236}">
                <a16:creationId xmlns:a16="http://schemas.microsoft.com/office/drawing/2014/main" id="{77F1A1B9-7216-AF3C-8E40-7F6CB504E9AC}"/>
              </a:ext>
            </a:extLst>
          </p:cNvPr>
          <p:cNvSpPr>
            <a:spLocks noGrp="1"/>
          </p:cNvSpPr>
          <p:nvPr>
            <p:ph type="body" sz="quarter" idx="27" hasCustomPrompt="1"/>
          </p:nvPr>
        </p:nvSpPr>
        <p:spPr>
          <a:xfrm>
            <a:off x="7032791" y="3436641"/>
            <a:ext cx="1625556" cy="965683"/>
          </a:xfrm>
        </p:spPr>
        <p:txBody>
          <a:bodyPr>
            <a:noAutofit/>
          </a:bodyPr>
          <a:lstStyle>
            <a:lvl1pPr marL="0" indent="0">
              <a:buNone/>
              <a:defRPr sz="5400">
                <a:solidFill>
                  <a:srgbClr val="23004B"/>
                </a:solidFill>
                <a:latin typeface="+mj-lt"/>
              </a:defRPr>
            </a:lvl1pPr>
          </a:lstStyle>
          <a:p>
            <a:pPr lvl="0"/>
            <a:r>
              <a:rPr lang="en-US"/>
              <a:t>No</a:t>
            </a:r>
          </a:p>
        </p:txBody>
      </p:sp>
      <p:sp>
        <p:nvSpPr>
          <p:cNvPr id="27" name="Text Placeholder 33">
            <a:extLst>
              <a:ext uri="{FF2B5EF4-FFF2-40B4-BE49-F238E27FC236}">
                <a16:creationId xmlns:a16="http://schemas.microsoft.com/office/drawing/2014/main" id="{00BDDD39-0343-1980-333F-DE06336F56AB}"/>
              </a:ext>
            </a:extLst>
          </p:cNvPr>
          <p:cNvSpPr>
            <a:spLocks noGrp="1"/>
          </p:cNvSpPr>
          <p:nvPr>
            <p:ph type="body" sz="quarter" idx="28"/>
          </p:nvPr>
        </p:nvSpPr>
        <p:spPr>
          <a:xfrm>
            <a:off x="9470593" y="4601625"/>
            <a:ext cx="2175265" cy="501552"/>
          </a:xfrm>
          <a:prstGeom prst="rect">
            <a:avLst/>
          </a:prstGeom>
        </p:spPr>
        <p:txBody>
          <a:bodyPr>
            <a:noAutofit/>
          </a:bodyPr>
          <a:lstStyle>
            <a:lvl1pPr marL="0" indent="0">
              <a:buNone/>
              <a:defRPr sz="1400">
                <a:solidFill>
                  <a:srgbClr val="23004B"/>
                </a:solidFill>
                <a:latin typeface="+mn-lt"/>
              </a:defRPr>
            </a:lvl1pPr>
            <a:lvl2pPr>
              <a:defRPr sz="1400"/>
            </a:lvl2pPr>
            <a:lvl3pPr>
              <a:defRPr sz="1400"/>
            </a:lvl3pPr>
            <a:lvl4pPr>
              <a:defRPr sz="1400"/>
            </a:lvl4pPr>
            <a:lvl5pPr>
              <a:defRPr sz="1400"/>
            </a:lvl5pPr>
          </a:lstStyle>
          <a:p>
            <a:pPr lvl="0"/>
            <a:r>
              <a:rPr lang="en-US"/>
              <a:t>Click to edit Master text styles</a:t>
            </a:r>
          </a:p>
        </p:txBody>
      </p:sp>
      <p:sp>
        <p:nvSpPr>
          <p:cNvPr id="28" name="Text Placeholder 21">
            <a:extLst>
              <a:ext uri="{FF2B5EF4-FFF2-40B4-BE49-F238E27FC236}">
                <a16:creationId xmlns:a16="http://schemas.microsoft.com/office/drawing/2014/main" id="{3160038A-4F36-CF42-93F6-FDFA0D2C777E}"/>
              </a:ext>
            </a:extLst>
          </p:cNvPr>
          <p:cNvSpPr>
            <a:spLocks noGrp="1"/>
          </p:cNvSpPr>
          <p:nvPr>
            <p:ph type="body" sz="quarter" idx="29" hasCustomPrompt="1"/>
          </p:nvPr>
        </p:nvSpPr>
        <p:spPr>
          <a:xfrm>
            <a:off x="9993076" y="3436641"/>
            <a:ext cx="1625556" cy="965683"/>
          </a:xfrm>
        </p:spPr>
        <p:txBody>
          <a:bodyPr>
            <a:noAutofit/>
          </a:bodyPr>
          <a:lstStyle>
            <a:lvl1pPr marL="0" indent="0">
              <a:buNone/>
              <a:defRPr sz="5400">
                <a:solidFill>
                  <a:srgbClr val="23004B"/>
                </a:solidFill>
                <a:latin typeface="+mj-lt"/>
              </a:defRPr>
            </a:lvl1pPr>
          </a:lstStyle>
          <a:p>
            <a:pPr lvl="0"/>
            <a:r>
              <a:rPr lang="en-US"/>
              <a:t>No</a:t>
            </a:r>
          </a:p>
        </p:txBody>
      </p:sp>
      <p:grpSp>
        <p:nvGrpSpPr>
          <p:cNvPr id="2" name="Group 1">
            <a:extLst>
              <a:ext uri="{FF2B5EF4-FFF2-40B4-BE49-F238E27FC236}">
                <a16:creationId xmlns:a16="http://schemas.microsoft.com/office/drawing/2014/main" id="{3DE2A2DA-0FD3-5B89-1A3B-B411636083CC}"/>
              </a:ext>
            </a:extLst>
          </p:cNvPr>
          <p:cNvGrpSpPr/>
          <p:nvPr/>
        </p:nvGrpSpPr>
        <p:grpSpPr>
          <a:xfrm>
            <a:off x="10972800" y="274320"/>
            <a:ext cx="732897" cy="319002"/>
            <a:chOff x="10956590" y="246968"/>
            <a:chExt cx="732897" cy="319002"/>
          </a:xfrm>
          <a:solidFill>
            <a:srgbClr val="23004B"/>
          </a:solidFill>
        </p:grpSpPr>
        <p:sp>
          <p:nvSpPr>
            <p:cNvPr id="3" name="Freeform: Shape 6">
              <a:extLst>
                <a:ext uri="{FF2B5EF4-FFF2-40B4-BE49-F238E27FC236}">
                  <a16:creationId xmlns:a16="http://schemas.microsoft.com/office/drawing/2014/main" id="{49DBA44A-9840-9A47-01ED-205FC72F266A}"/>
                </a:ext>
              </a:extLst>
            </p:cNvPr>
            <p:cNvSpPr/>
            <p:nvPr/>
          </p:nvSpPr>
          <p:spPr>
            <a:xfrm>
              <a:off x="11502373" y="368572"/>
              <a:ext cx="152189" cy="197064"/>
            </a:xfrm>
            <a:custGeom>
              <a:avLst/>
              <a:gdLst>
                <a:gd name="connsiteX0" fmla="*/ 573754 w 970738"/>
                <a:gd name="connsiteY0" fmla="*/ 503046 h 1256976"/>
                <a:gd name="connsiteX1" fmla="*/ 309665 w 970738"/>
                <a:gd name="connsiteY1" fmla="*/ 342037 h 1256976"/>
                <a:gd name="connsiteX2" fmla="*/ 479193 w 970738"/>
                <a:gd name="connsiteY2" fmla="*/ 230013 h 1256976"/>
                <a:gd name="connsiteX3" fmla="*/ 728799 w 970738"/>
                <a:gd name="connsiteY3" fmla="*/ 347575 h 1256976"/>
                <a:gd name="connsiteX4" fmla="*/ 898327 w 970738"/>
                <a:gd name="connsiteY4" fmla="*/ 181028 h 1256976"/>
                <a:gd name="connsiteX5" fmla="*/ 479193 w 970738"/>
                <a:gd name="connsiteY5" fmla="*/ 0 h 1256976"/>
                <a:gd name="connsiteX6" fmla="*/ 48558 w 970738"/>
                <a:gd name="connsiteY6" fmla="*/ 356094 h 1256976"/>
                <a:gd name="connsiteX7" fmla="*/ 404652 w 970738"/>
                <a:gd name="connsiteY7" fmla="*/ 726244 h 1256976"/>
                <a:gd name="connsiteX8" fmla="*/ 697705 w 970738"/>
                <a:gd name="connsiteY8" fmla="*/ 895772 h 1256976"/>
                <a:gd name="connsiteX9" fmla="*/ 485156 w 970738"/>
                <a:gd name="connsiteY9" fmla="*/ 1024834 h 1256976"/>
                <a:gd name="connsiteX10" fmla="*/ 174639 w 970738"/>
                <a:gd name="connsiteY10" fmla="*/ 888105 h 1256976"/>
                <a:gd name="connsiteX11" fmla="*/ 0 w 970738"/>
                <a:gd name="connsiteY11" fmla="*/ 1057632 h 1256976"/>
                <a:gd name="connsiteX12" fmla="*/ 502620 w 970738"/>
                <a:gd name="connsiteY12" fmla="*/ 1256977 h 1256976"/>
                <a:gd name="connsiteX13" fmla="*/ 970738 w 970738"/>
                <a:gd name="connsiteY13" fmla="*/ 880863 h 1256976"/>
                <a:gd name="connsiteX14" fmla="*/ 574606 w 970738"/>
                <a:gd name="connsiteY14" fmla="*/ 501768 h 125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70738" h="1256976">
                  <a:moveTo>
                    <a:pt x="573754" y="503046"/>
                  </a:moveTo>
                  <a:cubicBezTo>
                    <a:pt x="384206" y="454062"/>
                    <a:pt x="309665" y="434042"/>
                    <a:pt x="309665" y="342037"/>
                  </a:cubicBezTo>
                  <a:cubicBezTo>
                    <a:pt x="309665" y="270478"/>
                    <a:pt x="370150" y="230013"/>
                    <a:pt x="479193" y="230013"/>
                  </a:cubicBezTo>
                  <a:cubicBezTo>
                    <a:pt x="588236" y="230013"/>
                    <a:pt x="671722" y="281553"/>
                    <a:pt x="728799" y="347575"/>
                  </a:cubicBezTo>
                  <a:lnTo>
                    <a:pt x="898327" y="181028"/>
                  </a:lnTo>
                  <a:cubicBezTo>
                    <a:pt x="806322" y="80504"/>
                    <a:pt x="671722" y="0"/>
                    <a:pt x="479193" y="0"/>
                  </a:cubicBezTo>
                  <a:cubicBezTo>
                    <a:pt x="241087" y="0"/>
                    <a:pt x="48558" y="115006"/>
                    <a:pt x="48558" y="356094"/>
                  </a:cubicBezTo>
                  <a:cubicBezTo>
                    <a:pt x="48558" y="597181"/>
                    <a:pt x="226605" y="677685"/>
                    <a:pt x="404652" y="726244"/>
                  </a:cubicBezTo>
                  <a:cubicBezTo>
                    <a:pt x="608681" y="783747"/>
                    <a:pt x="697705" y="798229"/>
                    <a:pt x="697705" y="895772"/>
                  </a:cubicBezTo>
                  <a:cubicBezTo>
                    <a:pt x="697705" y="976276"/>
                    <a:pt x="631683" y="1024834"/>
                    <a:pt x="485156" y="1024834"/>
                  </a:cubicBezTo>
                  <a:cubicBezTo>
                    <a:pt x="355668" y="1024834"/>
                    <a:pt x="248754" y="981813"/>
                    <a:pt x="174639" y="888105"/>
                  </a:cubicBezTo>
                  <a:lnTo>
                    <a:pt x="0" y="1057632"/>
                  </a:lnTo>
                  <a:cubicBezTo>
                    <a:pt x="93283" y="1166249"/>
                    <a:pt x="263237" y="1256977"/>
                    <a:pt x="502620" y="1256977"/>
                  </a:cubicBezTo>
                  <a:cubicBezTo>
                    <a:pt x="844232" y="1256977"/>
                    <a:pt x="970738" y="1087449"/>
                    <a:pt x="970738" y="880863"/>
                  </a:cubicBezTo>
                  <a:cubicBezTo>
                    <a:pt x="970738" y="625294"/>
                    <a:pt x="764153" y="550753"/>
                    <a:pt x="574606" y="501768"/>
                  </a:cubicBezTo>
                  <a:close/>
                </a:path>
              </a:pathLst>
            </a:custGeom>
            <a:grpFill/>
            <a:ln w="0" cap="flat">
              <a:noFill/>
              <a:prstDash val="solid"/>
              <a:miter/>
            </a:ln>
          </p:spPr>
          <p:txBody>
            <a:bodyPr rtlCol="0" anchor="ctr"/>
            <a:lstStyle/>
            <a:p>
              <a:endParaRPr lang="en-US">
                <a:solidFill>
                  <a:srgbClr val="23004B"/>
                </a:solidFill>
              </a:endParaRPr>
            </a:p>
          </p:txBody>
        </p:sp>
        <p:sp>
          <p:nvSpPr>
            <p:cNvPr id="4" name="Freeform: Shape 7">
              <a:extLst>
                <a:ext uri="{FF2B5EF4-FFF2-40B4-BE49-F238E27FC236}">
                  <a16:creationId xmlns:a16="http://schemas.microsoft.com/office/drawing/2014/main" id="{CCBCFFAC-157C-4087-E25D-3165C33656B9}"/>
                </a:ext>
              </a:extLst>
            </p:cNvPr>
            <p:cNvSpPr/>
            <p:nvPr/>
          </p:nvSpPr>
          <p:spPr>
            <a:xfrm>
              <a:off x="11129146" y="368572"/>
              <a:ext cx="198854" cy="197398"/>
            </a:xfrm>
            <a:custGeom>
              <a:avLst/>
              <a:gdLst>
                <a:gd name="connsiteX0" fmla="*/ 678111 w 1268394"/>
                <a:gd name="connsiteY0" fmla="*/ 1015037 h 1259106"/>
                <a:gd name="connsiteX1" fmla="*/ 1020149 w 1268394"/>
                <a:gd name="connsiteY1" fmla="*/ 885549 h 1259106"/>
                <a:gd name="connsiteX2" fmla="*/ 1189677 w 1268394"/>
                <a:gd name="connsiteY2" fmla="*/ 1063596 h 1259106"/>
                <a:gd name="connsiteX3" fmla="*/ 681093 w 1268394"/>
                <a:gd name="connsiteY3" fmla="*/ 1259106 h 1259106"/>
                <a:gd name="connsiteX4" fmla="*/ 0 w 1268394"/>
                <a:gd name="connsiteY4" fmla="*/ 629553 h 1259106"/>
                <a:gd name="connsiteX5" fmla="*/ 643610 w 1268394"/>
                <a:gd name="connsiteY5" fmla="*/ 0 h 1259106"/>
                <a:gd name="connsiteX6" fmla="*/ 1267199 w 1268394"/>
                <a:gd name="connsiteY6" fmla="*/ 727096 h 1259106"/>
                <a:gd name="connsiteX7" fmla="*/ 295609 w 1268394"/>
                <a:gd name="connsiteY7" fmla="*/ 727096 h 1259106"/>
                <a:gd name="connsiteX8" fmla="*/ 677685 w 1268394"/>
                <a:gd name="connsiteY8" fmla="*/ 1014611 h 1259106"/>
                <a:gd name="connsiteX9" fmla="*/ 974146 w 1268394"/>
                <a:gd name="connsiteY9" fmla="*/ 526473 h 1259106"/>
                <a:gd name="connsiteX10" fmla="*/ 646591 w 1268394"/>
                <a:gd name="connsiteY10" fmla="*/ 241939 h 1259106"/>
                <a:gd name="connsiteX11" fmla="*/ 296035 w 1268394"/>
                <a:gd name="connsiteY11" fmla="*/ 526473 h 1259106"/>
                <a:gd name="connsiteX12" fmla="*/ 974146 w 1268394"/>
                <a:gd name="connsiteY12" fmla="*/ 526473 h 1259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8394" h="1259106">
                  <a:moveTo>
                    <a:pt x="678111" y="1015037"/>
                  </a:moveTo>
                  <a:cubicBezTo>
                    <a:pt x="836139" y="1015037"/>
                    <a:pt x="951145" y="951997"/>
                    <a:pt x="1020149" y="885549"/>
                  </a:cubicBezTo>
                  <a:lnTo>
                    <a:pt x="1189677" y="1063596"/>
                  </a:lnTo>
                  <a:cubicBezTo>
                    <a:pt x="1077652" y="1175620"/>
                    <a:pt x="922606" y="1259106"/>
                    <a:pt x="681093" y="1259106"/>
                  </a:cubicBezTo>
                  <a:cubicBezTo>
                    <a:pt x="267070" y="1259106"/>
                    <a:pt x="0" y="991610"/>
                    <a:pt x="0" y="629553"/>
                  </a:cubicBezTo>
                  <a:cubicBezTo>
                    <a:pt x="0" y="267496"/>
                    <a:pt x="281553" y="0"/>
                    <a:pt x="643610" y="0"/>
                  </a:cubicBezTo>
                  <a:cubicBezTo>
                    <a:pt x="1054651" y="0"/>
                    <a:pt x="1287219" y="304554"/>
                    <a:pt x="1267199" y="727096"/>
                  </a:cubicBezTo>
                  <a:lnTo>
                    <a:pt x="295609" y="727096"/>
                  </a:lnTo>
                  <a:cubicBezTo>
                    <a:pt x="330111" y="902587"/>
                    <a:pt x="456618" y="1014611"/>
                    <a:pt x="677685" y="1014611"/>
                  </a:cubicBezTo>
                  <a:close/>
                  <a:moveTo>
                    <a:pt x="974146" y="526473"/>
                  </a:moveTo>
                  <a:cubicBezTo>
                    <a:pt x="948163" y="362483"/>
                    <a:pt x="847639" y="241939"/>
                    <a:pt x="646591" y="241939"/>
                  </a:cubicBezTo>
                  <a:cubicBezTo>
                    <a:pt x="459599" y="241939"/>
                    <a:pt x="330537" y="345445"/>
                    <a:pt x="296035" y="526473"/>
                  </a:cubicBezTo>
                  <a:lnTo>
                    <a:pt x="974146" y="526473"/>
                  </a:lnTo>
                  <a:close/>
                </a:path>
              </a:pathLst>
            </a:custGeom>
            <a:grpFill/>
            <a:ln w="0" cap="flat">
              <a:noFill/>
              <a:prstDash val="solid"/>
              <a:miter/>
            </a:ln>
          </p:spPr>
          <p:txBody>
            <a:bodyPr rtlCol="0" anchor="ctr"/>
            <a:lstStyle/>
            <a:p>
              <a:endParaRPr lang="en-US">
                <a:solidFill>
                  <a:srgbClr val="23004B"/>
                </a:solidFill>
              </a:endParaRPr>
            </a:p>
          </p:txBody>
        </p:sp>
        <p:sp>
          <p:nvSpPr>
            <p:cNvPr id="5" name="Freeform: Shape 8">
              <a:extLst>
                <a:ext uri="{FF2B5EF4-FFF2-40B4-BE49-F238E27FC236}">
                  <a16:creationId xmlns:a16="http://schemas.microsoft.com/office/drawing/2014/main" id="{EF1E2D1B-C554-832E-BA8A-A06AF7F6FFBB}"/>
                </a:ext>
              </a:extLst>
            </p:cNvPr>
            <p:cNvSpPr/>
            <p:nvPr/>
          </p:nvSpPr>
          <p:spPr>
            <a:xfrm>
              <a:off x="11359466" y="246968"/>
              <a:ext cx="44074" cy="315262"/>
            </a:xfrm>
            <a:custGeom>
              <a:avLst/>
              <a:gdLst>
                <a:gd name="connsiteX0" fmla="*/ 0 w 281126"/>
                <a:gd name="connsiteY0" fmla="*/ 0 h 2010906"/>
                <a:gd name="connsiteX1" fmla="*/ 281127 w 281126"/>
                <a:gd name="connsiteY1" fmla="*/ 0 h 2010906"/>
                <a:gd name="connsiteX2" fmla="*/ 281127 w 281126"/>
                <a:gd name="connsiteY2" fmla="*/ 2010907 h 2010906"/>
                <a:gd name="connsiteX3" fmla="*/ 0 w 281126"/>
                <a:gd name="connsiteY3" fmla="*/ 2010907 h 2010906"/>
                <a:gd name="connsiteX4" fmla="*/ 0 w 281126"/>
                <a:gd name="connsiteY4" fmla="*/ 0 h 2010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126" h="2010906">
                  <a:moveTo>
                    <a:pt x="0" y="0"/>
                  </a:moveTo>
                  <a:lnTo>
                    <a:pt x="281127" y="0"/>
                  </a:lnTo>
                  <a:lnTo>
                    <a:pt x="281127" y="2010907"/>
                  </a:lnTo>
                  <a:lnTo>
                    <a:pt x="0" y="2010907"/>
                  </a:lnTo>
                  <a:lnTo>
                    <a:pt x="0" y="0"/>
                  </a:lnTo>
                  <a:close/>
                </a:path>
              </a:pathLst>
            </a:custGeom>
            <a:grpFill/>
            <a:ln w="0" cap="flat">
              <a:noFill/>
              <a:prstDash val="solid"/>
              <a:miter/>
            </a:ln>
          </p:spPr>
          <p:txBody>
            <a:bodyPr rtlCol="0" anchor="ctr"/>
            <a:lstStyle/>
            <a:p>
              <a:endParaRPr lang="en-US">
                <a:solidFill>
                  <a:srgbClr val="23004B"/>
                </a:solidFill>
              </a:endParaRPr>
            </a:p>
          </p:txBody>
        </p:sp>
        <p:sp>
          <p:nvSpPr>
            <p:cNvPr id="6" name="Freeform: Shape 9">
              <a:extLst>
                <a:ext uri="{FF2B5EF4-FFF2-40B4-BE49-F238E27FC236}">
                  <a16:creationId xmlns:a16="http://schemas.microsoft.com/office/drawing/2014/main" id="{A4DFBB3A-3C87-4252-ED31-9598AAA08619}"/>
                </a:ext>
              </a:extLst>
            </p:cNvPr>
            <p:cNvSpPr/>
            <p:nvPr/>
          </p:nvSpPr>
          <p:spPr>
            <a:xfrm>
              <a:off x="11434392" y="370442"/>
              <a:ext cx="44541" cy="191588"/>
            </a:xfrm>
            <a:custGeom>
              <a:avLst/>
              <a:gdLst>
                <a:gd name="connsiteX0" fmla="*/ 0 w 284108"/>
                <a:gd name="connsiteY0" fmla="*/ 0 h 1222048"/>
                <a:gd name="connsiteX1" fmla="*/ 284108 w 284108"/>
                <a:gd name="connsiteY1" fmla="*/ 0 h 1222048"/>
                <a:gd name="connsiteX2" fmla="*/ 284108 w 284108"/>
                <a:gd name="connsiteY2" fmla="*/ 1222049 h 1222048"/>
                <a:gd name="connsiteX3" fmla="*/ 0 w 284108"/>
                <a:gd name="connsiteY3" fmla="*/ 1222049 h 1222048"/>
              </a:gdLst>
              <a:ahLst/>
              <a:cxnLst>
                <a:cxn ang="0">
                  <a:pos x="connsiteX0" y="connsiteY0"/>
                </a:cxn>
                <a:cxn ang="0">
                  <a:pos x="connsiteX1" y="connsiteY1"/>
                </a:cxn>
                <a:cxn ang="0">
                  <a:pos x="connsiteX2" y="connsiteY2"/>
                </a:cxn>
                <a:cxn ang="0">
                  <a:pos x="connsiteX3" y="connsiteY3"/>
                </a:cxn>
              </a:cxnLst>
              <a:rect l="l" t="t" r="r" b="b"/>
              <a:pathLst>
                <a:path w="284108" h="1222048">
                  <a:moveTo>
                    <a:pt x="0" y="0"/>
                  </a:moveTo>
                  <a:lnTo>
                    <a:pt x="284108" y="0"/>
                  </a:lnTo>
                  <a:lnTo>
                    <a:pt x="284108" y="1222049"/>
                  </a:lnTo>
                  <a:lnTo>
                    <a:pt x="0" y="1222049"/>
                  </a:lnTo>
                  <a:close/>
                </a:path>
              </a:pathLst>
            </a:custGeom>
            <a:grpFill/>
            <a:ln w="0" cap="flat">
              <a:noFill/>
              <a:prstDash val="solid"/>
              <a:miter/>
            </a:ln>
          </p:spPr>
          <p:txBody>
            <a:bodyPr rtlCol="0" anchor="ctr"/>
            <a:lstStyle/>
            <a:p>
              <a:endParaRPr lang="en-US">
                <a:solidFill>
                  <a:srgbClr val="23004B"/>
                </a:solidFill>
              </a:endParaRPr>
            </a:p>
          </p:txBody>
        </p:sp>
        <p:sp>
          <p:nvSpPr>
            <p:cNvPr id="7" name="Freeform: Shape 10">
              <a:extLst>
                <a:ext uri="{FF2B5EF4-FFF2-40B4-BE49-F238E27FC236}">
                  <a16:creationId xmlns:a16="http://schemas.microsoft.com/office/drawing/2014/main" id="{62DFF319-C2F8-3E15-491C-F2C1B1245048}"/>
                </a:ext>
              </a:extLst>
            </p:cNvPr>
            <p:cNvSpPr/>
            <p:nvPr/>
          </p:nvSpPr>
          <p:spPr>
            <a:xfrm>
              <a:off x="11427581" y="278020"/>
              <a:ext cx="58498" cy="58097"/>
            </a:xfrm>
            <a:custGeom>
              <a:avLst/>
              <a:gdLst>
                <a:gd name="connsiteX0" fmla="*/ 0 w 373131"/>
                <a:gd name="connsiteY0" fmla="*/ 184010 h 370575"/>
                <a:gd name="connsiteX1" fmla="*/ 186566 w 373131"/>
                <a:gd name="connsiteY1" fmla="*/ 0 h 370575"/>
                <a:gd name="connsiteX2" fmla="*/ 373132 w 373131"/>
                <a:gd name="connsiteY2" fmla="*/ 184010 h 370575"/>
                <a:gd name="connsiteX3" fmla="*/ 186566 w 373131"/>
                <a:gd name="connsiteY3" fmla="*/ 370576 h 370575"/>
                <a:gd name="connsiteX4" fmla="*/ 0 w 373131"/>
                <a:gd name="connsiteY4" fmla="*/ 184010 h 370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3131" h="370575">
                  <a:moveTo>
                    <a:pt x="0" y="184010"/>
                  </a:moveTo>
                  <a:cubicBezTo>
                    <a:pt x="0" y="78375"/>
                    <a:pt x="86468" y="0"/>
                    <a:pt x="186566" y="0"/>
                  </a:cubicBezTo>
                  <a:cubicBezTo>
                    <a:pt x="286664" y="0"/>
                    <a:pt x="373132" y="77949"/>
                    <a:pt x="373132" y="184010"/>
                  </a:cubicBezTo>
                  <a:cubicBezTo>
                    <a:pt x="373132" y="295609"/>
                    <a:pt x="286664" y="370576"/>
                    <a:pt x="186566" y="370576"/>
                  </a:cubicBezTo>
                  <a:cubicBezTo>
                    <a:pt x="86468" y="370576"/>
                    <a:pt x="0" y="295183"/>
                    <a:pt x="0" y="184010"/>
                  </a:cubicBezTo>
                  <a:close/>
                </a:path>
              </a:pathLst>
            </a:custGeom>
            <a:grpFill/>
            <a:ln w="0" cap="flat">
              <a:noFill/>
              <a:prstDash val="solid"/>
              <a:miter/>
            </a:ln>
          </p:spPr>
          <p:txBody>
            <a:bodyPr rtlCol="0" anchor="ctr"/>
            <a:lstStyle/>
            <a:p>
              <a:endParaRPr lang="en-US">
                <a:solidFill>
                  <a:srgbClr val="23004B"/>
                </a:solidFill>
              </a:endParaRPr>
            </a:p>
          </p:txBody>
        </p:sp>
        <p:sp>
          <p:nvSpPr>
            <p:cNvPr id="8" name="Freeform: Shape 11">
              <a:extLst>
                <a:ext uri="{FF2B5EF4-FFF2-40B4-BE49-F238E27FC236}">
                  <a16:creationId xmlns:a16="http://schemas.microsoft.com/office/drawing/2014/main" id="{A221C62A-23FC-5626-6D15-C2C1ACF6DC06}"/>
                </a:ext>
              </a:extLst>
            </p:cNvPr>
            <p:cNvSpPr/>
            <p:nvPr/>
          </p:nvSpPr>
          <p:spPr>
            <a:xfrm>
              <a:off x="10971482" y="370308"/>
              <a:ext cx="163074" cy="40468"/>
            </a:xfrm>
            <a:custGeom>
              <a:avLst/>
              <a:gdLst>
                <a:gd name="connsiteX0" fmla="*/ 871918 w 1040168"/>
                <a:gd name="connsiteY0" fmla="*/ 257273 h 258125"/>
                <a:gd name="connsiteX1" fmla="*/ 1040168 w 1040168"/>
                <a:gd name="connsiteY1" fmla="*/ 0 h 258125"/>
                <a:gd name="connsiteX2" fmla="*/ 0 w 1040168"/>
                <a:gd name="connsiteY2" fmla="*/ 0 h 258125"/>
                <a:gd name="connsiteX3" fmla="*/ 0 w 1040168"/>
                <a:gd name="connsiteY3" fmla="*/ 258125 h 258125"/>
                <a:gd name="connsiteX4" fmla="*/ 871918 w 1040168"/>
                <a:gd name="connsiteY4" fmla="*/ 257273 h 258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168" h="258125">
                  <a:moveTo>
                    <a:pt x="871918" y="257273"/>
                  </a:moveTo>
                  <a:lnTo>
                    <a:pt x="1040168" y="0"/>
                  </a:lnTo>
                  <a:lnTo>
                    <a:pt x="0" y="0"/>
                  </a:lnTo>
                  <a:lnTo>
                    <a:pt x="0" y="258125"/>
                  </a:lnTo>
                  <a:lnTo>
                    <a:pt x="871918" y="257273"/>
                  </a:lnTo>
                  <a:close/>
                </a:path>
              </a:pathLst>
            </a:custGeom>
            <a:grpFill/>
            <a:ln w="0" cap="flat">
              <a:noFill/>
              <a:prstDash val="solid"/>
              <a:miter/>
            </a:ln>
          </p:spPr>
          <p:txBody>
            <a:bodyPr rtlCol="0" anchor="ctr"/>
            <a:lstStyle/>
            <a:p>
              <a:endParaRPr lang="en-US">
                <a:solidFill>
                  <a:srgbClr val="23004B"/>
                </a:solidFill>
              </a:endParaRPr>
            </a:p>
          </p:txBody>
        </p:sp>
        <p:sp>
          <p:nvSpPr>
            <p:cNvPr id="9" name="Freeform: Shape 12">
              <a:extLst>
                <a:ext uri="{FF2B5EF4-FFF2-40B4-BE49-F238E27FC236}">
                  <a16:creationId xmlns:a16="http://schemas.microsoft.com/office/drawing/2014/main" id="{FEE0A945-C7B6-CB0F-69BE-9C308484356B}"/>
                </a:ext>
              </a:extLst>
            </p:cNvPr>
            <p:cNvSpPr/>
            <p:nvPr/>
          </p:nvSpPr>
          <p:spPr>
            <a:xfrm>
              <a:off x="10956590" y="522096"/>
              <a:ext cx="163608" cy="40468"/>
            </a:xfrm>
            <a:custGeom>
              <a:avLst/>
              <a:gdLst>
                <a:gd name="connsiteX0" fmla="*/ 0 w 1043575"/>
                <a:gd name="connsiteY0" fmla="*/ 257699 h 258125"/>
                <a:gd name="connsiteX1" fmla="*/ 1043576 w 1043575"/>
                <a:gd name="connsiteY1" fmla="*/ 258125 h 258125"/>
                <a:gd name="connsiteX2" fmla="*/ 1043576 w 1043575"/>
                <a:gd name="connsiteY2" fmla="*/ 0 h 258125"/>
                <a:gd name="connsiteX3" fmla="*/ 168676 w 1043575"/>
                <a:gd name="connsiteY3" fmla="*/ 0 h 258125"/>
                <a:gd name="connsiteX4" fmla="*/ 0 w 1043575"/>
                <a:gd name="connsiteY4" fmla="*/ 257699 h 258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3575" h="258125">
                  <a:moveTo>
                    <a:pt x="0" y="257699"/>
                  </a:moveTo>
                  <a:lnTo>
                    <a:pt x="1043576" y="258125"/>
                  </a:lnTo>
                  <a:lnTo>
                    <a:pt x="1043576" y="0"/>
                  </a:lnTo>
                  <a:lnTo>
                    <a:pt x="168676" y="0"/>
                  </a:lnTo>
                  <a:lnTo>
                    <a:pt x="0" y="257699"/>
                  </a:lnTo>
                  <a:close/>
                </a:path>
              </a:pathLst>
            </a:custGeom>
            <a:grpFill/>
            <a:ln w="0" cap="flat">
              <a:noFill/>
              <a:prstDash val="solid"/>
              <a:miter/>
            </a:ln>
          </p:spPr>
          <p:txBody>
            <a:bodyPr rtlCol="0" anchor="ctr"/>
            <a:lstStyle/>
            <a:p>
              <a:endParaRPr lang="en-US">
                <a:solidFill>
                  <a:srgbClr val="23004B"/>
                </a:solidFill>
              </a:endParaRPr>
            </a:p>
          </p:txBody>
        </p:sp>
        <p:sp>
          <p:nvSpPr>
            <p:cNvPr id="10" name="Freeform: Shape 13">
              <a:extLst>
                <a:ext uri="{FF2B5EF4-FFF2-40B4-BE49-F238E27FC236}">
                  <a16:creationId xmlns:a16="http://schemas.microsoft.com/office/drawing/2014/main" id="{48784F2C-7335-D4E5-1E62-79B9B703CD68}"/>
                </a:ext>
              </a:extLst>
            </p:cNvPr>
            <p:cNvSpPr/>
            <p:nvPr/>
          </p:nvSpPr>
          <p:spPr>
            <a:xfrm>
              <a:off x="10991716" y="424065"/>
              <a:ext cx="107714" cy="84408"/>
            </a:xfrm>
            <a:custGeom>
              <a:avLst/>
              <a:gdLst>
                <a:gd name="connsiteX0" fmla="*/ 0 w 687056"/>
                <a:gd name="connsiteY0" fmla="*/ 538400 h 538399"/>
                <a:gd name="connsiteX1" fmla="*/ 334370 w 687056"/>
                <a:gd name="connsiteY1" fmla="*/ 538400 h 538399"/>
                <a:gd name="connsiteX2" fmla="*/ 687056 w 687056"/>
                <a:gd name="connsiteY2" fmla="*/ 0 h 538399"/>
                <a:gd name="connsiteX3" fmla="*/ 353112 w 687056"/>
                <a:gd name="connsiteY3" fmla="*/ 426 h 538399"/>
                <a:gd name="connsiteX4" fmla="*/ 0 w 687056"/>
                <a:gd name="connsiteY4" fmla="*/ 538400 h 5383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7056" h="538399">
                  <a:moveTo>
                    <a:pt x="0" y="538400"/>
                  </a:moveTo>
                  <a:lnTo>
                    <a:pt x="334370" y="538400"/>
                  </a:lnTo>
                  <a:lnTo>
                    <a:pt x="687056" y="0"/>
                  </a:lnTo>
                  <a:lnTo>
                    <a:pt x="353112" y="426"/>
                  </a:lnTo>
                  <a:lnTo>
                    <a:pt x="0" y="538400"/>
                  </a:lnTo>
                  <a:close/>
                </a:path>
              </a:pathLst>
            </a:custGeom>
            <a:grpFill/>
            <a:ln w="0" cap="flat">
              <a:noFill/>
              <a:prstDash val="solid"/>
              <a:miter/>
            </a:ln>
          </p:spPr>
          <p:txBody>
            <a:bodyPr rtlCol="0" anchor="ctr"/>
            <a:lstStyle/>
            <a:p>
              <a:endParaRPr lang="en-US">
                <a:solidFill>
                  <a:srgbClr val="23004B"/>
                </a:solidFill>
              </a:endParaRPr>
            </a:p>
          </p:txBody>
        </p:sp>
        <p:sp>
          <p:nvSpPr>
            <p:cNvPr id="11" name="Freeform: Shape 14">
              <a:extLst>
                <a:ext uri="{FF2B5EF4-FFF2-40B4-BE49-F238E27FC236}">
                  <a16:creationId xmlns:a16="http://schemas.microsoft.com/office/drawing/2014/main" id="{BA5296A3-5633-9833-D0C4-296DB1BE68B0}"/>
                </a:ext>
              </a:extLst>
            </p:cNvPr>
            <p:cNvSpPr/>
            <p:nvPr/>
          </p:nvSpPr>
          <p:spPr>
            <a:xfrm>
              <a:off x="11660372" y="536254"/>
              <a:ext cx="29115" cy="29115"/>
            </a:xfrm>
            <a:custGeom>
              <a:avLst/>
              <a:gdLst>
                <a:gd name="connsiteX0" fmla="*/ 100524 w 185713"/>
                <a:gd name="connsiteY0" fmla="*/ 52392 h 185713"/>
                <a:gd name="connsiteX1" fmla="*/ 119692 w 185713"/>
                <a:gd name="connsiteY1" fmla="*/ 71985 h 185713"/>
                <a:gd name="connsiteX2" fmla="*/ 100524 w 185713"/>
                <a:gd name="connsiteY2" fmla="*/ 90727 h 185713"/>
                <a:gd name="connsiteX3" fmla="*/ 71133 w 185713"/>
                <a:gd name="connsiteY3" fmla="*/ 90727 h 185713"/>
                <a:gd name="connsiteX4" fmla="*/ 71133 w 185713"/>
                <a:gd name="connsiteY4" fmla="*/ 51966 h 185713"/>
                <a:gd name="connsiteX5" fmla="*/ 100524 w 185713"/>
                <a:gd name="connsiteY5" fmla="*/ 51966 h 185713"/>
                <a:gd name="connsiteX6" fmla="*/ 117988 w 185713"/>
                <a:gd name="connsiteY6" fmla="*/ 146101 h 185713"/>
                <a:gd name="connsiteX7" fmla="*/ 135452 w 185713"/>
                <a:gd name="connsiteY7" fmla="*/ 146101 h 185713"/>
                <a:gd name="connsiteX8" fmla="*/ 106913 w 185713"/>
                <a:gd name="connsiteY8" fmla="*/ 103506 h 185713"/>
                <a:gd name="connsiteX9" fmla="*/ 134174 w 185713"/>
                <a:gd name="connsiteY9" fmla="*/ 71985 h 185713"/>
                <a:gd name="connsiteX10" fmla="*/ 100524 w 185713"/>
                <a:gd name="connsiteY10" fmla="*/ 39613 h 185713"/>
                <a:gd name="connsiteX11" fmla="*/ 57077 w 185713"/>
                <a:gd name="connsiteY11" fmla="*/ 39613 h 185713"/>
                <a:gd name="connsiteX12" fmla="*/ 57077 w 185713"/>
                <a:gd name="connsiteY12" fmla="*/ 146101 h 185713"/>
                <a:gd name="connsiteX13" fmla="*/ 71133 w 185713"/>
                <a:gd name="connsiteY13" fmla="*/ 146101 h 185713"/>
                <a:gd name="connsiteX14" fmla="*/ 71133 w 185713"/>
                <a:gd name="connsiteY14" fmla="*/ 103932 h 185713"/>
                <a:gd name="connsiteX15" fmla="*/ 90301 w 185713"/>
                <a:gd name="connsiteY15" fmla="*/ 103932 h 185713"/>
                <a:gd name="connsiteX16" fmla="*/ 117988 w 185713"/>
                <a:gd name="connsiteY16" fmla="*/ 146101 h 185713"/>
                <a:gd name="connsiteX17" fmla="*/ 92857 w 185713"/>
                <a:gd name="connsiteY17" fmla="*/ 12778 h 185713"/>
                <a:gd name="connsiteX18" fmla="*/ 172510 w 185713"/>
                <a:gd name="connsiteY18" fmla="*/ 92431 h 185713"/>
                <a:gd name="connsiteX19" fmla="*/ 92857 w 185713"/>
                <a:gd name="connsiteY19" fmla="*/ 172509 h 185713"/>
                <a:gd name="connsiteX20" fmla="*/ 12779 w 185713"/>
                <a:gd name="connsiteY20" fmla="*/ 92431 h 185713"/>
                <a:gd name="connsiteX21" fmla="*/ 92857 w 185713"/>
                <a:gd name="connsiteY21" fmla="*/ 12778 h 185713"/>
                <a:gd name="connsiteX22" fmla="*/ 92857 w 185713"/>
                <a:gd name="connsiteY22" fmla="*/ 185714 h 185713"/>
                <a:gd name="connsiteX23" fmla="*/ 185714 w 185713"/>
                <a:gd name="connsiteY23" fmla="*/ 92857 h 185713"/>
                <a:gd name="connsiteX24" fmla="*/ 92857 w 185713"/>
                <a:gd name="connsiteY24" fmla="*/ 0 h 185713"/>
                <a:gd name="connsiteX25" fmla="*/ 0 w 185713"/>
                <a:gd name="connsiteY25" fmla="*/ 92857 h 185713"/>
                <a:gd name="connsiteX26" fmla="*/ 92857 w 185713"/>
                <a:gd name="connsiteY26" fmla="*/ 185714 h 185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85713" h="185713">
                  <a:moveTo>
                    <a:pt x="100524" y="52392"/>
                  </a:moveTo>
                  <a:cubicBezTo>
                    <a:pt x="110747" y="52392"/>
                    <a:pt x="119692" y="60485"/>
                    <a:pt x="119692" y="71985"/>
                  </a:cubicBezTo>
                  <a:cubicBezTo>
                    <a:pt x="119692" y="83060"/>
                    <a:pt x="110321" y="90727"/>
                    <a:pt x="100524" y="90727"/>
                  </a:cubicBezTo>
                  <a:lnTo>
                    <a:pt x="71133" y="90727"/>
                  </a:lnTo>
                  <a:lnTo>
                    <a:pt x="71133" y="51966"/>
                  </a:lnTo>
                  <a:lnTo>
                    <a:pt x="100524" y="51966"/>
                  </a:lnTo>
                  <a:close/>
                  <a:moveTo>
                    <a:pt x="117988" y="146101"/>
                  </a:moveTo>
                  <a:lnTo>
                    <a:pt x="135452" y="146101"/>
                  </a:lnTo>
                  <a:lnTo>
                    <a:pt x="106913" y="103506"/>
                  </a:lnTo>
                  <a:cubicBezTo>
                    <a:pt x="112877" y="103506"/>
                    <a:pt x="134174" y="95413"/>
                    <a:pt x="134174" y="71985"/>
                  </a:cubicBezTo>
                  <a:cubicBezTo>
                    <a:pt x="134174" y="52392"/>
                    <a:pt x="118840" y="39613"/>
                    <a:pt x="100524" y="39613"/>
                  </a:cubicBezTo>
                  <a:lnTo>
                    <a:pt x="57077" y="39613"/>
                  </a:lnTo>
                  <a:lnTo>
                    <a:pt x="57077" y="146101"/>
                  </a:lnTo>
                  <a:lnTo>
                    <a:pt x="71133" y="146101"/>
                  </a:lnTo>
                  <a:lnTo>
                    <a:pt x="71133" y="103932"/>
                  </a:lnTo>
                  <a:lnTo>
                    <a:pt x="90301" y="103932"/>
                  </a:lnTo>
                  <a:lnTo>
                    <a:pt x="117988" y="146101"/>
                  </a:lnTo>
                  <a:close/>
                  <a:moveTo>
                    <a:pt x="92857" y="12778"/>
                  </a:moveTo>
                  <a:cubicBezTo>
                    <a:pt x="137156" y="12778"/>
                    <a:pt x="172510" y="47706"/>
                    <a:pt x="172510" y="92431"/>
                  </a:cubicBezTo>
                  <a:cubicBezTo>
                    <a:pt x="172510" y="137156"/>
                    <a:pt x="137156" y="172509"/>
                    <a:pt x="92857" y="172509"/>
                  </a:cubicBezTo>
                  <a:cubicBezTo>
                    <a:pt x="48558" y="172509"/>
                    <a:pt x="12779" y="136304"/>
                    <a:pt x="12779" y="92431"/>
                  </a:cubicBezTo>
                  <a:cubicBezTo>
                    <a:pt x="12779" y="48558"/>
                    <a:pt x="48558" y="12778"/>
                    <a:pt x="92857" y="12778"/>
                  </a:cubicBezTo>
                  <a:moveTo>
                    <a:pt x="92857" y="185714"/>
                  </a:moveTo>
                  <a:cubicBezTo>
                    <a:pt x="144397" y="185714"/>
                    <a:pt x="185714" y="143971"/>
                    <a:pt x="185714" y="92857"/>
                  </a:cubicBezTo>
                  <a:cubicBezTo>
                    <a:pt x="185714" y="41743"/>
                    <a:pt x="144397" y="0"/>
                    <a:pt x="92857" y="0"/>
                  </a:cubicBezTo>
                  <a:cubicBezTo>
                    <a:pt x="41317" y="0"/>
                    <a:pt x="0" y="41317"/>
                    <a:pt x="0" y="92857"/>
                  </a:cubicBezTo>
                  <a:cubicBezTo>
                    <a:pt x="0" y="144397"/>
                    <a:pt x="41743" y="185714"/>
                    <a:pt x="92857" y="185714"/>
                  </a:cubicBezTo>
                </a:path>
              </a:pathLst>
            </a:custGeom>
            <a:grpFill/>
            <a:ln w="0" cap="flat">
              <a:noFill/>
              <a:prstDash val="solid"/>
              <a:miter/>
            </a:ln>
          </p:spPr>
          <p:txBody>
            <a:bodyPr rtlCol="0" anchor="ctr"/>
            <a:lstStyle/>
            <a:p>
              <a:endParaRPr lang="en-US">
                <a:solidFill>
                  <a:srgbClr val="23004B"/>
                </a:solidFill>
              </a:endParaRPr>
            </a:p>
          </p:txBody>
        </p:sp>
      </p:grpSp>
    </p:spTree>
    <p:extLst>
      <p:ext uri="{BB962C8B-B14F-4D97-AF65-F5344CB8AC3E}">
        <p14:creationId xmlns:p14="http://schemas.microsoft.com/office/powerpoint/2010/main" val="906990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ntent 1Col Light">
    <p:spTree>
      <p:nvGrpSpPr>
        <p:cNvPr id="1" name=""/>
        <p:cNvGrpSpPr/>
        <p:nvPr/>
      </p:nvGrpSpPr>
      <p:grpSpPr>
        <a:xfrm>
          <a:off x="0" y="0"/>
          <a:ext cx="0" cy="0"/>
          <a:chOff x="0" y="0"/>
          <a:chExt cx="0" cy="0"/>
        </a:xfrm>
      </p:grpSpPr>
      <p:sp>
        <p:nvSpPr>
          <p:cNvPr id="38" name="Subtitle 2">
            <a:extLst>
              <a:ext uri="{FF2B5EF4-FFF2-40B4-BE49-F238E27FC236}">
                <a16:creationId xmlns:a16="http://schemas.microsoft.com/office/drawing/2014/main" id="{4335EF39-A00D-30CA-7998-556A1C249CE6}"/>
              </a:ext>
            </a:extLst>
          </p:cNvPr>
          <p:cNvSpPr>
            <a:spLocks noGrp="1"/>
          </p:cNvSpPr>
          <p:nvPr>
            <p:ph type="subTitle" idx="1" hasCustomPrompt="1"/>
          </p:nvPr>
        </p:nvSpPr>
        <p:spPr>
          <a:xfrm>
            <a:off x="274320" y="914400"/>
            <a:ext cx="10972800" cy="731520"/>
          </a:xfrm>
          <a:prstGeom prst="rect">
            <a:avLst/>
          </a:prstGeom>
        </p:spPr>
        <p:txBody>
          <a:bodyPr>
            <a:normAutofit/>
          </a:bodyPr>
          <a:lstStyle>
            <a:lvl1pPr marL="0" indent="0" algn="l">
              <a:lnSpc>
                <a:spcPct val="100000"/>
              </a:lnSpc>
              <a:buNone/>
              <a:defRPr sz="1600">
                <a:solidFill>
                  <a:srgbClr val="23004B"/>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Summary statement, may underline or bold 1-2 words for emphasis and extend 1-2 lines. Text should be 16pt. Delete this box if not needed.</a:t>
            </a:r>
          </a:p>
        </p:txBody>
      </p:sp>
      <p:sp>
        <p:nvSpPr>
          <p:cNvPr id="39" name="Text Placeholder 20">
            <a:extLst>
              <a:ext uri="{FF2B5EF4-FFF2-40B4-BE49-F238E27FC236}">
                <a16:creationId xmlns:a16="http://schemas.microsoft.com/office/drawing/2014/main" id="{D946022C-A5FF-F315-B537-4AC1E214B2BE}"/>
              </a:ext>
            </a:extLst>
          </p:cNvPr>
          <p:cNvSpPr>
            <a:spLocks noGrp="1"/>
          </p:cNvSpPr>
          <p:nvPr>
            <p:ph type="body" sz="quarter" idx="18" hasCustomPrompt="1"/>
          </p:nvPr>
        </p:nvSpPr>
        <p:spPr>
          <a:xfrm>
            <a:off x="274320" y="1828800"/>
            <a:ext cx="10972800" cy="4572000"/>
          </a:xfrm>
        </p:spPr>
        <p:txBody>
          <a:bodyPr>
            <a:normAutofit/>
          </a:bodyPr>
          <a:lstStyle>
            <a:lvl1pPr marL="0" indent="0">
              <a:buNone/>
              <a:defRPr sz="1400"/>
            </a:lvl1pPr>
          </a:lstStyle>
          <a:p>
            <a:pPr lvl="0"/>
            <a:r>
              <a:rPr lang="en-US"/>
              <a:t>Body text, ideally 14pt or larger.</a:t>
            </a:r>
          </a:p>
        </p:txBody>
      </p:sp>
      <p:grpSp>
        <p:nvGrpSpPr>
          <p:cNvPr id="2" name="Group 1">
            <a:extLst>
              <a:ext uri="{FF2B5EF4-FFF2-40B4-BE49-F238E27FC236}">
                <a16:creationId xmlns:a16="http://schemas.microsoft.com/office/drawing/2014/main" id="{B8363433-4E85-1906-7F0D-BF36B1F30C84}"/>
              </a:ext>
            </a:extLst>
          </p:cNvPr>
          <p:cNvGrpSpPr/>
          <p:nvPr/>
        </p:nvGrpSpPr>
        <p:grpSpPr>
          <a:xfrm>
            <a:off x="10972800" y="274320"/>
            <a:ext cx="732897" cy="319002"/>
            <a:chOff x="10956590" y="246968"/>
            <a:chExt cx="732897" cy="319002"/>
          </a:xfrm>
          <a:solidFill>
            <a:srgbClr val="23004B"/>
          </a:solidFill>
        </p:grpSpPr>
        <p:sp>
          <p:nvSpPr>
            <p:cNvPr id="3" name="Freeform: Shape 6">
              <a:extLst>
                <a:ext uri="{FF2B5EF4-FFF2-40B4-BE49-F238E27FC236}">
                  <a16:creationId xmlns:a16="http://schemas.microsoft.com/office/drawing/2014/main" id="{3307070F-14F8-1F7E-9FA1-8D34C1FBB305}"/>
                </a:ext>
              </a:extLst>
            </p:cNvPr>
            <p:cNvSpPr/>
            <p:nvPr/>
          </p:nvSpPr>
          <p:spPr>
            <a:xfrm>
              <a:off x="11502373" y="368572"/>
              <a:ext cx="152189" cy="197064"/>
            </a:xfrm>
            <a:custGeom>
              <a:avLst/>
              <a:gdLst>
                <a:gd name="connsiteX0" fmla="*/ 573754 w 970738"/>
                <a:gd name="connsiteY0" fmla="*/ 503046 h 1256976"/>
                <a:gd name="connsiteX1" fmla="*/ 309665 w 970738"/>
                <a:gd name="connsiteY1" fmla="*/ 342037 h 1256976"/>
                <a:gd name="connsiteX2" fmla="*/ 479193 w 970738"/>
                <a:gd name="connsiteY2" fmla="*/ 230013 h 1256976"/>
                <a:gd name="connsiteX3" fmla="*/ 728799 w 970738"/>
                <a:gd name="connsiteY3" fmla="*/ 347575 h 1256976"/>
                <a:gd name="connsiteX4" fmla="*/ 898327 w 970738"/>
                <a:gd name="connsiteY4" fmla="*/ 181028 h 1256976"/>
                <a:gd name="connsiteX5" fmla="*/ 479193 w 970738"/>
                <a:gd name="connsiteY5" fmla="*/ 0 h 1256976"/>
                <a:gd name="connsiteX6" fmla="*/ 48558 w 970738"/>
                <a:gd name="connsiteY6" fmla="*/ 356094 h 1256976"/>
                <a:gd name="connsiteX7" fmla="*/ 404652 w 970738"/>
                <a:gd name="connsiteY7" fmla="*/ 726244 h 1256976"/>
                <a:gd name="connsiteX8" fmla="*/ 697705 w 970738"/>
                <a:gd name="connsiteY8" fmla="*/ 895772 h 1256976"/>
                <a:gd name="connsiteX9" fmla="*/ 485156 w 970738"/>
                <a:gd name="connsiteY9" fmla="*/ 1024834 h 1256976"/>
                <a:gd name="connsiteX10" fmla="*/ 174639 w 970738"/>
                <a:gd name="connsiteY10" fmla="*/ 888105 h 1256976"/>
                <a:gd name="connsiteX11" fmla="*/ 0 w 970738"/>
                <a:gd name="connsiteY11" fmla="*/ 1057632 h 1256976"/>
                <a:gd name="connsiteX12" fmla="*/ 502620 w 970738"/>
                <a:gd name="connsiteY12" fmla="*/ 1256977 h 1256976"/>
                <a:gd name="connsiteX13" fmla="*/ 970738 w 970738"/>
                <a:gd name="connsiteY13" fmla="*/ 880863 h 1256976"/>
                <a:gd name="connsiteX14" fmla="*/ 574606 w 970738"/>
                <a:gd name="connsiteY14" fmla="*/ 501768 h 125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70738" h="1256976">
                  <a:moveTo>
                    <a:pt x="573754" y="503046"/>
                  </a:moveTo>
                  <a:cubicBezTo>
                    <a:pt x="384206" y="454062"/>
                    <a:pt x="309665" y="434042"/>
                    <a:pt x="309665" y="342037"/>
                  </a:cubicBezTo>
                  <a:cubicBezTo>
                    <a:pt x="309665" y="270478"/>
                    <a:pt x="370150" y="230013"/>
                    <a:pt x="479193" y="230013"/>
                  </a:cubicBezTo>
                  <a:cubicBezTo>
                    <a:pt x="588236" y="230013"/>
                    <a:pt x="671722" y="281553"/>
                    <a:pt x="728799" y="347575"/>
                  </a:cubicBezTo>
                  <a:lnTo>
                    <a:pt x="898327" y="181028"/>
                  </a:lnTo>
                  <a:cubicBezTo>
                    <a:pt x="806322" y="80504"/>
                    <a:pt x="671722" y="0"/>
                    <a:pt x="479193" y="0"/>
                  </a:cubicBezTo>
                  <a:cubicBezTo>
                    <a:pt x="241087" y="0"/>
                    <a:pt x="48558" y="115006"/>
                    <a:pt x="48558" y="356094"/>
                  </a:cubicBezTo>
                  <a:cubicBezTo>
                    <a:pt x="48558" y="597181"/>
                    <a:pt x="226605" y="677685"/>
                    <a:pt x="404652" y="726244"/>
                  </a:cubicBezTo>
                  <a:cubicBezTo>
                    <a:pt x="608681" y="783747"/>
                    <a:pt x="697705" y="798229"/>
                    <a:pt x="697705" y="895772"/>
                  </a:cubicBezTo>
                  <a:cubicBezTo>
                    <a:pt x="697705" y="976276"/>
                    <a:pt x="631683" y="1024834"/>
                    <a:pt x="485156" y="1024834"/>
                  </a:cubicBezTo>
                  <a:cubicBezTo>
                    <a:pt x="355668" y="1024834"/>
                    <a:pt x="248754" y="981813"/>
                    <a:pt x="174639" y="888105"/>
                  </a:cubicBezTo>
                  <a:lnTo>
                    <a:pt x="0" y="1057632"/>
                  </a:lnTo>
                  <a:cubicBezTo>
                    <a:pt x="93283" y="1166249"/>
                    <a:pt x="263237" y="1256977"/>
                    <a:pt x="502620" y="1256977"/>
                  </a:cubicBezTo>
                  <a:cubicBezTo>
                    <a:pt x="844232" y="1256977"/>
                    <a:pt x="970738" y="1087449"/>
                    <a:pt x="970738" y="880863"/>
                  </a:cubicBezTo>
                  <a:cubicBezTo>
                    <a:pt x="970738" y="625294"/>
                    <a:pt x="764153" y="550753"/>
                    <a:pt x="574606" y="501768"/>
                  </a:cubicBezTo>
                  <a:close/>
                </a:path>
              </a:pathLst>
            </a:custGeom>
            <a:grpFill/>
            <a:ln w="0" cap="flat">
              <a:noFill/>
              <a:prstDash val="solid"/>
              <a:miter/>
            </a:ln>
          </p:spPr>
          <p:txBody>
            <a:bodyPr rtlCol="0" anchor="ctr"/>
            <a:lstStyle/>
            <a:p>
              <a:endParaRPr lang="en-US">
                <a:solidFill>
                  <a:srgbClr val="23004B"/>
                </a:solidFill>
              </a:endParaRPr>
            </a:p>
          </p:txBody>
        </p:sp>
        <p:sp>
          <p:nvSpPr>
            <p:cNvPr id="4" name="Freeform: Shape 7">
              <a:extLst>
                <a:ext uri="{FF2B5EF4-FFF2-40B4-BE49-F238E27FC236}">
                  <a16:creationId xmlns:a16="http://schemas.microsoft.com/office/drawing/2014/main" id="{08295935-7621-1678-FB40-A4AAA82450FD}"/>
                </a:ext>
              </a:extLst>
            </p:cNvPr>
            <p:cNvSpPr/>
            <p:nvPr/>
          </p:nvSpPr>
          <p:spPr>
            <a:xfrm>
              <a:off x="11129146" y="368572"/>
              <a:ext cx="198854" cy="197398"/>
            </a:xfrm>
            <a:custGeom>
              <a:avLst/>
              <a:gdLst>
                <a:gd name="connsiteX0" fmla="*/ 678111 w 1268394"/>
                <a:gd name="connsiteY0" fmla="*/ 1015037 h 1259106"/>
                <a:gd name="connsiteX1" fmla="*/ 1020149 w 1268394"/>
                <a:gd name="connsiteY1" fmla="*/ 885549 h 1259106"/>
                <a:gd name="connsiteX2" fmla="*/ 1189677 w 1268394"/>
                <a:gd name="connsiteY2" fmla="*/ 1063596 h 1259106"/>
                <a:gd name="connsiteX3" fmla="*/ 681093 w 1268394"/>
                <a:gd name="connsiteY3" fmla="*/ 1259106 h 1259106"/>
                <a:gd name="connsiteX4" fmla="*/ 0 w 1268394"/>
                <a:gd name="connsiteY4" fmla="*/ 629553 h 1259106"/>
                <a:gd name="connsiteX5" fmla="*/ 643610 w 1268394"/>
                <a:gd name="connsiteY5" fmla="*/ 0 h 1259106"/>
                <a:gd name="connsiteX6" fmla="*/ 1267199 w 1268394"/>
                <a:gd name="connsiteY6" fmla="*/ 727096 h 1259106"/>
                <a:gd name="connsiteX7" fmla="*/ 295609 w 1268394"/>
                <a:gd name="connsiteY7" fmla="*/ 727096 h 1259106"/>
                <a:gd name="connsiteX8" fmla="*/ 677685 w 1268394"/>
                <a:gd name="connsiteY8" fmla="*/ 1014611 h 1259106"/>
                <a:gd name="connsiteX9" fmla="*/ 974146 w 1268394"/>
                <a:gd name="connsiteY9" fmla="*/ 526473 h 1259106"/>
                <a:gd name="connsiteX10" fmla="*/ 646591 w 1268394"/>
                <a:gd name="connsiteY10" fmla="*/ 241939 h 1259106"/>
                <a:gd name="connsiteX11" fmla="*/ 296035 w 1268394"/>
                <a:gd name="connsiteY11" fmla="*/ 526473 h 1259106"/>
                <a:gd name="connsiteX12" fmla="*/ 974146 w 1268394"/>
                <a:gd name="connsiteY12" fmla="*/ 526473 h 1259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8394" h="1259106">
                  <a:moveTo>
                    <a:pt x="678111" y="1015037"/>
                  </a:moveTo>
                  <a:cubicBezTo>
                    <a:pt x="836139" y="1015037"/>
                    <a:pt x="951145" y="951997"/>
                    <a:pt x="1020149" y="885549"/>
                  </a:cubicBezTo>
                  <a:lnTo>
                    <a:pt x="1189677" y="1063596"/>
                  </a:lnTo>
                  <a:cubicBezTo>
                    <a:pt x="1077652" y="1175620"/>
                    <a:pt x="922606" y="1259106"/>
                    <a:pt x="681093" y="1259106"/>
                  </a:cubicBezTo>
                  <a:cubicBezTo>
                    <a:pt x="267070" y="1259106"/>
                    <a:pt x="0" y="991610"/>
                    <a:pt x="0" y="629553"/>
                  </a:cubicBezTo>
                  <a:cubicBezTo>
                    <a:pt x="0" y="267496"/>
                    <a:pt x="281553" y="0"/>
                    <a:pt x="643610" y="0"/>
                  </a:cubicBezTo>
                  <a:cubicBezTo>
                    <a:pt x="1054651" y="0"/>
                    <a:pt x="1287219" y="304554"/>
                    <a:pt x="1267199" y="727096"/>
                  </a:cubicBezTo>
                  <a:lnTo>
                    <a:pt x="295609" y="727096"/>
                  </a:lnTo>
                  <a:cubicBezTo>
                    <a:pt x="330111" y="902587"/>
                    <a:pt x="456618" y="1014611"/>
                    <a:pt x="677685" y="1014611"/>
                  </a:cubicBezTo>
                  <a:close/>
                  <a:moveTo>
                    <a:pt x="974146" y="526473"/>
                  </a:moveTo>
                  <a:cubicBezTo>
                    <a:pt x="948163" y="362483"/>
                    <a:pt x="847639" y="241939"/>
                    <a:pt x="646591" y="241939"/>
                  </a:cubicBezTo>
                  <a:cubicBezTo>
                    <a:pt x="459599" y="241939"/>
                    <a:pt x="330537" y="345445"/>
                    <a:pt x="296035" y="526473"/>
                  </a:cubicBezTo>
                  <a:lnTo>
                    <a:pt x="974146" y="526473"/>
                  </a:lnTo>
                  <a:close/>
                </a:path>
              </a:pathLst>
            </a:custGeom>
            <a:grpFill/>
            <a:ln w="0" cap="flat">
              <a:noFill/>
              <a:prstDash val="solid"/>
              <a:miter/>
            </a:ln>
          </p:spPr>
          <p:txBody>
            <a:bodyPr rtlCol="0" anchor="ctr"/>
            <a:lstStyle/>
            <a:p>
              <a:endParaRPr lang="en-US">
                <a:solidFill>
                  <a:srgbClr val="23004B"/>
                </a:solidFill>
              </a:endParaRPr>
            </a:p>
          </p:txBody>
        </p:sp>
        <p:sp>
          <p:nvSpPr>
            <p:cNvPr id="5" name="Freeform: Shape 8">
              <a:extLst>
                <a:ext uri="{FF2B5EF4-FFF2-40B4-BE49-F238E27FC236}">
                  <a16:creationId xmlns:a16="http://schemas.microsoft.com/office/drawing/2014/main" id="{B2EBA581-3BBF-6F27-1B71-776C79EBCD33}"/>
                </a:ext>
              </a:extLst>
            </p:cNvPr>
            <p:cNvSpPr/>
            <p:nvPr/>
          </p:nvSpPr>
          <p:spPr>
            <a:xfrm>
              <a:off x="11359466" y="246968"/>
              <a:ext cx="44074" cy="315262"/>
            </a:xfrm>
            <a:custGeom>
              <a:avLst/>
              <a:gdLst>
                <a:gd name="connsiteX0" fmla="*/ 0 w 281126"/>
                <a:gd name="connsiteY0" fmla="*/ 0 h 2010906"/>
                <a:gd name="connsiteX1" fmla="*/ 281127 w 281126"/>
                <a:gd name="connsiteY1" fmla="*/ 0 h 2010906"/>
                <a:gd name="connsiteX2" fmla="*/ 281127 w 281126"/>
                <a:gd name="connsiteY2" fmla="*/ 2010907 h 2010906"/>
                <a:gd name="connsiteX3" fmla="*/ 0 w 281126"/>
                <a:gd name="connsiteY3" fmla="*/ 2010907 h 2010906"/>
                <a:gd name="connsiteX4" fmla="*/ 0 w 281126"/>
                <a:gd name="connsiteY4" fmla="*/ 0 h 2010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126" h="2010906">
                  <a:moveTo>
                    <a:pt x="0" y="0"/>
                  </a:moveTo>
                  <a:lnTo>
                    <a:pt x="281127" y="0"/>
                  </a:lnTo>
                  <a:lnTo>
                    <a:pt x="281127" y="2010907"/>
                  </a:lnTo>
                  <a:lnTo>
                    <a:pt x="0" y="2010907"/>
                  </a:lnTo>
                  <a:lnTo>
                    <a:pt x="0" y="0"/>
                  </a:lnTo>
                  <a:close/>
                </a:path>
              </a:pathLst>
            </a:custGeom>
            <a:grpFill/>
            <a:ln w="0" cap="flat">
              <a:noFill/>
              <a:prstDash val="solid"/>
              <a:miter/>
            </a:ln>
          </p:spPr>
          <p:txBody>
            <a:bodyPr rtlCol="0" anchor="ctr"/>
            <a:lstStyle/>
            <a:p>
              <a:endParaRPr lang="en-US">
                <a:solidFill>
                  <a:srgbClr val="23004B"/>
                </a:solidFill>
              </a:endParaRPr>
            </a:p>
          </p:txBody>
        </p:sp>
        <p:sp>
          <p:nvSpPr>
            <p:cNvPr id="6" name="Freeform: Shape 9">
              <a:extLst>
                <a:ext uri="{FF2B5EF4-FFF2-40B4-BE49-F238E27FC236}">
                  <a16:creationId xmlns:a16="http://schemas.microsoft.com/office/drawing/2014/main" id="{37F89510-CAE7-28B8-D3A6-D9DFF0B54BF9}"/>
                </a:ext>
              </a:extLst>
            </p:cNvPr>
            <p:cNvSpPr/>
            <p:nvPr/>
          </p:nvSpPr>
          <p:spPr>
            <a:xfrm>
              <a:off x="11434392" y="370442"/>
              <a:ext cx="44541" cy="191588"/>
            </a:xfrm>
            <a:custGeom>
              <a:avLst/>
              <a:gdLst>
                <a:gd name="connsiteX0" fmla="*/ 0 w 284108"/>
                <a:gd name="connsiteY0" fmla="*/ 0 h 1222048"/>
                <a:gd name="connsiteX1" fmla="*/ 284108 w 284108"/>
                <a:gd name="connsiteY1" fmla="*/ 0 h 1222048"/>
                <a:gd name="connsiteX2" fmla="*/ 284108 w 284108"/>
                <a:gd name="connsiteY2" fmla="*/ 1222049 h 1222048"/>
                <a:gd name="connsiteX3" fmla="*/ 0 w 284108"/>
                <a:gd name="connsiteY3" fmla="*/ 1222049 h 1222048"/>
              </a:gdLst>
              <a:ahLst/>
              <a:cxnLst>
                <a:cxn ang="0">
                  <a:pos x="connsiteX0" y="connsiteY0"/>
                </a:cxn>
                <a:cxn ang="0">
                  <a:pos x="connsiteX1" y="connsiteY1"/>
                </a:cxn>
                <a:cxn ang="0">
                  <a:pos x="connsiteX2" y="connsiteY2"/>
                </a:cxn>
                <a:cxn ang="0">
                  <a:pos x="connsiteX3" y="connsiteY3"/>
                </a:cxn>
              </a:cxnLst>
              <a:rect l="l" t="t" r="r" b="b"/>
              <a:pathLst>
                <a:path w="284108" h="1222048">
                  <a:moveTo>
                    <a:pt x="0" y="0"/>
                  </a:moveTo>
                  <a:lnTo>
                    <a:pt x="284108" y="0"/>
                  </a:lnTo>
                  <a:lnTo>
                    <a:pt x="284108" y="1222049"/>
                  </a:lnTo>
                  <a:lnTo>
                    <a:pt x="0" y="1222049"/>
                  </a:lnTo>
                  <a:close/>
                </a:path>
              </a:pathLst>
            </a:custGeom>
            <a:grpFill/>
            <a:ln w="0" cap="flat">
              <a:noFill/>
              <a:prstDash val="solid"/>
              <a:miter/>
            </a:ln>
          </p:spPr>
          <p:txBody>
            <a:bodyPr rtlCol="0" anchor="ctr"/>
            <a:lstStyle/>
            <a:p>
              <a:endParaRPr lang="en-US">
                <a:solidFill>
                  <a:srgbClr val="23004B"/>
                </a:solidFill>
              </a:endParaRPr>
            </a:p>
          </p:txBody>
        </p:sp>
        <p:sp>
          <p:nvSpPr>
            <p:cNvPr id="7" name="Freeform: Shape 10">
              <a:extLst>
                <a:ext uri="{FF2B5EF4-FFF2-40B4-BE49-F238E27FC236}">
                  <a16:creationId xmlns:a16="http://schemas.microsoft.com/office/drawing/2014/main" id="{6B4D932A-01CD-E5E3-26F4-6739F892B137}"/>
                </a:ext>
              </a:extLst>
            </p:cNvPr>
            <p:cNvSpPr/>
            <p:nvPr/>
          </p:nvSpPr>
          <p:spPr>
            <a:xfrm>
              <a:off x="11427581" y="278020"/>
              <a:ext cx="58498" cy="58097"/>
            </a:xfrm>
            <a:custGeom>
              <a:avLst/>
              <a:gdLst>
                <a:gd name="connsiteX0" fmla="*/ 0 w 373131"/>
                <a:gd name="connsiteY0" fmla="*/ 184010 h 370575"/>
                <a:gd name="connsiteX1" fmla="*/ 186566 w 373131"/>
                <a:gd name="connsiteY1" fmla="*/ 0 h 370575"/>
                <a:gd name="connsiteX2" fmla="*/ 373132 w 373131"/>
                <a:gd name="connsiteY2" fmla="*/ 184010 h 370575"/>
                <a:gd name="connsiteX3" fmla="*/ 186566 w 373131"/>
                <a:gd name="connsiteY3" fmla="*/ 370576 h 370575"/>
                <a:gd name="connsiteX4" fmla="*/ 0 w 373131"/>
                <a:gd name="connsiteY4" fmla="*/ 184010 h 370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3131" h="370575">
                  <a:moveTo>
                    <a:pt x="0" y="184010"/>
                  </a:moveTo>
                  <a:cubicBezTo>
                    <a:pt x="0" y="78375"/>
                    <a:pt x="86468" y="0"/>
                    <a:pt x="186566" y="0"/>
                  </a:cubicBezTo>
                  <a:cubicBezTo>
                    <a:pt x="286664" y="0"/>
                    <a:pt x="373132" y="77949"/>
                    <a:pt x="373132" y="184010"/>
                  </a:cubicBezTo>
                  <a:cubicBezTo>
                    <a:pt x="373132" y="295609"/>
                    <a:pt x="286664" y="370576"/>
                    <a:pt x="186566" y="370576"/>
                  </a:cubicBezTo>
                  <a:cubicBezTo>
                    <a:pt x="86468" y="370576"/>
                    <a:pt x="0" y="295183"/>
                    <a:pt x="0" y="184010"/>
                  </a:cubicBezTo>
                  <a:close/>
                </a:path>
              </a:pathLst>
            </a:custGeom>
            <a:grpFill/>
            <a:ln w="0" cap="flat">
              <a:noFill/>
              <a:prstDash val="solid"/>
              <a:miter/>
            </a:ln>
          </p:spPr>
          <p:txBody>
            <a:bodyPr rtlCol="0" anchor="ctr"/>
            <a:lstStyle/>
            <a:p>
              <a:endParaRPr lang="en-US">
                <a:solidFill>
                  <a:srgbClr val="23004B"/>
                </a:solidFill>
              </a:endParaRPr>
            </a:p>
          </p:txBody>
        </p:sp>
        <p:sp>
          <p:nvSpPr>
            <p:cNvPr id="8" name="Freeform: Shape 11">
              <a:extLst>
                <a:ext uri="{FF2B5EF4-FFF2-40B4-BE49-F238E27FC236}">
                  <a16:creationId xmlns:a16="http://schemas.microsoft.com/office/drawing/2014/main" id="{FA402FA3-6D69-1EF2-67C7-F916DABD9A4E}"/>
                </a:ext>
              </a:extLst>
            </p:cNvPr>
            <p:cNvSpPr/>
            <p:nvPr/>
          </p:nvSpPr>
          <p:spPr>
            <a:xfrm>
              <a:off x="10971482" y="370308"/>
              <a:ext cx="163074" cy="40468"/>
            </a:xfrm>
            <a:custGeom>
              <a:avLst/>
              <a:gdLst>
                <a:gd name="connsiteX0" fmla="*/ 871918 w 1040168"/>
                <a:gd name="connsiteY0" fmla="*/ 257273 h 258125"/>
                <a:gd name="connsiteX1" fmla="*/ 1040168 w 1040168"/>
                <a:gd name="connsiteY1" fmla="*/ 0 h 258125"/>
                <a:gd name="connsiteX2" fmla="*/ 0 w 1040168"/>
                <a:gd name="connsiteY2" fmla="*/ 0 h 258125"/>
                <a:gd name="connsiteX3" fmla="*/ 0 w 1040168"/>
                <a:gd name="connsiteY3" fmla="*/ 258125 h 258125"/>
                <a:gd name="connsiteX4" fmla="*/ 871918 w 1040168"/>
                <a:gd name="connsiteY4" fmla="*/ 257273 h 258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168" h="258125">
                  <a:moveTo>
                    <a:pt x="871918" y="257273"/>
                  </a:moveTo>
                  <a:lnTo>
                    <a:pt x="1040168" y="0"/>
                  </a:lnTo>
                  <a:lnTo>
                    <a:pt x="0" y="0"/>
                  </a:lnTo>
                  <a:lnTo>
                    <a:pt x="0" y="258125"/>
                  </a:lnTo>
                  <a:lnTo>
                    <a:pt x="871918" y="257273"/>
                  </a:lnTo>
                  <a:close/>
                </a:path>
              </a:pathLst>
            </a:custGeom>
            <a:grpFill/>
            <a:ln w="0" cap="flat">
              <a:noFill/>
              <a:prstDash val="solid"/>
              <a:miter/>
            </a:ln>
          </p:spPr>
          <p:txBody>
            <a:bodyPr rtlCol="0" anchor="ctr"/>
            <a:lstStyle/>
            <a:p>
              <a:endParaRPr lang="en-US">
                <a:solidFill>
                  <a:srgbClr val="23004B"/>
                </a:solidFill>
              </a:endParaRPr>
            </a:p>
          </p:txBody>
        </p:sp>
        <p:sp>
          <p:nvSpPr>
            <p:cNvPr id="9" name="Freeform: Shape 12">
              <a:extLst>
                <a:ext uri="{FF2B5EF4-FFF2-40B4-BE49-F238E27FC236}">
                  <a16:creationId xmlns:a16="http://schemas.microsoft.com/office/drawing/2014/main" id="{BD02A505-6499-7A5D-1C14-963A0EDFEF90}"/>
                </a:ext>
              </a:extLst>
            </p:cNvPr>
            <p:cNvSpPr/>
            <p:nvPr/>
          </p:nvSpPr>
          <p:spPr>
            <a:xfrm>
              <a:off x="10956590" y="522096"/>
              <a:ext cx="163608" cy="40468"/>
            </a:xfrm>
            <a:custGeom>
              <a:avLst/>
              <a:gdLst>
                <a:gd name="connsiteX0" fmla="*/ 0 w 1043575"/>
                <a:gd name="connsiteY0" fmla="*/ 257699 h 258125"/>
                <a:gd name="connsiteX1" fmla="*/ 1043576 w 1043575"/>
                <a:gd name="connsiteY1" fmla="*/ 258125 h 258125"/>
                <a:gd name="connsiteX2" fmla="*/ 1043576 w 1043575"/>
                <a:gd name="connsiteY2" fmla="*/ 0 h 258125"/>
                <a:gd name="connsiteX3" fmla="*/ 168676 w 1043575"/>
                <a:gd name="connsiteY3" fmla="*/ 0 h 258125"/>
                <a:gd name="connsiteX4" fmla="*/ 0 w 1043575"/>
                <a:gd name="connsiteY4" fmla="*/ 257699 h 258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3575" h="258125">
                  <a:moveTo>
                    <a:pt x="0" y="257699"/>
                  </a:moveTo>
                  <a:lnTo>
                    <a:pt x="1043576" y="258125"/>
                  </a:lnTo>
                  <a:lnTo>
                    <a:pt x="1043576" y="0"/>
                  </a:lnTo>
                  <a:lnTo>
                    <a:pt x="168676" y="0"/>
                  </a:lnTo>
                  <a:lnTo>
                    <a:pt x="0" y="257699"/>
                  </a:lnTo>
                  <a:close/>
                </a:path>
              </a:pathLst>
            </a:custGeom>
            <a:grpFill/>
            <a:ln w="0" cap="flat">
              <a:noFill/>
              <a:prstDash val="solid"/>
              <a:miter/>
            </a:ln>
          </p:spPr>
          <p:txBody>
            <a:bodyPr rtlCol="0" anchor="ctr"/>
            <a:lstStyle/>
            <a:p>
              <a:endParaRPr lang="en-US">
                <a:solidFill>
                  <a:srgbClr val="23004B"/>
                </a:solidFill>
              </a:endParaRPr>
            </a:p>
          </p:txBody>
        </p:sp>
        <p:sp>
          <p:nvSpPr>
            <p:cNvPr id="10" name="Freeform: Shape 13">
              <a:extLst>
                <a:ext uri="{FF2B5EF4-FFF2-40B4-BE49-F238E27FC236}">
                  <a16:creationId xmlns:a16="http://schemas.microsoft.com/office/drawing/2014/main" id="{50ACBD04-F9C4-DB96-F249-5D21064D8885}"/>
                </a:ext>
              </a:extLst>
            </p:cNvPr>
            <p:cNvSpPr/>
            <p:nvPr/>
          </p:nvSpPr>
          <p:spPr>
            <a:xfrm>
              <a:off x="10991716" y="424065"/>
              <a:ext cx="107714" cy="84408"/>
            </a:xfrm>
            <a:custGeom>
              <a:avLst/>
              <a:gdLst>
                <a:gd name="connsiteX0" fmla="*/ 0 w 687056"/>
                <a:gd name="connsiteY0" fmla="*/ 538400 h 538399"/>
                <a:gd name="connsiteX1" fmla="*/ 334370 w 687056"/>
                <a:gd name="connsiteY1" fmla="*/ 538400 h 538399"/>
                <a:gd name="connsiteX2" fmla="*/ 687056 w 687056"/>
                <a:gd name="connsiteY2" fmla="*/ 0 h 538399"/>
                <a:gd name="connsiteX3" fmla="*/ 353112 w 687056"/>
                <a:gd name="connsiteY3" fmla="*/ 426 h 538399"/>
                <a:gd name="connsiteX4" fmla="*/ 0 w 687056"/>
                <a:gd name="connsiteY4" fmla="*/ 538400 h 5383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7056" h="538399">
                  <a:moveTo>
                    <a:pt x="0" y="538400"/>
                  </a:moveTo>
                  <a:lnTo>
                    <a:pt x="334370" y="538400"/>
                  </a:lnTo>
                  <a:lnTo>
                    <a:pt x="687056" y="0"/>
                  </a:lnTo>
                  <a:lnTo>
                    <a:pt x="353112" y="426"/>
                  </a:lnTo>
                  <a:lnTo>
                    <a:pt x="0" y="538400"/>
                  </a:lnTo>
                  <a:close/>
                </a:path>
              </a:pathLst>
            </a:custGeom>
            <a:grpFill/>
            <a:ln w="0" cap="flat">
              <a:noFill/>
              <a:prstDash val="solid"/>
              <a:miter/>
            </a:ln>
          </p:spPr>
          <p:txBody>
            <a:bodyPr rtlCol="0" anchor="ctr"/>
            <a:lstStyle/>
            <a:p>
              <a:endParaRPr lang="en-US">
                <a:solidFill>
                  <a:srgbClr val="23004B"/>
                </a:solidFill>
              </a:endParaRPr>
            </a:p>
          </p:txBody>
        </p:sp>
        <p:sp>
          <p:nvSpPr>
            <p:cNvPr id="11" name="Freeform: Shape 14">
              <a:extLst>
                <a:ext uri="{FF2B5EF4-FFF2-40B4-BE49-F238E27FC236}">
                  <a16:creationId xmlns:a16="http://schemas.microsoft.com/office/drawing/2014/main" id="{C942F8D6-7C2D-3976-4BDB-64AB34D953EA}"/>
                </a:ext>
              </a:extLst>
            </p:cNvPr>
            <p:cNvSpPr/>
            <p:nvPr/>
          </p:nvSpPr>
          <p:spPr>
            <a:xfrm>
              <a:off x="11660372" y="536254"/>
              <a:ext cx="29115" cy="29115"/>
            </a:xfrm>
            <a:custGeom>
              <a:avLst/>
              <a:gdLst>
                <a:gd name="connsiteX0" fmla="*/ 100524 w 185713"/>
                <a:gd name="connsiteY0" fmla="*/ 52392 h 185713"/>
                <a:gd name="connsiteX1" fmla="*/ 119692 w 185713"/>
                <a:gd name="connsiteY1" fmla="*/ 71985 h 185713"/>
                <a:gd name="connsiteX2" fmla="*/ 100524 w 185713"/>
                <a:gd name="connsiteY2" fmla="*/ 90727 h 185713"/>
                <a:gd name="connsiteX3" fmla="*/ 71133 w 185713"/>
                <a:gd name="connsiteY3" fmla="*/ 90727 h 185713"/>
                <a:gd name="connsiteX4" fmla="*/ 71133 w 185713"/>
                <a:gd name="connsiteY4" fmla="*/ 51966 h 185713"/>
                <a:gd name="connsiteX5" fmla="*/ 100524 w 185713"/>
                <a:gd name="connsiteY5" fmla="*/ 51966 h 185713"/>
                <a:gd name="connsiteX6" fmla="*/ 117988 w 185713"/>
                <a:gd name="connsiteY6" fmla="*/ 146101 h 185713"/>
                <a:gd name="connsiteX7" fmla="*/ 135452 w 185713"/>
                <a:gd name="connsiteY7" fmla="*/ 146101 h 185713"/>
                <a:gd name="connsiteX8" fmla="*/ 106913 w 185713"/>
                <a:gd name="connsiteY8" fmla="*/ 103506 h 185713"/>
                <a:gd name="connsiteX9" fmla="*/ 134174 w 185713"/>
                <a:gd name="connsiteY9" fmla="*/ 71985 h 185713"/>
                <a:gd name="connsiteX10" fmla="*/ 100524 w 185713"/>
                <a:gd name="connsiteY10" fmla="*/ 39613 h 185713"/>
                <a:gd name="connsiteX11" fmla="*/ 57077 w 185713"/>
                <a:gd name="connsiteY11" fmla="*/ 39613 h 185713"/>
                <a:gd name="connsiteX12" fmla="*/ 57077 w 185713"/>
                <a:gd name="connsiteY12" fmla="*/ 146101 h 185713"/>
                <a:gd name="connsiteX13" fmla="*/ 71133 w 185713"/>
                <a:gd name="connsiteY13" fmla="*/ 146101 h 185713"/>
                <a:gd name="connsiteX14" fmla="*/ 71133 w 185713"/>
                <a:gd name="connsiteY14" fmla="*/ 103932 h 185713"/>
                <a:gd name="connsiteX15" fmla="*/ 90301 w 185713"/>
                <a:gd name="connsiteY15" fmla="*/ 103932 h 185713"/>
                <a:gd name="connsiteX16" fmla="*/ 117988 w 185713"/>
                <a:gd name="connsiteY16" fmla="*/ 146101 h 185713"/>
                <a:gd name="connsiteX17" fmla="*/ 92857 w 185713"/>
                <a:gd name="connsiteY17" fmla="*/ 12778 h 185713"/>
                <a:gd name="connsiteX18" fmla="*/ 172510 w 185713"/>
                <a:gd name="connsiteY18" fmla="*/ 92431 h 185713"/>
                <a:gd name="connsiteX19" fmla="*/ 92857 w 185713"/>
                <a:gd name="connsiteY19" fmla="*/ 172509 h 185713"/>
                <a:gd name="connsiteX20" fmla="*/ 12779 w 185713"/>
                <a:gd name="connsiteY20" fmla="*/ 92431 h 185713"/>
                <a:gd name="connsiteX21" fmla="*/ 92857 w 185713"/>
                <a:gd name="connsiteY21" fmla="*/ 12778 h 185713"/>
                <a:gd name="connsiteX22" fmla="*/ 92857 w 185713"/>
                <a:gd name="connsiteY22" fmla="*/ 185714 h 185713"/>
                <a:gd name="connsiteX23" fmla="*/ 185714 w 185713"/>
                <a:gd name="connsiteY23" fmla="*/ 92857 h 185713"/>
                <a:gd name="connsiteX24" fmla="*/ 92857 w 185713"/>
                <a:gd name="connsiteY24" fmla="*/ 0 h 185713"/>
                <a:gd name="connsiteX25" fmla="*/ 0 w 185713"/>
                <a:gd name="connsiteY25" fmla="*/ 92857 h 185713"/>
                <a:gd name="connsiteX26" fmla="*/ 92857 w 185713"/>
                <a:gd name="connsiteY26" fmla="*/ 185714 h 185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85713" h="185713">
                  <a:moveTo>
                    <a:pt x="100524" y="52392"/>
                  </a:moveTo>
                  <a:cubicBezTo>
                    <a:pt x="110747" y="52392"/>
                    <a:pt x="119692" y="60485"/>
                    <a:pt x="119692" y="71985"/>
                  </a:cubicBezTo>
                  <a:cubicBezTo>
                    <a:pt x="119692" y="83060"/>
                    <a:pt x="110321" y="90727"/>
                    <a:pt x="100524" y="90727"/>
                  </a:cubicBezTo>
                  <a:lnTo>
                    <a:pt x="71133" y="90727"/>
                  </a:lnTo>
                  <a:lnTo>
                    <a:pt x="71133" y="51966"/>
                  </a:lnTo>
                  <a:lnTo>
                    <a:pt x="100524" y="51966"/>
                  </a:lnTo>
                  <a:close/>
                  <a:moveTo>
                    <a:pt x="117988" y="146101"/>
                  </a:moveTo>
                  <a:lnTo>
                    <a:pt x="135452" y="146101"/>
                  </a:lnTo>
                  <a:lnTo>
                    <a:pt x="106913" y="103506"/>
                  </a:lnTo>
                  <a:cubicBezTo>
                    <a:pt x="112877" y="103506"/>
                    <a:pt x="134174" y="95413"/>
                    <a:pt x="134174" y="71985"/>
                  </a:cubicBezTo>
                  <a:cubicBezTo>
                    <a:pt x="134174" y="52392"/>
                    <a:pt x="118840" y="39613"/>
                    <a:pt x="100524" y="39613"/>
                  </a:cubicBezTo>
                  <a:lnTo>
                    <a:pt x="57077" y="39613"/>
                  </a:lnTo>
                  <a:lnTo>
                    <a:pt x="57077" y="146101"/>
                  </a:lnTo>
                  <a:lnTo>
                    <a:pt x="71133" y="146101"/>
                  </a:lnTo>
                  <a:lnTo>
                    <a:pt x="71133" y="103932"/>
                  </a:lnTo>
                  <a:lnTo>
                    <a:pt x="90301" y="103932"/>
                  </a:lnTo>
                  <a:lnTo>
                    <a:pt x="117988" y="146101"/>
                  </a:lnTo>
                  <a:close/>
                  <a:moveTo>
                    <a:pt x="92857" y="12778"/>
                  </a:moveTo>
                  <a:cubicBezTo>
                    <a:pt x="137156" y="12778"/>
                    <a:pt x="172510" y="47706"/>
                    <a:pt x="172510" y="92431"/>
                  </a:cubicBezTo>
                  <a:cubicBezTo>
                    <a:pt x="172510" y="137156"/>
                    <a:pt x="137156" y="172509"/>
                    <a:pt x="92857" y="172509"/>
                  </a:cubicBezTo>
                  <a:cubicBezTo>
                    <a:pt x="48558" y="172509"/>
                    <a:pt x="12779" y="136304"/>
                    <a:pt x="12779" y="92431"/>
                  </a:cubicBezTo>
                  <a:cubicBezTo>
                    <a:pt x="12779" y="48558"/>
                    <a:pt x="48558" y="12778"/>
                    <a:pt x="92857" y="12778"/>
                  </a:cubicBezTo>
                  <a:moveTo>
                    <a:pt x="92857" y="185714"/>
                  </a:moveTo>
                  <a:cubicBezTo>
                    <a:pt x="144397" y="185714"/>
                    <a:pt x="185714" y="143971"/>
                    <a:pt x="185714" y="92857"/>
                  </a:cubicBezTo>
                  <a:cubicBezTo>
                    <a:pt x="185714" y="41743"/>
                    <a:pt x="144397" y="0"/>
                    <a:pt x="92857" y="0"/>
                  </a:cubicBezTo>
                  <a:cubicBezTo>
                    <a:pt x="41317" y="0"/>
                    <a:pt x="0" y="41317"/>
                    <a:pt x="0" y="92857"/>
                  </a:cubicBezTo>
                  <a:cubicBezTo>
                    <a:pt x="0" y="144397"/>
                    <a:pt x="41743" y="185714"/>
                    <a:pt x="92857" y="185714"/>
                  </a:cubicBezTo>
                </a:path>
              </a:pathLst>
            </a:custGeom>
            <a:grpFill/>
            <a:ln w="0" cap="flat">
              <a:noFill/>
              <a:prstDash val="solid"/>
              <a:miter/>
            </a:ln>
          </p:spPr>
          <p:txBody>
            <a:bodyPr rtlCol="0" anchor="ctr"/>
            <a:lstStyle/>
            <a:p>
              <a:endParaRPr lang="en-US">
                <a:solidFill>
                  <a:srgbClr val="23004B"/>
                </a:solidFill>
              </a:endParaRPr>
            </a:p>
          </p:txBody>
        </p:sp>
      </p:grpSp>
      <p:sp>
        <p:nvSpPr>
          <p:cNvPr id="22" name="Title 1">
            <a:extLst>
              <a:ext uri="{FF2B5EF4-FFF2-40B4-BE49-F238E27FC236}">
                <a16:creationId xmlns:a16="http://schemas.microsoft.com/office/drawing/2014/main" id="{659C4402-6262-447A-9694-06329760C718}"/>
              </a:ext>
            </a:extLst>
          </p:cNvPr>
          <p:cNvSpPr>
            <a:spLocks noGrp="1"/>
          </p:cNvSpPr>
          <p:nvPr>
            <p:ph type="title" hasCustomPrompt="1"/>
          </p:nvPr>
        </p:nvSpPr>
        <p:spPr>
          <a:xfrm>
            <a:off x="274320" y="274320"/>
            <a:ext cx="10515600" cy="457200"/>
          </a:xfrm>
        </p:spPr>
        <p:txBody>
          <a:bodyPr>
            <a:normAutofit/>
          </a:bodyPr>
          <a:lstStyle>
            <a:lvl1pPr>
              <a:defRPr sz="1800">
                <a:solidFill>
                  <a:schemeClr val="accent4"/>
                </a:solidFill>
              </a:defRPr>
            </a:lvl1pPr>
          </a:lstStyle>
          <a:p>
            <a:r>
              <a:rPr lang="en-US"/>
              <a:t>Slide Title – 18pt</a:t>
            </a:r>
          </a:p>
        </p:txBody>
      </p:sp>
    </p:spTree>
    <p:extLst>
      <p:ext uri="{BB962C8B-B14F-4D97-AF65-F5344CB8AC3E}">
        <p14:creationId xmlns:p14="http://schemas.microsoft.com/office/powerpoint/2010/main" val="211152336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2Col Light">
    <p:spTree>
      <p:nvGrpSpPr>
        <p:cNvPr id="1" name=""/>
        <p:cNvGrpSpPr/>
        <p:nvPr/>
      </p:nvGrpSpPr>
      <p:grpSpPr>
        <a:xfrm>
          <a:off x="0" y="0"/>
          <a:ext cx="0" cy="0"/>
          <a:chOff x="0" y="0"/>
          <a:chExt cx="0" cy="0"/>
        </a:xfrm>
      </p:grpSpPr>
      <p:sp>
        <p:nvSpPr>
          <p:cNvPr id="38" name="Subtitle 2">
            <a:extLst>
              <a:ext uri="{FF2B5EF4-FFF2-40B4-BE49-F238E27FC236}">
                <a16:creationId xmlns:a16="http://schemas.microsoft.com/office/drawing/2014/main" id="{4335EF39-A00D-30CA-7998-556A1C249CE6}"/>
              </a:ext>
            </a:extLst>
          </p:cNvPr>
          <p:cNvSpPr>
            <a:spLocks noGrp="1"/>
          </p:cNvSpPr>
          <p:nvPr>
            <p:ph type="subTitle" idx="1" hasCustomPrompt="1"/>
          </p:nvPr>
        </p:nvSpPr>
        <p:spPr>
          <a:xfrm>
            <a:off x="274320" y="909659"/>
            <a:ext cx="10972800" cy="731520"/>
          </a:xfrm>
          <a:prstGeom prst="rect">
            <a:avLst/>
          </a:prstGeom>
        </p:spPr>
        <p:txBody>
          <a:bodyPr>
            <a:normAutofit/>
          </a:bodyPr>
          <a:lstStyle>
            <a:lvl1pPr marL="0" indent="0" algn="l">
              <a:lnSpc>
                <a:spcPct val="100000"/>
              </a:lnSpc>
              <a:buNone/>
              <a:defRPr sz="1600">
                <a:solidFill>
                  <a:srgbClr val="23004B"/>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Summary statement, may underline or bold 1-2 words for emphasis and extend 1-2 lines. Text should be 16pt. Delete this box if not needed.</a:t>
            </a:r>
          </a:p>
        </p:txBody>
      </p:sp>
      <p:sp>
        <p:nvSpPr>
          <p:cNvPr id="39" name="Text Placeholder 20">
            <a:extLst>
              <a:ext uri="{FF2B5EF4-FFF2-40B4-BE49-F238E27FC236}">
                <a16:creationId xmlns:a16="http://schemas.microsoft.com/office/drawing/2014/main" id="{D946022C-A5FF-F315-B537-4AC1E214B2BE}"/>
              </a:ext>
            </a:extLst>
          </p:cNvPr>
          <p:cNvSpPr>
            <a:spLocks noGrp="1"/>
          </p:cNvSpPr>
          <p:nvPr>
            <p:ph type="body" sz="quarter" idx="18" hasCustomPrompt="1"/>
          </p:nvPr>
        </p:nvSpPr>
        <p:spPr>
          <a:xfrm>
            <a:off x="274320" y="1828800"/>
            <a:ext cx="5212080" cy="4572000"/>
          </a:xfrm>
        </p:spPr>
        <p:txBody>
          <a:bodyPr>
            <a:normAutofit/>
          </a:bodyPr>
          <a:lstStyle>
            <a:lvl1pPr marL="0" indent="0">
              <a:buNone/>
              <a:defRPr sz="1400"/>
            </a:lvl1pPr>
          </a:lstStyle>
          <a:p>
            <a:pPr lvl="0"/>
            <a:r>
              <a:rPr lang="en-US"/>
              <a:t>Body text, ideally 14pt or larger.</a:t>
            </a:r>
          </a:p>
        </p:txBody>
      </p:sp>
      <p:grpSp>
        <p:nvGrpSpPr>
          <p:cNvPr id="2" name="Group 1">
            <a:extLst>
              <a:ext uri="{FF2B5EF4-FFF2-40B4-BE49-F238E27FC236}">
                <a16:creationId xmlns:a16="http://schemas.microsoft.com/office/drawing/2014/main" id="{B8363433-4E85-1906-7F0D-BF36B1F30C84}"/>
              </a:ext>
            </a:extLst>
          </p:cNvPr>
          <p:cNvGrpSpPr/>
          <p:nvPr/>
        </p:nvGrpSpPr>
        <p:grpSpPr>
          <a:xfrm>
            <a:off x="10972800" y="274320"/>
            <a:ext cx="732897" cy="319002"/>
            <a:chOff x="10956590" y="246968"/>
            <a:chExt cx="732897" cy="319002"/>
          </a:xfrm>
          <a:solidFill>
            <a:srgbClr val="23004B"/>
          </a:solidFill>
        </p:grpSpPr>
        <p:sp>
          <p:nvSpPr>
            <p:cNvPr id="3" name="Freeform: Shape 6">
              <a:extLst>
                <a:ext uri="{FF2B5EF4-FFF2-40B4-BE49-F238E27FC236}">
                  <a16:creationId xmlns:a16="http://schemas.microsoft.com/office/drawing/2014/main" id="{3307070F-14F8-1F7E-9FA1-8D34C1FBB305}"/>
                </a:ext>
              </a:extLst>
            </p:cNvPr>
            <p:cNvSpPr/>
            <p:nvPr/>
          </p:nvSpPr>
          <p:spPr>
            <a:xfrm>
              <a:off x="11502373" y="368572"/>
              <a:ext cx="152189" cy="197064"/>
            </a:xfrm>
            <a:custGeom>
              <a:avLst/>
              <a:gdLst>
                <a:gd name="connsiteX0" fmla="*/ 573754 w 970738"/>
                <a:gd name="connsiteY0" fmla="*/ 503046 h 1256976"/>
                <a:gd name="connsiteX1" fmla="*/ 309665 w 970738"/>
                <a:gd name="connsiteY1" fmla="*/ 342037 h 1256976"/>
                <a:gd name="connsiteX2" fmla="*/ 479193 w 970738"/>
                <a:gd name="connsiteY2" fmla="*/ 230013 h 1256976"/>
                <a:gd name="connsiteX3" fmla="*/ 728799 w 970738"/>
                <a:gd name="connsiteY3" fmla="*/ 347575 h 1256976"/>
                <a:gd name="connsiteX4" fmla="*/ 898327 w 970738"/>
                <a:gd name="connsiteY4" fmla="*/ 181028 h 1256976"/>
                <a:gd name="connsiteX5" fmla="*/ 479193 w 970738"/>
                <a:gd name="connsiteY5" fmla="*/ 0 h 1256976"/>
                <a:gd name="connsiteX6" fmla="*/ 48558 w 970738"/>
                <a:gd name="connsiteY6" fmla="*/ 356094 h 1256976"/>
                <a:gd name="connsiteX7" fmla="*/ 404652 w 970738"/>
                <a:gd name="connsiteY7" fmla="*/ 726244 h 1256976"/>
                <a:gd name="connsiteX8" fmla="*/ 697705 w 970738"/>
                <a:gd name="connsiteY8" fmla="*/ 895772 h 1256976"/>
                <a:gd name="connsiteX9" fmla="*/ 485156 w 970738"/>
                <a:gd name="connsiteY9" fmla="*/ 1024834 h 1256976"/>
                <a:gd name="connsiteX10" fmla="*/ 174639 w 970738"/>
                <a:gd name="connsiteY10" fmla="*/ 888105 h 1256976"/>
                <a:gd name="connsiteX11" fmla="*/ 0 w 970738"/>
                <a:gd name="connsiteY11" fmla="*/ 1057632 h 1256976"/>
                <a:gd name="connsiteX12" fmla="*/ 502620 w 970738"/>
                <a:gd name="connsiteY12" fmla="*/ 1256977 h 1256976"/>
                <a:gd name="connsiteX13" fmla="*/ 970738 w 970738"/>
                <a:gd name="connsiteY13" fmla="*/ 880863 h 1256976"/>
                <a:gd name="connsiteX14" fmla="*/ 574606 w 970738"/>
                <a:gd name="connsiteY14" fmla="*/ 501768 h 125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70738" h="1256976">
                  <a:moveTo>
                    <a:pt x="573754" y="503046"/>
                  </a:moveTo>
                  <a:cubicBezTo>
                    <a:pt x="384206" y="454062"/>
                    <a:pt x="309665" y="434042"/>
                    <a:pt x="309665" y="342037"/>
                  </a:cubicBezTo>
                  <a:cubicBezTo>
                    <a:pt x="309665" y="270478"/>
                    <a:pt x="370150" y="230013"/>
                    <a:pt x="479193" y="230013"/>
                  </a:cubicBezTo>
                  <a:cubicBezTo>
                    <a:pt x="588236" y="230013"/>
                    <a:pt x="671722" y="281553"/>
                    <a:pt x="728799" y="347575"/>
                  </a:cubicBezTo>
                  <a:lnTo>
                    <a:pt x="898327" y="181028"/>
                  </a:lnTo>
                  <a:cubicBezTo>
                    <a:pt x="806322" y="80504"/>
                    <a:pt x="671722" y="0"/>
                    <a:pt x="479193" y="0"/>
                  </a:cubicBezTo>
                  <a:cubicBezTo>
                    <a:pt x="241087" y="0"/>
                    <a:pt x="48558" y="115006"/>
                    <a:pt x="48558" y="356094"/>
                  </a:cubicBezTo>
                  <a:cubicBezTo>
                    <a:pt x="48558" y="597181"/>
                    <a:pt x="226605" y="677685"/>
                    <a:pt x="404652" y="726244"/>
                  </a:cubicBezTo>
                  <a:cubicBezTo>
                    <a:pt x="608681" y="783747"/>
                    <a:pt x="697705" y="798229"/>
                    <a:pt x="697705" y="895772"/>
                  </a:cubicBezTo>
                  <a:cubicBezTo>
                    <a:pt x="697705" y="976276"/>
                    <a:pt x="631683" y="1024834"/>
                    <a:pt x="485156" y="1024834"/>
                  </a:cubicBezTo>
                  <a:cubicBezTo>
                    <a:pt x="355668" y="1024834"/>
                    <a:pt x="248754" y="981813"/>
                    <a:pt x="174639" y="888105"/>
                  </a:cubicBezTo>
                  <a:lnTo>
                    <a:pt x="0" y="1057632"/>
                  </a:lnTo>
                  <a:cubicBezTo>
                    <a:pt x="93283" y="1166249"/>
                    <a:pt x="263237" y="1256977"/>
                    <a:pt x="502620" y="1256977"/>
                  </a:cubicBezTo>
                  <a:cubicBezTo>
                    <a:pt x="844232" y="1256977"/>
                    <a:pt x="970738" y="1087449"/>
                    <a:pt x="970738" y="880863"/>
                  </a:cubicBezTo>
                  <a:cubicBezTo>
                    <a:pt x="970738" y="625294"/>
                    <a:pt x="764153" y="550753"/>
                    <a:pt x="574606" y="501768"/>
                  </a:cubicBezTo>
                  <a:close/>
                </a:path>
              </a:pathLst>
            </a:custGeom>
            <a:grpFill/>
            <a:ln w="0" cap="flat">
              <a:noFill/>
              <a:prstDash val="solid"/>
              <a:miter/>
            </a:ln>
          </p:spPr>
          <p:txBody>
            <a:bodyPr rtlCol="0" anchor="ctr"/>
            <a:lstStyle/>
            <a:p>
              <a:endParaRPr lang="en-US">
                <a:solidFill>
                  <a:srgbClr val="23004B"/>
                </a:solidFill>
              </a:endParaRPr>
            </a:p>
          </p:txBody>
        </p:sp>
        <p:sp>
          <p:nvSpPr>
            <p:cNvPr id="4" name="Freeform: Shape 7">
              <a:extLst>
                <a:ext uri="{FF2B5EF4-FFF2-40B4-BE49-F238E27FC236}">
                  <a16:creationId xmlns:a16="http://schemas.microsoft.com/office/drawing/2014/main" id="{08295935-7621-1678-FB40-A4AAA82450FD}"/>
                </a:ext>
              </a:extLst>
            </p:cNvPr>
            <p:cNvSpPr/>
            <p:nvPr/>
          </p:nvSpPr>
          <p:spPr>
            <a:xfrm>
              <a:off x="11129146" y="368572"/>
              <a:ext cx="198854" cy="197398"/>
            </a:xfrm>
            <a:custGeom>
              <a:avLst/>
              <a:gdLst>
                <a:gd name="connsiteX0" fmla="*/ 678111 w 1268394"/>
                <a:gd name="connsiteY0" fmla="*/ 1015037 h 1259106"/>
                <a:gd name="connsiteX1" fmla="*/ 1020149 w 1268394"/>
                <a:gd name="connsiteY1" fmla="*/ 885549 h 1259106"/>
                <a:gd name="connsiteX2" fmla="*/ 1189677 w 1268394"/>
                <a:gd name="connsiteY2" fmla="*/ 1063596 h 1259106"/>
                <a:gd name="connsiteX3" fmla="*/ 681093 w 1268394"/>
                <a:gd name="connsiteY3" fmla="*/ 1259106 h 1259106"/>
                <a:gd name="connsiteX4" fmla="*/ 0 w 1268394"/>
                <a:gd name="connsiteY4" fmla="*/ 629553 h 1259106"/>
                <a:gd name="connsiteX5" fmla="*/ 643610 w 1268394"/>
                <a:gd name="connsiteY5" fmla="*/ 0 h 1259106"/>
                <a:gd name="connsiteX6" fmla="*/ 1267199 w 1268394"/>
                <a:gd name="connsiteY6" fmla="*/ 727096 h 1259106"/>
                <a:gd name="connsiteX7" fmla="*/ 295609 w 1268394"/>
                <a:gd name="connsiteY7" fmla="*/ 727096 h 1259106"/>
                <a:gd name="connsiteX8" fmla="*/ 677685 w 1268394"/>
                <a:gd name="connsiteY8" fmla="*/ 1014611 h 1259106"/>
                <a:gd name="connsiteX9" fmla="*/ 974146 w 1268394"/>
                <a:gd name="connsiteY9" fmla="*/ 526473 h 1259106"/>
                <a:gd name="connsiteX10" fmla="*/ 646591 w 1268394"/>
                <a:gd name="connsiteY10" fmla="*/ 241939 h 1259106"/>
                <a:gd name="connsiteX11" fmla="*/ 296035 w 1268394"/>
                <a:gd name="connsiteY11" fmla="*/ 526473 h 1259106"/>
                <a:gd name="connsiteX12" fmla="*/ 974146 w 1268394"/>
                <a:gd name="connsiteY12" fmla="*/ 526473 h 1259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8394" h="1259106">
                  <a:moveTo>
                    <a:pt x="678111" y="1015037"/>
                  </a:moveTo>
                  <a:cubicBezTo>
                    <a:pt x="836139" y="1015037"/>
                    <a:pt x="951145" y="951997"/>
                    <a:pt x="1020149" y="885549"/>
                  </a:cubicBezTo>
                  <a:lnTo>
                    <a:pt x="1189677" y="1063596"/>
                  </a:lnTo>
                  <a:cubicBezTo>
                    <a:pt x="1077652" y="1175620"/>
                    <a:pt x="922606" y="1259106"/>
                    <a:pt x="681093" y="1259106"/>
                  </a:cubicBezTo>
                  <a:cubicBezTo>
                    <a:pt x="267070" y="1259106"/>
                    <a:pt x="0" y="991610"/>
                    <a:pt x="0" y="629553"/>
                  </a:cubicBezTo>
                  <a:cubicBezTo>
                    <a:pt x="0" y="267496"/>
                    <a:pt x="281553" y="0"/>
                    <a:pt x="643610" y="0"/>
                  </a:cubicBezTo>
                  <a:cubicBezTo>
                    <a:pt x="1054651" y="0"/>
                    <a:pt x="1287219" y="304554"/>
                    <a:pt x="1267199" y="727096"/>
                  </a:cubicBezTo>
                  <a:lnTo>
                    <a:pt x="295609" y="727096"/>
                  </a:lnTo>
                  <a:cubicBezTo>
                    <a:pt x="330111" y="902587"/>
                    <a:pt x="456618" y="1014611"/>
                    <a:pt x="677685" y="1014611"/>
                  </a:cubicBezTo>
                  <a:close/>
                  <a:moveTo>
                    <a:pt x="974146" y="526473"/>
                  </a:moveTo>
                  <a:cubicBezTo>
                    <a:pt x="948163" y="362483"/>
                    <a:pt x="847639" y="241939"/>
                    <a:pt x="646591" y="241939"/>
                  </a:cubicBezTo>
                  <a:cubicBezTo>
                    <a:pt x="459599" y="241939"/>
                    <a:pt x="330537" y="345445"/>
                    <a:pt x="296035" y="526473"/>
                  </a:cubicBezTo>
                  <a:lnTo>
                    <a:pt x="974146" y="526473"/>
                  </a:lnTo>
                  <a:close/>
                </a:path>
              </a:pathLst>
            </a:custGeom>
            <a:grpFill/>
            <a:ln w="0" cap="flat">
              <a:noFill/>
              <a:prstDash val="solid"/>
              <a:miter/>
            </a:ln>
          </p:spPr>
          <p:txBody>
            <a:bodyPr rtlCol="0" anchor="ctr"/>
            <a:lstStyle/>
            <a:p>
              <a:endParaRPr lang="en-US">
                <a:solidFill>
                  <a:srgbClr val="23004B"/>
                </a:solidFill>
              </a:endParaRPr>
            </a:p>
          </p:txBody>
        </p:sp>
        <p:sp>
          <p:nvSpPr>
            <p:cNvPr id="5" name="Freeform: Shape 8">
              <a:extLst>
                <a:ext uri="{FF2B5EF4-FFF2-40B4-BE49-F238E27FC236}">
                  <a16:creationId xmlns:a16="http://schemas.microsoft.com/office/drawing/2014/main" id="{B2EBA581-3BBF-6F27-1B71-776C79EBCD33}"/>
                </a:ext>
              </a:extLst>
            </p:cNvPr>
            <p:cNvSpPr/>
            <p:nvPr/>
          </p:nvSpPr>
          <p:spPr>
            <a:xfrm>
              <a:off x="11359466" y="246968"/>
              <a:ext cx="44074" cy="315262"/>
            </a:xfrm>
            <a:custGeom>
              <a:avLst/>
              <a:gdLst>
                <a:gd name="connsiteX0" fmla="*/ 0 w 281126"/>
                <a:gd name="connsiteY0" fmla="*/ 0 h 2010906"/>
                <a:gd name="connsiteX1" fmla="*/ 281127 w 281126"/>
                <a:gd name="connsiteY1" fmla="*/ 0 h 2010906"/>
                <a:gd name="connsiteX2" fmla="*/ 281127 w 281126"/>
                <a:gd name="connsiteY2" fmla="*/ 2010907 h 2010906"/>
                <a:gd name="connsiteX3" fmla="*/ 0 w 281126"/>
                <a:gd name="connsiteY3" fmla="*/ 2010907 h 2010906"/>
                <a:gd name="connsiteX4" fmla="*/ 0 w 281126"/>
                <a:gd name="connsiteY4" fmla="*/ 0 h 2010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126" h="2010906">
                  <a:moveTo>
                    <a:pt x="0" y="0"/>
                  </a:moveTo>
                  <a:lnTo>
                    <a:pt x="281127" y="0"/>
                  </a:lnTo>
                  <a:lnTo>
                    <a:pt x="281127" y="2010907"/>
                  </a:lnTo>
                  <a:lnTo>
                    <a:pt x="0" y="2010907"/>
                  </a:lnTo>
                  <a:lnTo>
                    <a:pt x="0" y="0"/>
                  </a:lnTo>
                  <a:close/>
                </a:path>
              </a:pathLst>
            </a:custGeom>
            <a:grpFill/>
            <a:ln w="0" cap="flat">
              <a:noFill/>
              <a:prstDash val="solid"/>
              <a:miter/>
            </a:ln>
          </p:spPr>
          <p:txBody>
            <a:bodyPr rtlCol="0" anchor="ctr"/>
            <a:lstStyle/>
            <a:p>
              <a:endParaRPr lang="en-US">
                <a:solidFill>
                  <a:srgbClr val="23004B"/>
                </a:solidFill>
              </a:endParaRPr>
            </a:p>
          </p:txBody>
        </p:sp>
        <p:sp>
          <p:nvSpPr>
            <p:cNvPr id="6" name="Freeform: Shape 9">
              <a:extLst>
                <a:ext uri="{FF2B5EF4-FFF2-40B4-BE49-F238E27FC236}">
                  <a16:creationId xmlns:a16="http://schemas.microsoft.com/office/drawing/2014/main" id="{37F89510-CAE7-28B8-D3A6-D9DFF0B54BF9}"/>
                </a:ext>
              </a:extLst>
            </p:cNvPr>
            <p:cNvSpPr/>
            <p:nvPr/>
          </p:nvSpPr>
          <p:spPr>
            <a:xfrm>
              <a:off x="11434392" y="370442"/>
              <a:ext cx="44541" cy="191588"/>
            </a:xfrm>
            <a:custGeom>
              <a:avLst/>
              <a:gdLst>
                <a:gd name="connsiteX0" fmla="*/ 0 w 284108"/>
                <a:gd name="connsiteY0" fmla="*/ 0 h 1222048"/>
                <a:gd name="connsiteX1" fmla="*/ 284108 w 284108"/>
                <a:gd name="connsiteY1" fmla="*/ 0 h 1222048"/>
                <a:gd name="connsiteX2" fmla="*/ 284108 w 284108"/>
                <a:gd name="connsiteY2" fmla="*/ 1222049 h 1222048"/>
                <a:gd name="connsiteX3" fmla="*/ 0 w 284108"/>
                <a:gd name="connsiteY3" fmla="*/ 1222049 h 1222048"/>
              </a:gdLst>
              <a:ahLst/>
              <a:cxnLst>
                <a:cxn ang="0">
                  <a:pos x="connsiteX0" y="connsiteY0"/>
                </a:cxn>
                <a:cxn ang="0">
                  <a:pos x="connsiteX1" y="connsiteY1"/>
                </a:cxn>
                <a:cxn ang="0">
                  <a:pos x="connsiteX2" y="connsiteY2"/>
                </a:cxn>
                <a:cxn ang="0">
                  <a:pos x="connsiteX3" y="connsiteY3"/>
                </a:cxn>
              </a:cxnLst>
              <a:rect l="l" t="t" r="r" b="b"/>
              <a:pathLst>
                <a:path w="284108" h="1222048">
                  <a:moveTo>
                    <a:pt x="0" y="0"/>
                  </a:moveTo>
                  <a:lnTo>
                    <a:pt x="284108" y="0"/>
                  </a:lnTo>
                  <a:lnTo>
                    <a:pt x="284108" y="1222049"/>
                  </a:lnTo>
                  <a:lnTo>
                    <a:pt x="0" y="1222049"/>
                  </a:lnTo>
                  <a:close/>
                </a:path>
              </a:pathLst>
            </a:custGeom>
            <a:grpFill/>
            <a:ln w="0" cap="flat">
              <a:noFill/>
              <a:prstDash val="solid"/>
              <a:miter/>
            </a:ln>
          </p:spPr>
          <p:txBody>
            <a:bodyPr rtlCol="0" anchor="ctr"/>
            <a:lstStyle/>
            <a:p>
              <a:endParaRPr lang="en-US">
                <a:solidFill>
                  <a:srgbClr val="23004B"/>
                </a:solidFill>
              </a:endParaRPr>
            </a:p>
          </p:txBody>
        </p:sp>
        <p:sp>
          <p:nvSpPr>
            <p:cNvPr id="7" name="Freeform: Shape 10">
              <a:extLst>
                <a:ext uri="{FF2B5EF4-FFF2-40B4-BE49-F238E27FC236}">
                  <a16:creationId xmlns:a16="http://schemas.microsoft.com/office/drawing/2014/main" id="{6B4D932A-01CD-E5E3-26F4-6739F892B137}"/>
                </a:ext>
              </a:extLst>
            </p:cNvPr>
            <p:cNvSpPr/>
            <p:nvPr/>
          </p:nvSpPr>
          <p:spPr>
            <a:xfrm>
              <a:off x="11427581" y="278020"/>
              <a:ext cx="58498" cy="58097"/>
            </a:xfrm>
            <a:custGeom>
              <a:avLst/>
              <a:gdLst>
                <a:gd name="connsiteX0" fmla="*/ 0 w 373131"/>
                <a:gd name="connsiteY0" fmla="*/ 184010 h 370575"/>
                <a:gd name="connsiteX1" fmla="*/ 186566 w 373131"/>
                <a:gd name="connsiteY1" fmla="*/ 0 h 370575"/>
                <a:gd name="connsiteX2" fmla="*/ 373132 w 373131"/>
                <a:gd name="connsiteY2" fmla="*/ 184010 h 370575"/>
                <a:gd name="connsiteX3" fmla="*/ 186566 w 373131"/>
                <a:gd name="connsiteY3" fmla="*/ 370576 h 370575"/>
                <a:gd name="connsiteX4" fmla="*/ 0 w 373131"/>
                <a:gd name="connsiteY4" fmla="*/ 184010 h 370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3131" h="370575">
                  <a:moveTo>
                    <a:pt x="0" y="184010"/>
                  </a:moveTo>
                  <a:cubicBezTo>
                    <a:pt x="0" y="78375"/>
                    <a:pt x="86468" y="0"/>
                    <a:pt x="186566" y="0"/>
                  </a:cubicBezTo>
                  <a:cubicBezTo>
                    <a:pt x="286664" y="0"/>
                    <a:pt x="373132" y="77949"/>
                    <a:pt x="373132" y="184010"/>
                  </a:cubicBezTo>
                  <a:cubicBezTo>
                    <a:pt x="373132" y="295609"/>
                    <a:pt x="286664" y="370576"/>
                    <a:pt x="186566" y="370576"/>
                  </a:cubicBezTo>
                  <a:cubicBezTo>
                    <a:pt x="86468" y="370576"/>
                    <a:pt x="0" y="295183"/>
                    <a:pt x="0" y="184010"/>
                  </a:cubicBezTo>
                  <a:close/>
                </a:path>
              </a:pathLst>
            </a:custGeom>
            <a:grpFill/>
            <a:ln w="0" cap="flat">
              <a:noFill/>
              <a:prstDash val="solid"/>
              <a:miter/>
            </a:ln>
          </p:spPr>
          <p:txBody>
            <a:bodyPr rtlCol="0" anchor="ctr"/>
            <a:lstStyle/>
            <a:p>
              <a:endParaRPr lang="en-US">
                <a:solidFill>
                  <a:srgbClr val="23004B"/>
                </a:solidFill>
              </a:endParaRPr>
            </a:p>
          </p:txBody>
        </p:sp>
        <p:sp>
          <p:nvSpPr>
            <p:cNvPr id="8" name="Freeform: Shape 11">
              <a:extLst>
                <a:ext uri="{FF2B5EF4-FFF2-40B4-BE49-F238E27FC236}">
                  <a16:creationId xmlns:a16="http://schemas.microsoft.com/office/drawing/2014/main" id="{FA402FA3-6D69-1EF2-67C7-F916DABD9A4E}"/>
                </a:ext>
              </a:extLst>
            </p:cNvPr>
            <p:cNvSpPr/>
            <p:nvPr/>
          </p:nvSpPr>
          <p:spPr>
            <a:xfrm>
              <a:off x="10971482" y="370308"/>
              <a:ext cx="163074" cy="40468"/>
            </a:xfrm>
            <a:custGeom>
              <a:avLst/>
              <a:gdLst>
                <a:gd name="connsiteX0" fmla="*/ 871918 w 1040168"/>
                <a:gd name="connsiteY0" fmla="*/ 257273 h 258125"/>
                <a:gd name="connsiteX1" fmla="*/ 1040168 w 1040168"/>
                <a:gd name="connsiteY1" fmla="*/ 0 h 258125"/>
                <a:gd name="connsiteX2" fmla="*/ 0 w 1040168"/>
                <a:gd name="connsiteY2" fmla="*/ 0 h 258125"/>
                <a:gd name="connsiteX3" fmla="*/ 0 w 1040168"/>
                <a:gd name="connsiteY3" fmla="*/ 258125 h 258125"/>
                <a:gd name="connsiteX4" fmla="*/ 871918 w 1040168"/>
                <a:gd name="connsiteY4" fmla="*/ 257273 h 258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168" h="258125">
                  <a:moveTo>
                    <a:pt x="871918" y="257273"/>
                  </a:moveTo>
                  <a:lnTo>
                    <a:pt x="1040168" y="0"/>
                  </a:lnTo>
                  <a:lnTo>
                    <a:pt x="0" y="0"/>
                  </a:lnTo>
                  <a:lnTo>
                    <a:pt x="0" y="258125"/>
                  </a:lnTo>
                  <a:lnTo>
                    <a:pt x="871918" y="257273"/>
                  </a:lnTo>
                  <a:close/>
                </a:path>
              </a:pathLst>
            </a:custGeom>
            <a:grpFill/>
            <a:ln w="0" cap="flat">
              <a:noFill/>
              <a:prstDash val="solid"/>
              <a:miter/>
            </a:ln>
          </p:spPr>
          <p:txBody>
            <a:bodyPr rtlCol="0" anchor="ctr"/>
            <a:lstStyle/>
            <a:p>
              <a:endParaRPr lang="en-US">
                <a:solidFill>
                  <a:srgbClr val="23004B"/>
                </a:solidFill>
              </a:endParaRPr>
            </a:p>
          </p:txBody>
        </p:sp>
        <p:sp>
          <p:nvSpPr>
            <p:cNvPr id="9" name="Freeform: Shape 12">
              <a:extLst>
                <a:ext uri="{FF2B5EF4-FFF2-40B4-BE49-F238E27FC236}">
                  <a16:creationId xmlns:a16="http://schemas.microsoft.com/office/drawing/2014/main" id="{BD02A505-6499-7A5D-1C14-963A0EDFEF90}"/>
                </a:ext>
              </a:extLst>
            </p:cNvPr>
            <p:cNvSpPr/>
            <p:nvPr/>
          </p:nvSpPr>
          <p:spPr>
            <a:xfrm>
              <a:off x="10956590" y="522096"/>
              <a:ext cx="163608" cy="40468"/>
            </a:xfrm>
            <a:custGeom>
              <a:avLst/>
              <a:gdLst>
                <a:gd name="connsiteX0" fmla="*/ 0 w 1043575"/>
                <a:gd name="connsiteY0" fmla="*/ 257699 h 258125"/>
                <a:gd name="connsiteX1" fmla="*/ 1043576 w 1043575"/>
                <a:gd name="connsiteY1" fmla="*/ 258125 h 258125"/>
                <a:gd name="connsiteX2" fmla="*/ 1043576 w 1043575"/>
                <a:gd name="connsiteY2" fmla="*/ 0 h 258125"/>
                <a:gd name="connsiteX3" fmla="*/ 168676 w 1043575"/>
                <a:gd name="connsiteY3" fmla="*/ 0 h 258125"/>
                <a:gd name="connsiteX4" fmla="*/ 0 w 1043575"/>
                <a:gd name="connsiteY4" fmla="*/ 257699 h 258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3575" h="258125">
                  <a:moveTo>
                    <a:pt x="0" y="257699"/>
                  </a:moveTo>
                  <a:lnTo>
                    <a:pt x="1043576" y="258125"/>
                  </a:lnTo>
                  <a:lnTo>
                    <a:pt x="1043576" y="0"/>
                  </a:lnTo>
                  <a:lnTo>
                    <a:pt x="168676" y="0"/>
                  </a:lnTo>
                  <a:lnTo>
                    <a:pt x="0" y="257699"/>
                  </a:lnTo>
                  <a:close/>
                </a:path>
              </a:pathLst>
            </a:custGeom>
            <a:grpFill/>
            <a:ln w="0" cap="flat">
              <a:noFill/>
              <a:prstDash val="solid"/>
              <a:miter/>
            </a:ln>
          </p:spPr>
          <p:txBody>
            <a:bodyPr rtlCol="0" anchor="ctr"/>
            <a:lstStyle/>
            <a:p>
              <a:endParaRPr lang="en-US">
                <a:solidFill>
                  <a:srgbClr val="23004B"/>
                </a:solidFill>
              </a:endParaRPr>
            </a:p>
          </p:txBody>
        </p:sp>
        <p:sp>
          <p:nvSpPr>
            <p:cNvPr id="10" name="Freeform: Shape 13">
              <a:extLst>
                <a:ext uri="{FF2B5EF4-FFF2-40B4-BE49-F238E27FC236}">
                  <a16:creationId xmlns:a16="http://schemas.microsoft.com/office/drawing/2014/main" id="{50ACBD04-F9C4-DB96-F249-5D21064D8885}"/>
                </a:ext>
              </a:extLst>
            </p:cNvPr>
            <p:cNvSpPr/>
            <p:nvPr/>
          </p:nvSpPr>
          <p:spPr>
            <a:xfrm>
              <a:off x="10991716" y="424065"/>
              <a:ext cx="107714" cy="84408"/>
            </a:xfrm>
            <a:custGeom>
              <a:avLst/>
              <a:gdLst>
                <a:gd name="connsiteX0" fmla="*/ 0 w 687056"/>
                <a:gd name="connsiteY0" fmla="*/ 538400 h 538399"/>
                <a:gd name="connsiteX1" fmla="*/ 334370 w 687056"/>
                <a:gd name="connsiteY1" fmla="*/ 538400 h 538399"/>
                <a:gd name="connsiteX2" fmla="*/ 687056 w 687056"/>
                <a:gd name="connsiteY2" fmla="*/ 0 h 538399"/>
                <a:gd name="connsiteX3" fmla="*/ 353112 w 687056"/>
                <a:gd name="connsiteY3" fmla="*/ 426 h 538399"/>
                <a:gd name="connsiteX4" fmla="*/ 0 w 687056"/>
                <a:gd name="connsiteY4" fmla="*/ 538400 h 5383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7056" h="538399">
                  <a:moveTo>
                    <a:pt x="0" y="538400"/>
                  </a:moveTo>
                  <a:lnTo>
                    <a:pt x="334370" y="538400"/>
                  </a:lnTo>
                  <a:lnTo>
                    <a:pt x="687056" y="0"/>
                  </a:lnTo>
                  <a:lnTo>
                    <a:pt x="353112" y="426"/>
                  </a:lnTo>
                  <a:lnTo>
                    <a:pt x="0" y="538400"/>
                  </a:lnTo>
                  <a:close/>
                </a:path>
              </a:pathLst>
            </a:custGeom>
            <a:grpFill/>
            <a:ln w="0" cap="flat">
              <a:noFill/>
              <a:prstDash val="solid"/>
              <a:miter/>
            </a:ln>
          </p:spPr>
          <p:txBody>
            <a:bodyPr rtlCol="0" anchor="ctr"/>
            <a:lstStyle/>
            <a:p>
              <a:endParaRPr lang="en-US">
                <a:solidFill>
                  <a:srgbClr val="23004B"/>
                </a:solidFill>
              </a:endParaRPr>
            </a:p>
          </p:txBody>
        </p:sp>
        <p:sp>
          <p:nvSpPr>
            <p:cNvPr id="11" name="Freeform: Shape 14">
              <a:extLst>
                <a:ext uri="{FF2B5EF4-FFF2-40B4-BE49-F238E27FC236}">
                  <a16:creationId xmlns:a16="http://schemas.microsoft.com/office/drawing/2014/main" id="{C942F8D6-7C2D-3976-4BDB-64AB34D953EA}"/>
                </a:ext>
              </a:extLst>
            </p:cNvPr>
            <p:cNvSpPr/>
            <p:nvPr/>
          </p:nvSpPr>
          <p:spPr>
            <a:xfrm>
              <a:off x="11660372" y="536254"/>
              <a:ext cx="29115" cy="29115"/>
            </a:xfrm>
            <a:custGeom>
              <a:avLst/>
              <a:gdLst>
                <a:gd name="connsiteX0" fmla="*/ 100524 w 185713"/>
                <a:gd name="connsiteY0" fmla="*/ 52392 h 185713"/>
                <a:gd name="connsiteX1" fmla="*/ 119692 w 185713"/>
                <a:gd name="connsiteY1" fmla="*/ 71985 h 185713"/>
                <a:gd name="connsiteX2" fmla="*/ 100524 w 185713"/>
                <a:gd name="connsiteY2" fmla="*/ 90727 h 185713"/>
                <a:gd name="connsiteX3" fmla="*/ 71133 w 185713"/>
                <a:gd name="connsiteY3" fmla="*/ 90727 h 185713"/>
                <a:gd name="connsiteX4" fmla="*/ 71133 w 185713"/>
                <a:gd name="connsiteY4" fmla="*/ 51966 h 185713"/>
                <a:gd name="connsiteX5" fmla="*/ 100524 w 185713"/>
                <a:gd name="connsiteY5" fmla="*/ 51966 h 185713"/>
                <a:gd name="connsiteX6" fmla="*/ 117988 w 185713"/>
                <a:gd name="connsiteY6" fmla="*/ 146101 h 185713"/>
                <a:gd name="connsiteX7" fmla="*/ 135452 w 185713"/>
                <a:gd name="connsiteY7" fmla="*/ 146101 h 185713"/>
                <a:gd name="connsiteX8" fmla="*/ 106913 w 185713"/>
                <a:gd name="connsiteY8" fmla="*/ 103506 h 185713"/>
                <a:gd name="connsiteX9" fmla="*/ 134174 w 185713"/>
                <a:gd name="connsiteY9" fmla="*/ 71985 h 185713"/>
                <a:gd name="connsiteX10" fmla="*/ 100524 w 185713"/>
                <a:gd name="connsiteY10" fmla="*/ 39613 h 185713"/>
                <a:gd name="connsiteX11" fmla="*/ 57077 w 185713"/>
                <a:gd name="connsiteY11" fmla="*/ 39613 h 185713"/>
                <a:gd name="connsiteX12" fmla="*/ 57077 w 185713"/>
                <a:gd name="connsiteY12" fmla="*/ 146101 h 185713"/>
                <a:gd name="connsiteX13" fmla="*/ 71133 w 185713"/>
                <a:gd name="connsiteY13" fmla="*/ 146101 h 185713"/>
                <a:gd name="connsiteX14" fmla="*/ 71133 w 185713"/>
                <a:gd name="connsiteY14" fmla="*/ 103932 h 185713"/>
                <a:gd name="connsiteX15" fmla="*/ 90301 w 185713"/>
                <a:gd name="connsiteY15" fmla="*/ 103932 h 185713"/>
                <a:gd name="connsiteX16" fmla="*/ 117988 w 185713"/>
                <a:gd name="connsiteY16" fmla="*/ 146101 h 185713"/>
                <a:gd name="connsiteX17" fmla="*/ 92857 w 185713"/>
                <a:gd name="connsiteY17" fmla="*/ 12778 h 185713"/>
                <a:gd name="connsiteX18" fmla="*/ 172510 w 185713"/>
                <a:gd name="connsiteY18" fmla="*/ 92431 h 185713"/>
                <a:gd name="connsiteX19" fmla="*/ 92857 w 185713"/>
                <a:gd name="connsiteY19" fmla="*/ 172509 h 185713"/>
                <a:gd name="connsiteX20" fmla="*/ 12779 w 185713"/>
                <a:gd name="connsiteY20" fmla="*/ 92431 h 185713"/>
                <a:gd name="connsiteX21" fmla="*/ 92857 w 185713"/>
                <a:gd name="connsiteY21" fmla="*/ 12778 h 185713"/>
                <a:gd name="connsiteX22" fmla="*/ 92857 w 185713"/>
                <a:gd name="connsiteY22" fmla="*/ 185714 h 185713"/>
                <a:gd name="connsiteX23" fmla="*/ 185714 w 185713"/>
                <a:gd name="connsiteY23" fmla="*/ 92857 h 185713"/>
                <a:gd name="connsiteX24" fmla="*/ 92857 w 185713"/>
                <a:gd name="connsiteY24" fmla="*/ 0 h 185713"/>
                <a:gd name="connsiteX25" fmla="*/ 0 w 185713"/>
                <a:gd name="connsiteY25" fmla="*/ 92857 h 185713"/>
                <a:gd name="connsiteX26" fmla="*/ 92857 w 185713"/>
                <a:gd name="connsiteY26" fmla="*/ 185714 h 185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85713" h="185713">
                  <a:moveTo>
                    <a:pt x="100524" y="52392"/>
                  </a:moveTo>
                  <a:cubicBezTo>
                    <a:pt x="110747" y="52392"/>
                    <a:pt x="119692" y="60485"/>
                    <a:pt x="119692" y="71985"/>
                  </a:cubicBezTo>
                  <a:cubicBezTo>
                    <a:pt x="119692" y="83060"/>
                    <a:pt x="110321" y="90727"/>
                    <a:pt x="100524" y="90727"/>
                  </a:cubicBezTo>
                  <a:lnTo>
                    <a:pt x="71133" y="90727"/>
                  </a:lnTo>
                  <a:lnTo>
                    <a:pt x="71133" y="51966"/>
                  </a:lnTo>
                  <a:lnTo>
                    <a:pt x="100524" y="51966"/>
                  </a:lnTo>
                  <a:close/>
                  <a:moveTo>
                    <a:pt x="117988" y="146101"/>
                  </a:moveTo>
                  <a:lnTo>
                    <a:pt x="135452" y="146101"/>
                  </a:lnTo>
                  <a:lnTo>
                    <a:pt x="106913" y="103506"/>
                  </a:lnTo>
                  <a:cubicBezTo>
                    <a:pt x="112877" y="103506"/>
                    <a:pt x="134174" y="95413"/>
                    <a:pt x="134174" y="71985"/>
                  </a:cubicBezTo>
                  <a:cubicBezTo>
                    <a:pt x="134174" y="52392"/>
                    <a:pt x="118840" y="39613"/>
                    <a:pt x="100524" y="39613"/>
                  </a:cubicBezTo>
                  <a:lnTo>
                    <a:pt x="57077" y="39613"/>
                  </a:lnTo>
                  <a:lnTo>
                    <a:pt x="57077" y="146101"/>
                  </a:lnTo>
                  <a:lnTo>
                    <a:pt x="71133" y="146101"/>
                  </a:lnTo>
                  <a:lnTo>
                    <a:pt x="71133" y="103932"/>
                  </a:lnTo>
                  <a:lnTo>
                    <a:pt x="90301" y="103932"/>
                  </a:lnTo>
                  <a:lnTo>
                    <a:pt x="117988" y="146101"/>
                  </a:lnTo>
                  <a:close/>
                  <a:moveTo>
                    <a:pt x="92857" y="12778"/>
                  </a:moveTo>
                  <a:cubicBezTo>
                    <a:pt x="137156" y="12778"/>
                    <a:pt x="172510" y="47706"/>
                    <a:pt x="172510" y="92431"/>
                  </a:cubicBezTo>
                  <a:cubicBezTo>
                    <a:pt x="172510" y="137156"/>
                    <a:pt x="137156" y="172509"/>
                    <a:pt x="92857" y="172509"/>
                  </a:cubicBezTo>
                  <a:cubicBezTo>
                    <a:pt x="48558" y="172509"/>
                    <a:pt x="12779" y="136304"/>
                    <a:pt x="12779" y="92431"/>
                  </a:cubicBezTo>
                  <a:cubicBezTo>
                    <a:pt x="12779" y="48558"/>
                    <a:pt x="48558" y="12778"/>
                    <a:pt x="92857" y="12778"/>
                  </a:cubicBezTo>
                  <a:moveTo>
                    <a:pt x="92857" y="185714"/>
                  </a:moveTo>
                  <a:cubicBezTo>
                    <a:pt x="144397" y="185714"/>
                    <a:pt x="185714" y="143971"/>
                    <a:pt x="185714" y="92857"/>
                  </a:cubicBezTo>
                  <a:cubicBezTo>
                    <a:pt x="185714" y="41743"/>
                    <a:pt x="144397" y="0"/>
                    <a:pt x="92857" y="0"/>
                  </a:cubicBezTo>
                  <a:cubicBezTo>
                    <a:pt x="41317" y="0"/>
                    <a:pt x="0" y="41317"/>
                    <a:pt x="0" y="92857"/>
                  </a:cubicBezTo>
                  <a:cubicBezTo>
                    <a:pt x="0" y="144397"/>
                    <a:pt x="41743" y="185714"/>
                    <a:pt x="92857" y="185714"/>
                  </a:cubicBezTo>
                </a:path>
              </a:pathLst>
            </a:custGeom>
            <a:grpFill/>
            <a:ln w="0" cap="flat">
              <a:noFill/>
              <a:prstDash val="solid"/>
              <a:miter/>
            </a:ln>
          </p:spPr>
          <p:txBody>
            <a:bodyPr rtlCol="0" anchor="ctr"/>
            <a:lstStyle/>
            <a:p>
              <a:endParaRPr lang="en-US">
                <a:solidFill>
                  <a:srgbClr val="23004B"/>
                </a:solidFill>
              </a:endParaRPr>
            </a:p>
          </p:txBody>
        </p:sp>
      </p:grpSp>
      <p:sp>
        <p:nvSpPr>
          <p:cNvPr id="22" name="Title 1">
            <a:extLst>
              <a:ext uri="{FF2B5EF4-FFF2-40B4-BE49-F238E27FC236}">
                <a16:creationId xmlns:a16="http://schemas.microsoft.com/office/drawing/2014/main" id="{659C4402-6262-447A-9694-06329760C718}"/>
              </a:ext>
            </a:extLst>
          </p:cNvPr>
          <p:cNvSpPr>
            <a:spLocks noGrp="1"/>
          </p:cNvSpPr>
          <p:nvPr>
            <p:ph type="title" hasCustomPrompt="1"/>
          </p:nvPr>
        </p:nvSpPr>
        <p:spPr>
          <a:xfrm>
            <a:off x="274320" y="274320"/>
            <a:ext cx="10515600" cy="457200"/>
          </a:xfrm>
        </p:spPr>
        <p:txBody>
          <a:bodyPr>
            <a:normAutofit/>
          </a:bodyPr>
          <a:lstStyle>
            <a:lvl1pPr>
              <a:lnSpc>
                <a:spcPct val="100000"/>
              </a:lnSpc>
              <a:defRPr sz="1800">
                <a:solidFill>
                  <a:schemeClr val="accent4"/>
                </a:solidFill>
              </a:defRPr>
            </a:lvl1pPr>
          </a:lstStyle>
          <a:p>
            <a:r>
              <a:rPr lang="en-US"/>
              <a:t>Slide Title – 18pt</a:t>
            </a:r>
          </a:p>
        </p:txBody>
      </p:sp>
      <p:sp>
        <p:nvSpPr>
          <p:cNvPr id="13" name="Text Placeholder 12">
            <a:extLst>
              <a:ext uri="{FF2B5EF4-FFF2-40B4-BE49-F238E27FC236}">
                <a16:creationId xmlns:a16="http://schemas.microsoft.com/office/drawing/2014/main" id="{2D7ADAA4-2469-6568-66EC-8CEF4D342453}"/>
              </a:ext>
            </a:extLst>
          </p:cNvPr>
          <p:cNvSpPr>
            <a:spLocks noGrp="1"/>
          </p:cNvSpPr>
          <p:nvPr>
            <p:ph type="body" sz="quarter" idx="19" hasCustomPrompt="1"/>
          </p:nvPr>
        </p:nvSpPr>
        <p:spPr>
          <a:xfrm>
            <a:off x="6035040" y="1828800"/>
            <a:ext cx="5212080" cy="4572000"/>
          </a:xfrm>
        </p:spPr>
        <p:txBody>
          <a:bodyPr>
            <a:normAutofit/>
          </a:bodyPr>
          <a:lstStyle>
            <a:lvl1pPr marL="0" indent="0">
              <a:buNone/>
              <a:defRPr sz="1400">
                <a:latin typeface="+mn-lt"/>
              </a:defRPr>
            </a:lvl1pPr>
            <a:lvl2pPr marL="228600" indent="0">
              <a:buNone/>
              <a:defRPr sz="1400">
                <a:latin typeface="+mn-lt"/>
              </a:defRPr>
            </a:lvl2pPr>
            <a:lvl3pPr marL="274320" indent="0">
              <a:buNone/>
              <a:defRPr sz="1400">
                <a:latin typeface="+mn-lt"/>
              </a:defRPr>
            </a:lvl3pPr>
            <a:lvl4pPr marL="1371600" indent="0">
              <a:buNone/>
              <a:defRPr sz="1400">
                <a:latin typeface="+mn-lt"/>
              </a:defRPr>
            </a:lvl4pPr>
            <a:lvl5pPr marL="1828800" indent="0">
              <a:buNone/>
              <a:defRPr sz="1400">
                <a:latin typeface="+mn-lt"/>
              </a:defRPr>
            </a:lvl5pPr>
          </a:lstStyle>
          <a:p>
            <a:pPr lvl="0"/>
            <a:r>
              <a:rPr lang="en-US"/>
              <a:t>Body text, ideally 14pt or larger.</a:t>
            </a:r>
          </a:p>
        </p:txBody>
      </p:sp>
    </p:spTree>
    <p:extLst>
      <p:ext uri="{BB962C8B-B14F-4D97-AF65-F5344CB8AC3E}">
        <p14:creationId xmlns:p14="http://schemas.microsoft.com/office/powerpoint/2010/main" val="352631815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ntent 3Col Light">
    <p:spTree>
      <p:nvGrpSpPr>
        <p:cNvPr id="1" name=""/>
        <p:cNvGrpSpPr/>
        <p:nvPr/>
      </p:nvGrpSpPr>
      <p:grpSpPr>
        <a:xfrm>
          <a:off x="0" y="0"/>
          <a:ext cx="0" cy="0"/>
          <a:chOff x="0" y="0"/>
          <a:chExt cx="0" cy="0"/>
        </a:xfrm>
      </p:grpSpPr>
      <p:sp>
        <p:nvSpPr>
          <p:cNvPr id="38" name="Subtitle 2">
            <a:extLst>
              <a:ext uri="{FF2B5EF4-FFF2-40B4-BE49-F238E27FC236}">
                <a16:creationId xmlns:a16="http://schemas.microsoft.com/office/drawing/2014/main" id="{4335EF39-A00D-30CA-7998-556A1C249CE6}"/>
              </a:ext>
            </a:extLst>
          </p:cNvPr>
          <p:cNvSpPr>
            <a:spLocks noGrp="1"/>
          </p:cNvSpPr>
          <p:nvPr>
            <p:ph type="subTitle" idx="1" hasCustomPrompt="1"/>
          </p:nvPr>
        </p:nvSpPr>
        <p:spPr>
          <a:xfrm>
            <a:off x="274320" y="909659"/>
            <a:ext cx="10972800" cy="731520"/>
          </a:xfrm>
          <a:prstGeom prst="rect">
            <a:avLst/>
          </a:prstGeom>
        </p:spPr>
        <p:txBody>
          <a:bodyPr>
            <a:normAutofit/>
          </a:bodyPr>
          <a:lstStyle>
            <a:lvl1pPr marL="0" indent="0" algn="l">
              <a:lnSpc>
                <a:spcPct val="100000"/>
              </a:lnSpc>
              <a:buNone/>
              <a:defRPr sz="1600">
                <a:solidFill>
                  <a:srgbClr val="23004B"/>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Summary statement, may underline or bold 1-2 words for emphasis and extend 1-2 lines. Text should be 16pt. Delete this box if not needed.</a:t>
            </a:r>
          </a:p>
        </p:txBody>
      </p:sp>
      <p:sp>
        <p:nvSpPr>
          <p:cNvPr id="39" name="Text Placeholder 20">
            <a:extLst>
              <a:ext uri="{FF2B5EF4-FFF2-40B4-BE49-F238E27FC236}">
                <a16:creationId xmlns:a16="http://schemas.microsoft.com/office/drawing/2014/main" id="{D946022C-A5FF-F315-B537-4AC1E214B2BE}"/>
              </a:ext>
            </a:extLst>
          </p:cNvPr>
          <p:cNvSpPr>
            <a:spLocks noGrp="1"/>
          </p:cNvSpPr>
          <p:nvPr>
            <p:ph type="body" sz="quarter" idx="18" hasCustomPrompt="1"/>
          </p:nvPr>
        </p:nvSpPr>
        <p:spPr>
          <a:xfrm>
            <a:off x="274320" y="2190801"/>
            <a:ext cx="3474198" cy="4114800"/>
          </a:xfrm>
        </p:spPr>
        <p:txBody>
          <a:bodyPr>
            <a:normAutofit/>
          </a:bodyPr>
          <a:lstStyle>
            <a:lvl1pPr marL="0" indent="0">
              <a:buNone/>
              <a:defRPr sz="1400"/>
            </a:lvl1pPr>
          </a:lstStyle>
          <a:p>
            <a:pPr lvl="0"/>
            <a:r>
              <a:rPr lang="en-US"/>
              <a:t>Body text, ideally 14pt or larger.</a:t>
            </a:r>
          </a:p>
        </p:txBody>
      </p:sp>
      <p:grpSp>
        <p:nvGrpSpPr>
          <p:cNvPr id="2" name="Group 1">
            <a:extLst>
              <a:ext uri="{FF2B5EF4-FFF2-40B4-BE49-F238E27FC236}">
                <a16:creationId xmlns:a16="http://schemas.microsoft.com/office/drawing/2014/main" id="{B8363433-4E85-1906-7F0D-BF36B1F30C84}"/>
              </a:ext>
            </a:extLst>
          </p:cNvPr>
          <p:cNvGrpSpPr/>
          <p:nvPr/>
        </p:nvGrpSpPr>
        <p:grpSpPr>
          <a:xfrm>
            <a:off x="10972800" y="274320"/>
            <a:ext cx="732897" cy="319002"/>
            <a:chOff x="10956590" y="246968"/>
            <a:chExt cx="732897" cy="319002"/>
          </a:xfrm>
          <a:solidFill>
            <a:srgbClr val="23004B"/>
          </a:solidFill>
        </p:grpSpPr>
        <p:sp>
          <p:nvSpPr>
            <p:cNvPr id="3" name="Freeform: Shape 6">
              <a:extLst>
                <a:ext uri="{FF2B5EF4-FFF2-40B4-BE49-F238E27FC236}">
                  <a16:creationId xmlns:a16="http://schemas.microsoft.com/office/drawing/2014/main" id="{3307070F-14F8-1F7E-9FA1-8D34C1FBB305}"/>
                </a:ext>
              </a:extLst>
            </p:cNvPr>
            <p:cNvSpPr/>
            <p:nvPr/>
          </p:nvSpPr>
          <p:spPr>
            <a:xfrm>
              <a:off x="11502373" y="368572"/>
              <a:ext cx="152189" cy="197064"/>
            </a:xfrm>
            <a:custGeom>
              <a:avLst/>
              <a:gdLst>
                <a:gd name="connsiteX0" fmla="*/ 573754 w 970738"/>
                <a:gd name="connsiteY0" fmla="*/ 503046 h 1256976"/>
                <a:gd name="connsiteX1" fmla="*/ 309665 w 970738"/>
                <a:gd name="connsiteY1" fmla="*/ 342037 h 1256976"/>
                <a:gd name="connsiteX2" fmla="*/ 479193 w 970738"/>
                <a:gd name="connsiteY2" fmla="*/ 230013 h 1256976"/>
                <a:gd name="connsiteX3" fmla="*/ 728799 w 970738"/>
                <a:gd name="connsiteY3" fmla="*/ 347575 h 1256976"/>
                <a:gd name="connsiteX4" fmla="*/ 898327 w 970738"/>
                <a:gd name="connsiteY4" fmla="*/ 181028 h 1256976"/>
                <a:gd name="connsiteX5" fmla="*/ 479193 w 970738"/>
                <a:gd name="connsiteY5" fmla="*/ 0 h 1256976"/>
                <a:gd name="connsiteX6" fmla="*/ 48558 w 970738"/>
                <a:gd name="connsiteY6" fmla="*/ 356094 h 1256976"/>
                <a:gd name="connsiteX7" fmla="*/ 404652 w 970738"/>
                <a:gd name="connsiteY7" fmla="*/ 726244 h 1256976"/>
                <a:gd name="connsiteX8" fmla="*/ 697705 w 970738"/>
                <a:gd name="connsiteY8" fmla="*/ 895772 h 1256976"/>
                <a:gd name="connsiteX9" fmla="*/ 485156 w 970738"/>
                <a:gd name="connsiteY9" fmla="*/ 1024834 h 1256976"/>
                <a:gd name="connsiteX10" fmla="*/ 174639 w 970738"/>
                <a:gd name="connsiteY10" fmla="*/ 888105 h 1256976"/>
                <a:gd name="connsiteX11" fmla="*/ 0 w 970738"/>
                <a:gd name="connsiteY11" fmla="*/ 1057632 h 1256976"/>
                <a:gd name="connsiteX12" fmla="*/ 502620 w 970738"/>
                <a:gd name="connsiteY12" fmla="*/ 1256977 h 1256976"/>
                <a:gd name="connsiteX13" fmla="*/ 970738 w 970738"/>
                <a:gd name="connsiteY13" fmla="*/ 880863 h 1256976"/>
                <a:gd name="connsiteX14" fmla="*/ 574606 w 970738"/>
                <a:gd name="connsiteY14" fmla="*/ 501768 h 125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70738" h="1256976">
                  <a:moveTo>
                    <a:pt x="573754" y="503046"/>
                  </a:moveTo>
                  <a:cubicBezTo>
                    <a:pt x="384206" y="454062"/>
                    <a:pt x="309665" y="434042"/>
                    <a:pt x="309665" y="342037"/>
                  </a:cubicBezTo>
                  <a:cubicBezTo>
                    <a:pt x="309665" y="270478"/>
                    <a:pt x="370150" y="230013"/>
                    <a:pt x="479193" y="230013"/>
                  </a:cubicBezTo>
                  <a:cubicBezTo>
                    <a:pt x="588236" y="230013"/>
                    <a:pt x="671722" y="281553"/>
                    <a:pt x="728799" y="347575"/>
                  </a:cubicBezTo>
                  <a:lnTo>
                    <a:pt x="898327" y="181028"/>
                  </a:lnTo>
                  <a:cubicBezTo>
                    <a:pt x="806322" y="80504"/>
                    <a:pt x="671722" y="0"/>
                    <a:pt x="479193" y="0"/>
                  </a:cubicBezTo>
                  <a:cubicBezTo>
                    <a:pt x="241087" y="0"/>
                    <a:pt x="48558" y="115006"/>
                    <a:pt x="48558" y="356094"/>
                  </a:cubicBezTo>
                  <a:cubicBezTo>
                    <a:pt x="48558" y="597181"/>
                    <a:pt x="226605" y="677685"/>
                    <a:pt x="404652" y="726244"/>
                  </a:cubicBezTo>
                  <a:cubicBezTo>
                    <a:pt x="608681" y="783747"/>
                    <a:pt x="697705" y="798229"/>
                    <a:pt x="697705" y="895772"/>
                  </a:cubicBezTo>
                  <a:cubicBezTo>
                    <a:pt x="697705" y="976276"/>
                    <a:pt x="631683" y="1024834"/>
                    <a:pt x="485156" y="1024834"/>
                  </a:cubicBezTo>
                  <a:cubicBezTo>
                    <a:pt x="355668" y="1024834"/>
                    <a:pt x="248754" y="981813"/>
                    <a:pt x="174639" y="888105"/>
                  </a:cubicBezTo>
                  <a:lnTo>
                    <a:pt x="0" y="1057632"/>
                  </a:lnTo>
                  <a:cubicBezTo>
                    <a:pt x="93283" y="1166249"/>
                    <a:pt x="263237" y="1256977"/>
                    <a:pt x="502620" y="1256977"/>
                  </a:cubicBezTo>
                  <a:cubicBezTo>
                    <a:pt x="844232" y="1256977"/>
                    <a:pt x="970738" y="1087449"/>
                    <a:pt x="970738" y="880863"/>
                  </a:cubicBezTo>
                  <a:cubicBezTo>
                    <a:pt x="970738" y="625294"/>
                    <a:pt x="764153" y="550753"/>
                    <a:pt x="574606" y="501768"/>
                  </a:cubicBezTo>
                  <a:close/>
                </a:path>
              </a:pathLst>
            </a:custGeom>
            <a:grpFill/>
            <a:ln w="0" cap="flat">
              <a:noFill/>
              <a:prstDash val="solid"/>
              <a:miter/>
            </a:ln>
          </p:spPr>
          <p:txBody>
            <a:bodyPr rtlCol="0" anchor="ctr"/>
            <a:lstStyle/>
            <a:p>
              <a:endParaRPr lang="en-US">
                <a:solidFill>
                  <a:srgbClr val="23004B"/>
                </a:solidFill>
              </a:endParaRPr>
            </a:p>
          </p:txBody>
        </p:sp>
        <p:sp>
          <p:nvSpPr>
            <p:cNvPr id="4" name="Freeform: Shape 7">
              <a:extLst>
                <a:ext uri="{FF2B5EF4-FFF2-40B4-BE49-F238E27FC236}">
                  <a16:creationId xmlns:a16="http://schemas.microsoft.com/office/drawing/2014/main" id="{08295935-7621-1678-FB40-A4AAA82450FD}"/>
                </a:ext>
              </a:extLst>
            </p:cNvPr>
            <p:cNvSpPr/>
            <p:nvPr/>
          </p:nvSpPr>
          <p:spPr>
            <a:xfrm>
              <a:off x="11129146" y="368572"/>
              <a:ext cx="198854" cy="197398"/>
            </a:xfrm>
            <a:custGeom>
              <a:avLst/>
              <a:gdLst>
                <a:gd name="connsiteX0" fmla="*/ 678111 w 1268394"/>
                <a:gd name="connsiteY0" fmla="*/ 1015037 h 1259106"/>
                <a:gd name="connsiteX1" fmla="*/ 1020149 w 1268394"/>
                <a:gd name="connsiteY1" fmla="*/ 885549 h 1259106"/>
                <a:gd name="connsiteX2" fmla="*/ 1189677 w 1268394"/>
                <a:gd name="connsiteY2" fmla="*/ 1063596 h 1259106"/>
                <a:gd name="connsiteX3" fmla="*/ 681093 w 1268394"/>
                <a:gd name="connsiteY3" fmla="*/ 1259106 h 1259106"/>
                <a:gd name="connsiteX4" fmla="*/ 0 w 1268394"/>
                <a:gd name="connsiteY4" fmla="*/ 629553 h 1259106"/>
                <a:gd name="connsiteX5" fmla="*/ 643610 w 1268394"/>
                <a:gd name="connsiteY5" fmla="*/ 0 h 1259106"/>
                <a:gd name="connsiteX6" fmla="*/ 1267199 w 1268394"/>
                <a:gd name="connsiteY6" fmla="*/ 727096 h 1259106"/>
                <a:gd name="connsiteX7" fmla="*/ 295609 w 1268394"/>
                <a:gd name="connsiteY7" fmla="*/ 727096 h 1259106"/>
                <a:gd name="connsiteX8" fmla="*/ 677685 w 1268394"/>
                <a:gd name="connsiteY8" fmla="*/ 1014611 h 1259106"/>
                <a:gd name="connsiteX9" fmla="*/ 974146 w 1268394"/>
                <a:gd name="connsiteY9" fmla="*/ 526473 h 1259106"/>
                <a:gd name="connsiteX10" fmla="*/ 646591 w 1268394"/>
                <a:gd name="connsiteY10" fmla="*/ 241939 h 1259106"/>
                <a:gd name="connsiteX11" fmla="*/ 296035 w 1268394"/>
                <a:gd name="connsiteY11" fmla="*/ 526473 h 1259106"/>
                <a:gd name="connsiteX12" fmla="*/ 974146 w 1268394"/>
                <a:gd name="connsiteY12" fmla="*/ 526473 h 1259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8394" h="1259106">
                  <a:moveTo>
                    <a:pt x="678111" y="1015037"/>
                  </a:moveTo>
                  <a:cubicBezTo>
                    <a:pt x="836139" y="1015037"/>
                    <a:pt x="951145" y="951997"/>
                    <a:pt x="1020149" y="885549"/>
                  </a:cubicBezTo>
                  <a:lnTo>
                    <a:pt x="1189677" y="1063596"/>
                  </a:lnTo>
                  <a:cubicBezTo>
                    <a:pt x="1077652" y="1175620"/>
                    <a:pt x="922606" y="1259106"/>
                    <a:pt x="681093" y="1259106"/>
                  </a:cubicBezTo>
                  <a:cubicBezTo>
                    <a:pt x="267070" y="1259106"/>
                    <a:pt x="0" y="991610"/>
                    <a:pt x="0" y="629553"/>
                  </a:cubicBezTo>
                  <a:cubicBezTo>
                    <a:pt x="0" y="267496"/>
                    <a:pt x="281553" y="0"/>
                    <a:pt x="643610" y="0"/>
                  </a:cubicBezTo>
                  <a:cubicBezTo>
                    <a:pt x="1054651" y="0"/>
                    <a:pt x="1287219" y="304554"/>
                    <a:pt x="1267199" y="727096"/>
                  </a:cubicBezTo>
                  <a:lnTo>
                    <a:pt x="295609" y="727096"/>
                  </a:lnTo>
                  <a:cubicBezTo>
                    <a:pt x="330111" y="902587"/>
                    <a:pt x="456618" y="1014611"/>
                    <a:pt x="677685" y="1014611"/>
                  </a:cubicBezTo>
                  <a:close/>
                  <a:moveTo>
                    <a:pt x="974146" y="526473"/>
                  </a:moveTo>
                  <a:cubicBezTo>
                    <a:pt x="948163" y="362483"/>
                    <a:pt x="847639" y="241939"/>
                    <a:pt x="646591" y="241939"/>
                  </a:cubicBezTo>
                  <a:cubicBezTo>
                    <a:pt x="459599" y="241939"/>
                    <a:pt x="330537" y="345445"/>
                    <a:pt x="296035" y="526473"/>
                  </a:cubicBezTo>
                  <a:lnTo>
                    <a:pt x="974146" y="526473"/>
                  </a:lnTo>
                  <a:close/>
                </a:path>
              </a:pathLst>
            </a:custGeom>
            <a:grpFill/>
            <a:ln w="0" cap="flat">
              <a:noFill/>
              <a:prstDash val="solid"/>
              <a:miter/>
            </a:ln>
          </p:spPr>
          <p:txBody>
            <a:bodyPr rtlCol="0" anchor="ctr"/>
            <a:lstStyle/>
            <a:p>
              <a:endParaRPr lang="en-US">
                <a:solidFill>
                  <a:srgbClr val="23004B"/>
                </a:solidFill>
              </a:endParaRPr>
            </a:p>
          </p:txBody>
        </p:sp>
        <p:sp>
          <p:nvSpPr>
            <p:cNvPr id="5" name="Freeform: Shape 8">
              <a:extLst>
                <a:ext uri="{FF2B5EF4-FFF2-40B4-BE49-F238E27FC236}">
                  <a16:creationId xmlns:a16="http://schemas.microsoft.com/office/drawing/2014/main" id="{B2EBA581-3BBF-6F27-1B71-776C79EBCD33}"/>
                </a:ext>
              </a:extLst>
            </p:cNvPr>
            <p:cNvSpPr/>
            <p:nvPr/>
          </p:nvSpPr>
          <p:spPr>
            <a:xfrm>
              <a:off x="11359466" y="246968"/>
              <a:ext cx="44074" cy="315262"/>
            </a:xfrm>
            <a:custGeom>
              <a:avLst/>
              <a:gdLst>
                <a:gd name="connsiteX0" fmla="*/ 0 w 281126"/>
                <a:gd name="connsiteY0" fmla="*/ 0 h 2010906"/>
                <a:gd name="connsiteX1" fmla="*/ 281127 w 281126"/>
                <a:gd name="connsiteY1" fmla="*/ 0 h 2010906"/>
                <a:gd name="connsiteX2" fmla="*/ 281127 w 281126"/>
                <a:gd name="connsiteY2" fmla="*/ 2010907 h 2010906"/>
                <a:gd name="connsiteX3" fmla="*/ 0 w 281126"/>
                <a:gd name="connsiteY3" fmla="*/ 2010907 h 2010906"/>
                <a:gd name="connsiteX4" fmla="*/ 0 w 281126"/>
                <a:gd name="connsiteY4" fmla="*/ 0 h 2010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126" h="2010906">
                  <a:moveTo>
                    <a:pt x="0" y="0"/>
                  </a:moveTo>
                  <a:lnTo>
                    <a:pt x="281127" y="0"/>
                  </a:lnTo>
                  <a:lnTo>
                    <a:pt x="281127" y="2010907"/>
                  </a:lnTo>
                  <a:lnTo>
                    <a:pt x="0" y="2010907"/>
                  </a:lnTo>
                  <a:lnTo>
                    <a:pt x="0" y="0"/>
                  </a:lnTo>
                  <a:close/>
                </a:path>
              </a:pathLst>
            </a:custGeom>
            <a:grpFill/>
            <a:ln w="0" cap="flat">
              <a:noFill/>
              <a:prstDash val="solid"/>
              <a:miter/>
            </a:ln>
          </p:spPr>
          <p:txBody>
            <a:bodyPr rtlCol="0" anchor="ctr"/>
            <a:lstStyle/>
            <a:p>
              <a:endParaRPr lang="en-US">
                <a:solidFill>
                  <a:srgbClr val="23004B"/>
                </a:solidFill>
              </a:endParaRPr>
            </a:p>
          </p:txBody>
        </p:sp>
        <p:sp>
          <p:nvSpPr>
            <p:cNvPr id="6" name="Freeform: Shape 9">
              <a:extLst>
                <a:ext uri="{FF2B5EF4-FFF2-40B4-BE49-F238E27FC236}">
                  <a16:creationId xmlns:a16="http://schemas.microsoft.com/office/drawing/2014/main" id="{37F89510-CAE7-28B8-D3A6-D9DFF0B54BF9}"/>
                </a:ext>
              </a:extLst>
            </p:cNvPr>
            <p:cNvSpPr/>
            <p:nvPr/>
          </p:nvSpPr>
          <p:spPr>
            <a:xfrm>
              <a:off x="11434392" y="370442"/>
              <a:ext cx="44541" cy="191588"/>
            </a:xfrm>
            <a:custGeom>
              <a:avLst/>
              <a:gdLst>
                <a:gd name="connsiteX0" fmla="*/ 0 w 284108"/>
                <a:gd name="connsiteY0" fmla="*/ 0 h 1222048"/>
                <a:gd name="connsiteX1" fmla="*/ 284108 w 284108"/>
                <a:gd name="connsiteY1" fmla="*/ 0 h 1222048"/>
                <a:gd name="connsiteX2" fmla="*/ 284108 w 284108"/>
                <a:gd name="connsiteY2" fmla="*/ 1222049 h 1222048"/>
                <a:gd name="connsiteX3" fmla="*/ 0 w 284108"/>
                <a:gd name="connsiteY3" fmla="*/ 1222049 h 1222048"/>
              </a:gdLst>
              <a:ahLst/>
              <a:cxnLst>
                <a:cxn ang="0">
                  <a:pos x="connsiteX0" y="connsiteY0"/>
                </a:cxn>
                <a:cxn ang="0">
                  <a:pos x="connsiteX1" y="connsiteY1"/>
                </a:cxn>
                <a:cxn ang="0">
                  <a:pos x="connsiteX2" y="connsiteY2"/>
                </a:cxn>
                <a:cxn ang="0">
                  <a:pos x="connsiteX3" y="connsiteY3"/>
                </a:cxn>
              </a:cxnLst>
              <a:rect l="l" t="t" r="r" b="b"/>
              <a:pathLst>
                <a:path w="284108" h="1222048">
                  <a:moveTo>
                    <a:pt x="0" y="0"/>
                  </a:moveTo>
                  <a:lnTo>
                    <a:pt x="284108" y="0"/>
                  </a:lnTo>
                  <a:lnTo>
                    <a:pt x="284108" y="1222049"/>
                  </a:lnTo>
                  <a:lnTo>
                    <a:pt x="0" y="1222049"/>
                  </a:lnTo>
                  <a:close/>
                </a:path>
              </a:pathLst>
            </a:custGeom>
            <a:grpFill/>
            <a:ln w="0" cap="flat">
              <a:noFill/>
              <a:prstDash val="solid"/>
              <a:miter/>
            </a:ln>
          </p:spPr>
          <p:txBody>
            <a:bodyPr rtlCol="0" anchor="ctr"/>
            <a:lstStyle/>
            <a:p>
              <a:endParaRPr lang="en-US">
                <a:solidFill>
                  <a:srgbClr val="23004B"/>
                </a:solidFill>
              </a:endParaRPr>
            </a:p>
          </p:txBody>
        </p:sp>
        <p:sp>
          <p:nvSpPr>
            <p:cNvPr id="7" name="Freeform: Shape 10">
              <a:extLst>
                <a:ext uri="{FF2B5EF4-FFF2-40B4-BE49-F238E27FC236}">
                  <a16:creationId xmlns:a16="http://schemas.microsoft.com/office/drawing/2014/main" id="{6B4D932A-01CD-E5E3-26F4-6739F892B137}"/>
                </a:ext>
              </a:extLst>
            </p:cNvPr>
            <p:cNvSpPr/>
            <p:nvPr/>
          </p:nvSpPr>
          <p:spPr>
            <a:xfrm>
              <a:off x="11427581" y="278020"/>
              <a:ext cx="58498" cy="58097"/>
            </a:xfrm>
            <a:custGeom>
              <a:avLst/>
              <a:gdLst>
                <a:gd name="connsiteX0" fmla="*/ 0 w 373131"/>
                <a:gd name="connsiteY0" fmla="*/ 184010 h 370575"/>
                <a:gd name="connsiteX1" fmla="*/ 186566 w 373131"/>
                <a:gd name="connsiteY1" fmla="*/ 0 h 370575"/>
                <a:gd name="connsiteX2" fmla="*/ 373132 w 373131"/>
                <a:gd name="connsiteY2" fmla="*/ 184010 h 370575"/>
                <a:gd name="connsiteX3" fmla="*/ 186566 w 373131"/>
                <a:gd name="connsiteY3" fmla="*/ 370576 h 370575"/>
                <a:gd name="connsiteX4" fmla="*/ 0 w 373131"/>
                <a:gd name="connsiteY4" fmla="*/ 184010 h 370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3131" h="370575">
                  <a:moveTo>
                    <a:pt x="0" y="184010"/>
                  </a:moveTo>
                  <a:cubicBezTo>
                    <a:pt x="0" y="78375"/>
                    <a:pt x="86468" y="0"/>
                    <a:pt x="186566" y="0"/>
                  </a:cubicBezTo>
                  <a:cubicBezTo>
                    <a:pt x="286664" y="0"/>
                    <a:pt x="373132" y="77949"/>
                    <a:pt x="373132" y="184010"/>
                  </a:cubicBezTo>
                  <a:cubicBezTo>
                    <a:pt x="373132" y="295609"/>
                    <a:pt x="286664" y="370576"/>
                    <a:pt x="186566" y="370576"/>
                  </a:cubicBezTo>
                  <a:cubicBezTo>
                    <a:pt x="86468" y="370576"/>
                    <a:pt x="0" y="295183"/>
                    <a:pt x="0" y="184010"/>
                  </a:cubicBezTo>
                  <a:close/>
                </a:path>
              </a:pathLst>
            </a:custGeom>
            <a:grpFill/>
            <a:ln w="0" cap="flat">
              <a:noFill/>
              <a:prstDash val="solid"/>
              <a:miter/>
            </a:ln>
          </p:spPr>
          <p:txBody>
            <a:bodyPr rtlCol="0" anchor="ctr"/>
            <a:lstStyle/>
            <a:p>
              <a:endParaRPr lang="en-US">
                <a:solidFill>
                  <a:srgbClr val="23004B"/>
                </a:solidFill>
              </a:endParaRPr>
            </a:p>
          </p:txBody>
        </p:sp>
        <p:sp>
          <p:nvSpPr>
            <p:cNvPr id="8" name="Freeform: Shape 11">
              <a:extLst>
                <a:ext uri="{FF2B5EF4-FFF2-40B4-BE49-F238E27FC236}">
                  <a16:creationId xmlns:a16="http://schemas.microsoft.com/office/drawing/2014/main" id="{FA402FA3-6D69-1EF2-67C7-F916DABD9A4E}"/>
                </a:ext>
              </a:extLst>
            </p:cNvPr>
            <p:cNvSpPr/>
            <p:nvPr/>
          </p:nvSpPr>
          <p:spPr>
            <a:xfrm>
              <a:off x="10971482" y="370308"/>
              <a:ext cx="163074" cy="40468"/>
            </a:xfrm>
            <a:custGeom>
              <a:avLst/>
              <a:gdLst>
                <a:gd name="connsiteX0" fmla="*/ 871918 w 1040168"/>
                <a:gd name="connsiteY0" fmla="*/ 257273 h 258125"/>
                <a:gd name="connsiteX1" fmla="*/ 1040168 w 1040168"/>
                <a:gd name="connsiteY1" fmla="*/ 0 h 258125"/>
                <a:gd name="connsiteX2" fmla="*/ 0 w 1040168"/>
                <a:gd name="connsiteY2" fmla="*/ 0 h 258125"/>
                <a:gd name="connsiteX3" fmla="*/ 0 w 1040168"/>
                <a:gd name="connsiteY3" fmla="*/ 258125 h 258125"/>
                <a:gd name="connsiteX4" fmla="*/ 871918 w 1040168"/>
                <a:gd name="connsiteY4" fmla="*/ 257273 h 258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168" h="258125">
                  <a:moveTo>
                    <a:pt x="871918" y="257273"/>
                  </a:moveTo>
                  <a:lnTo>
                    <a:pt x="1040168" y="0"/>
                  </a:lnTo>
                  <a:lnTo>
                    <a:pt x="0" y="0"/>
                  </a:lnTo>
                  <a:lnTo>
                    <a:pt x="0" y="258125"/>
                  </a:lnTo>
                  <a:lnTo>
                    <a:pt x="871918" y="257273"/>
                  </a:lnTo>
                  <a:close/>
                </a:path>
              </a:pathLst>
            </a:custGeom>
            <a:grpFill/>
            <a:ln w="0" cap="flat">
              <a:noFill/>
              <a:prstDash val="solid"/>
              <a:miter/>
            </a:ln>
          </p:spPr>
          <p:txBody>
            <a:bodyPr rtlCol="0" anchor="ctr"/>
            <a:lstStyle/>
            <a:p>
              <a:endParaRPr lang="en-US">
                <a:solidFill>
                  <a:srgbClr val="23004B"/>
                </a:solidFill>
              </a:endParaRPr>
            </a:p>
          </p:txBody>
        </p:sp>
        <p:sp>
          <p:nvSpPr>
            <p:cNvPr id="9" name="Freeform: Shape 12">
              <a:extLst>
                <a:ext uri="{FF2B5EF4-FFF2-40B4-BE49-F238E27FC236}">
                  <a16:creationId xmlns:a16="http://schemas.microsoft.com/office/drawing/2014/main" id="{BD02A505-6499-7A5D-1C14-963A0EDFEF90}"/>
                </a:ext>
              </a:extLst>
            </p:cNvPr>
            <p:cNvSpPr/>
            <p:nvPr/>
          </p:nvSpPr>
          <p:spPr>
            <a:xfrm>
              <a:off x="10956590" y="522096"/>
              <a:ext cx="163608" cy="40468"/>
            </a:xfrm>
            <a:custGeom>
              <a:avLst/>
              <a:gdLst>
                <a:gd name="connsiteX0" fmla="*/ 0 w 1043575"/>
                <a:gd name="connsiteY0" fmla="*/ 257699 h 258125"/>
                <a:gd name="connsiteX1" fmla="*/ 1043576 w 1043575"/>
                <a:gd name="connsiteY1" fmla="*/ 258125 h 258125"/>
                <a:gd name="connsiteX2" fmla="*/ 1043576 w 1043575"/>
                <a:gd name="connsiteY2" fmla="*/ 0 h 258125"/>
                <a:gd name="connsiteX3" fmla="*/ 168676 w 1043575"/>
                <a:gd name="connsiteY3" fmla="*/ 0 h 258125"/>
                <a:gd name="connsiteX4" fmla="*/ 0 w 1043575"/>
                <a:gd name="connsiteY4" fmla="*/ 257699 h 258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3575" h="258125">
                  <a:moveTo>
                    <a:pt x="0" y="257699"/>
                  </a:moveTo>
                  <a:lnTo>
                    <a:pt x="1043576" y="258125"/>
                  </a:lnTo>
                  <a:lnTo>
                    <a:pt x="1043576" y="0"/>
                  </a:lnTo>
                  <a:lnTo>
                    <a:pt x="168676" y="0"/>
                  </a:lnTo>
                  <a:lnTo>
                    <a:pt x="0" y="257699"/>
                  </a:lnTo>
                  <a:close/>
                </a:path>
              </a:pathLst>
            </a:custGeom>
            <a:grpFill/>
            <a:ln w="0" cap="flat">
              <a:noFill/>
              <a:prstDash val="solid"/>
              <a:miter/>
            </a:ln>
          </p:spPr>
          <p:txBody>
            <a:bodyPr rtlCol="0" anchor="ctr"/>
            <a:lstStyle/>
            <a:p>
              <a:endParaRPr lang="en-US">
                <a:solidFill>
                  <a:srgbClr val="23004B"/>
                </a:solidFill>
              </a:endParaRPr>
            </a:p>
          </p:txBody>
        </p:sp>
        <p:sp>
          <p:nvSpPr>
            <p:cNvPr id="10" name="Freeform: Shape 13">
              <a:extLst>
                <a:ext uri="{FF2B5EF4-FFF2-40B4-BE49-F238E27FC236}">
                  <a16:creationId xmlns:a16="http://schemas.microsoft.com/office/drawing/2014/main" id="{50ACBD04-F9C4-DB96-F249-5D21064D8885}"/>
                </a:ext>
              </a:extLst>
            </p:cNvPr>
            <p:cNvSpPr/>
            <p:nvPr/>
          </p:nvSpPr>
          <p:spPr>
            <a:xfrm>
              <a:off x="10991716" y="424065"/>
              <a:ext cx="107714" cy="84408"/>
            </a:xfrm>
            <a:custGeom>
              <a:avLst/>
              <a:gdLst>
                <a:gd name="connsiteX0" fmla="*/ 0 w 687056"/>
                <a:gd name="connsiteY0" fmla="*/ 538400 h 538399"/>
                <a:gd name="connsiteX1" fmla="*/ 334370 w 687056"/>
                <a:gd name="connsiteY1" fmla="*/ 538400 h 538399"/>
                <a:gd name="connsiteX2" fmla="*/ 687056 w 687056"/>
                <a:gd name="connsiteY2" fmla="*/ 0 h 538399"/>
                <a:gd name="connsiteX3" fmla="*/ 353112 w 687056"/>
                <a:gd name="connsiteY3" fmla="*/ 426 h 538399"/>
                <a:gd name="connsiteX4" fmla="*/ 0 w 687056"/>
                <a:gd name="connsiteY4" fmla="*/ 538400 h 5383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7056" h="538399">
                  <a:moveTo>
                    <a:pt x="0" y="538400"/>
                  </a:moveTo>
                  <a:lnTo>
                    <a:pt x="334370" y="538400"/>
                  </a:lnTo>
                  <a:lnTo>
                    <a:pt x="687056" y="0"/>
                  </a:lnTo>
                  <a:lnTo>
                    <a:pt x="353112" y="426"/>
                  </a:lnTo>
                  <a:lnTo>
                    <a:pt x="0" y="538400"/>
                  </a:lnTo>
                  <a:close/>
                </a:path>
              </a:pathLst>
            </a:custGeom>
            <a:grpFill/>
            <a:ln w="0" cap="flat">
              <a:noFill/>
              <a:prstDash val="solid"/>
              <a:miter/>
            </a:ln>
          </p:spPr>
          <p:txBody>
            <a:bodyPr rtlCol="0" anchor="ctr"/>
            <a:lstStyle/>
            <a:p>
              <a:endParaRPr lang="en-US">
                <a:solidFill>
                  <a:srgbClr val="23004B"/>
                </a:solidFill>
              </a:endParaRPr>
            </a:p>
          </p:txBody>
        </p:sp>
        <p:sp>
          <p:nvSpPr>
            <p:cNvPr id="11" name="Freeform: Shape 14">
              <a:extLst>
                <a:ext uri="{FF2B5EF4-FFF2-40B4-BE49-F238E27FC236}">
                  <a16:creationId xmlns:a16="http://schemas.microsoft.com/office/drawing/2014/main" id="{C942F8D6-7C2D-3976-4BDB-64AB34D953EA}"/>
                </a:ext>
              </a:extLst>
            </p:cNvPr>
            <p:cNvSpPr/>
            <p:nvPr/>
          </p:nvSpPr>
          <p:spPr>
            <a:xfrm>
              <a:off x="11660372" y="536254"/>
              <a:ext cx="29115" cy="29115"/>
            </a:xfrm>
            <a:custGeom>
              <a:avLst/>
              <a:gdLst>
                <a:gd name="connsiteX0" fmla="*/ 100524 w 185713"/>
                <a:gd name="connsiteY0" fmla="*/ 52392 h 185713"/>
                <a:gd name="connsiteX1" fmla="*/ 119692 w 185713"/>
                <a:gd name="connsiteY1" fmla="*/ 71985 h 185713"/>
                <a:gd name="connsiteX2" fmla="*/ 100524 w 185713"/>
                <a:gd name="connsiteY2" fmla="*/ 90727 h 185713"/>
                <a:gd name="connsiteX3" fmla="*/ 71133 w 185713"/>
                <a:gd name="connsiteY3" fmla="*/ 90727 h 185713"/>
                <a:gd name="connsiteX4" fmla="*/ 71133 w 185713"/>
                <a:gd name="connsiteY4" fmla="*/ 51966 h 185713"/>
                <a:gd name="connsiteX5" fmla="*/ 100524 w 185713"/>
                <a:gd name="connsiteY5" fmla="*/ 51966 h 185713"/>
                <a:gd name="connsiteX6" fmla="*/ 117988 w 185713"/>
                <a:gd name="connsiteY6" fmla="*/ 146101 h 185713"/>
                <a:gd name="connsiteX7" fmla="*/ 135452 w 185713"/>
                <a:gd name="connsiteY7" fmla="*/ 146101 h 185713"/>
                <a:gd name="connsiteX8" fmla="*/ 106913 w 185713"/>
                <a:gd name="connsiteY8" fmla="*/ 103506 h 185713"/>
                <a:gd name="connsiteX9" fmla="*/ 134174 w 185713"/>
                <a:gd name="connsiteY9" fmla="*/ 71985 h 185713"/>
                <a:gd name="connsiteX10" fmla="*/ 100524 w 185713"/>
                <a:gd name="connsiteY10" fmla="*/ 39613 h 185713"/>
                <a:gd name="connsiteX11" fmla="*/ 57077 w 185713"/>
                <a:gd name="connsiteY11" fmla="*/ 39613 h 185713"/>
                <a:gd name="connsiteX12" fmla="*/ 57077 w 185713"/>
                <a:gd name="connsiteY12" fmla="*/ 146101 h 185713"/>
                <a:gd name="connsiteX13" fmla="*/ 71133 w 185713"/>
                <a:gd name="connsiteY13" fmla="*/ 146101 h 185713"/>
                <a:gd name="connsiteX14" fmla="*/ 71133 w 185713"/>
                <a:gd name="connsiteY14" fmla="*/ 103932 h 185713"/>
                <a:gd name="connsiteX15" fmla="*/ 90301 w 185713"/>
                <a:gd name="connsiteY15" fmla="*/ 103932 h 185713"/>
                <a:gd name="connsiteX16" fmla="*/ 117988 w 185713"/>
                <a:gd name="connsiteY16" fmla="*/ 146101 h 185713"/>
                <a:gd name="connsiteX17" fmla="*/ 92857 w 185713"/>
                <a:gd name="connsiteY17" fmla="*/ 12778 h 185713"/>
                <a:gd name="connsiteX18" fmla="*/ 172510 w 185713"/>
                <a:gd name="connsiteY18" fmla="*/ 92431 h 185713"/>
                <a:gd name="connsiteX19" fmla="*/ 92857 w 185713"/>
                <a:gd name="connsiteY19" fmla="*/ 172509 h 185713"/>
                <a:gd name="connsiteX20" fmla="*/ 12779 w 185713"/>
                <a:gd name="connsiteY20" fmla="*/ 92431 h 185713"/>
                <a:gd name="connsiteX21" fmla="*/ 92857 w 185713"/>
                <a:gd name="connsiteY21" fmla="*/ 12778 h 185713"/>
                <a:gd name="connsiteX22" fmla="*/ 92857 w 185713"/>
                <a:gd name="connsiteY22" fmla="*/ 185714 h 185713"/>
                <a:gd name="connsiteX23" fmla="*/ 185714 w 185713"/>
                <a:gd name="connsiteY23" fmla="*/ 92857 h 185713"/>
                <a:gd name="connsiteX24" fmla="*/ 92857 w 185713"/>
                <a:gd name="connsiteY24" fmla="*/ 0 h 185713"/>
                <a:gd name="connsiteX25" fmla="*/ 0 w 185713"/>
                <a:gd name="connsiteY25" fmla="*/ 92857 h 185713"/>
                <a:gd name="connsiteX26" fmla="*/ 92857 w 185713"/>
                <a:gd name="connsiteY26" fmla="*/ 185714 h 185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85713" h="185713">
                  <a:moveTo>
                    <a:pt x="100524" y="52392"/>
                  </a:moveTo>
                  <a:cubicBezTo>
                    <a:pt x="110747" y="52392"/>
                    <a:pt x="119692" y="60485"/>
                    <a:pt x="119692" y="71985"/>
                  </a:cubicBezTo>
                  <a:cubicBezTo>
                    <a:pt x="119692" y="83060"/>
                    <a:pt x="110321" y="90727"/>
                    <a:pt x="100524" y="90727"/>
                  </a:cubicBezTo>
                  <a:lnTo>
                    <a:pt x="71133" y="90727"/>
                  </a:lnTo>
                  <a:lnTo>
                    <a:pt x="71133" y="51966"/>
                  </a:lnTo>
                  <a:lnTo>
                    <a:pt x="100524" y="51966"/>
                  </a:lnTo>
                  <a:close/>
                  <a:moveTo>
                    <a:pt x="117988" y="146101"/>
                  </a:moveTo>
                  <a:lnTo>
                    <a:pt x="135452" y="146101"/>
                  </a:lnTo>
                  <a:lnTo>
                    <a:pt x="106913" y="103506"/>
                  </a:lnTo>
                  <a:cubicBezTo>
                    <a:pt x="112877" y="103506"/>
                    <a:pt x="134174" y="95413"/>
                    <a:pt x="134174" y="71985"/>
                  </a:cubicBezTo>
                  <a:cubicBezTo>
                    <a:pt x="134174" y="52392"/>
                    <a:pt x="118840" y="39613"/>
                    <a:pt x="100524" y="39613"/>
                  </a:cubicBezTo>
                  <a:lnTo>
                    <a:pt x="57077" y="39613"/>
                  </a:lnTo>
                  <a:lnTo>
                    <a:pt x="57077" y="146101"/>
                  </a:lnTo>
                  <a:lnTo>
                    <a:pt x="71133" y="146101"/>
                  </a:lnTo>
                  <a:lnTo>
                    <a:pt x="71133" y="103932"/>
                  </a:lnTo>
                  <a:lnTo>
                    <a:pt x="90301" y="103932"/>
                  </a:lnTo>
                  <a:lnTo>
                    <a:pt x="117988" y="146101"/>
                  </a:lnTo>
                  <a:close/>
                  <a:moveTo>
                    <a:pt x="92857" y="12778"/>
                  </a:moveTo>
                  <a:cubicBezTo>
                    <a:pt x="137156" y="12778"/>
                    <a:pt x="172510" y="47706"/>
                    <a:pt x="172510" y="92431"/>
                  </a:cubicBezTo>
                  <a:cubicBezTo>
                    <a:pt x="172510" y="137156"/>
                    <a:pt x="137156" y="172509"/>
                    <a:pt x="92857" y="172509"/>
                  </a:cubicBezTo>
                  <a:cubicBezTo>
                    <a:pt x="48558" y="172509"/>
                    <a:pt x="12779" y="136304"/>
                    <a:pt x="12779" y="92431"/>
                  </a:cubicBezTo>
                  <a:cubicBezTo>
                    <a:pt x="12779" y="48558"/>
                    <a:pt x="48558" y="12778"/>
                    <a:pt x="92857" y="12778"/>
                  </a:cubicBezTo>
                  <a:moveTo>
                    <a:pt x="92857" y="185714"/>
                  </a:moveTo>
                  <a:cubicBezTo>
                    <a:pt x="144397" y="185714"/>
                    <a:pt x="185714" y="143971"/>
                    <a:pt x="185714" y="92857"/>
                  </a:cubicBezTo>
                  <a:cubicBezTo>
                    <a:pt x="185714" y="41743"/>
                    <a:pt x="144397" y="0"/>
                    <a:pt x="92857" y="0"/>
                  </a:cubicBezTo>
                  <a:cubicBezTo>
                    <a:pt x="41317" y="0"/>
                    <a:pt x="0" y="41317"/>
                    <a:pt x="0" y="92857"/>
                  </a:cubicBezTo>
                  <a:cubicBezTo>
                    <a:pt x="0" y="144397"/>
                    <a:pt x="41743" y="185714"/>
                    <a:pt x="92857" y="185714"/>
                  </a:cubicBezTo>
                </a:path>
              </a:pathLst>
            </a:custGeom>
            <a:grpFill/>
            <a:ln w="0" cap="flat">
              <a:noFill/>
              <a:prstDash val="solid"/>
              <a:miter/>
            </a:ln>
          </p:spPr>
          <p:txBody>
            <a:bodyPr rtlCol="0" anchor="ctr"/>
            <a:lstStyle/>
            <a:p>
              <a:endParaRPr lang="en-US">
                <a:solidFill>
                  <a:srgbClr val="23004B"/>
                </a:solidFill>
              </a:endParaRPr>
            </a:p>
          </p:txBody>
        </p:sp>
      </p:grpSp>
      <p:sp>
        <p:nvSpPr>
          <p:cNvPr id="22" name="Title 1">
            <a:extLst>
              <a:ext uri="{FF2B5EF4-FFF2-40B4-BE49-F238E27FC236}">
                <a16:creationId xmlns:a16="http://schemas.microsoft.com/office/drawing/2014/main" id="{659C4402-6262-447A-9694-06329760C718}"/>
              </a:ext>
            </a:extLst>
          </p:cNvPr>
          <p:cNvSpPr>
            <a:spLocks noGrp="1"/>
          </p:cNvSpPr>
          <p:nvPr>
            <p:ph type="title" hasCustomPrompt="1"/>
          </p:nvPr>
        </p:nvSpPr>
        <p:spPr>
          <a:xfrm>
            <a:off x="274320" y="274320"/>
            <a:ext cx="10515600" cy="457200"/>
          </a:xfrm>
        </p:spPr>
        <p:txBody>
          <a:bodyPr>
            <a:normAutofit/>
          </a:bodyPr>
          <a:lstStyle>
            <a:lvl1pPr>
              <a:defRPr sz="1800">
                <a:solidFill>
                  <a:schemeClr val="accent4"/>
                </a:solidFill>
              </a:defRPr>
            </a:lvl1pPr>
          </a:lstStyle>
          <a:p>
            <a:r>
              <a:rPr lang="en-US"/>
              <a:t>Slide Title – 18pt</a:t>
            </a:r>
          </a:p>
        </p:txBody>
      </p:sp>
      <p:sp>
        <p:nvSpPr>
          <p:cNvPr id="13" name="Text Placeholder 12">
            <a:extLst>
              <a:ext uri="{FF2B5EF4-FFF2-40B4-BE49-F238E27FC236}">
                <a16:creationId xmlns:a16="http://schemas.microsoft.com/office/drawing/2014/main" id="{2D7ADAA4-2469-6568-66EC-8CEF4D342453}"/>
              </a:ext>
            </a:extLst>
          </p:cNvPr>
          <p:cNvSpPr>
            <a:spLocks noGrp="1"/>
          </p:cNvSpPr>
          <p:nvPr>
            <p:ph type="body" sz="quarter" idx="19" hasCustomPrompt="1"/>
          </p:nvPr>
        </p:nvSpPr>
        <p:spPr>
          <a:xfrm>
            <a:off x="4100569" y="2190802"/>
            <a:ext cx="3474198" cy="4114800"/>
          </a:xfrm>
        </p:spPr>
        <p:txBody>
          <a:bodyPr>
            <a:normAutofit/>
          </a:bodyPr>
          <a:lstStyle>
            <a:lvl1pPr marL="0" indent="0">
              <a:buNone/>
              <a:defRPr sz="1400">
                <a:latin typeface="+mn-lt"/>
              </a:defRPr>
            </a:lvl1pPr>
            <a:lvl2pPr marL="228600" indent="0">
              <a:buNone/>
              <a:defRPr sz="1400">
                <a:latin typeface="+mn-lt"/>
              </a:defRPr>
            </a:lvl2pPr>
            <a:lvl3pPr marL="274320" indent="0">
              <a:buNone/>
              <a:defRPr sz="1400">
                <a:latin typeface="+mn-lt"/>
              </a:defRPr>
            </a:lvl3pPr>
            <a:lvl4pPr marL="1371600" indent="0">
              <a:buNone/>
              <a:defRPr sz="1400">
                <a:latin typeface="+mn-lt"/>
              </a:defRPr>
            </a:lvl4pPr>
            <a:lvl5pPr marL="1828800" indent="0">
              <a:buNone/>
              <a:defRPr sz="1400">
                <a:latin typeface="+mn-lt"/>
              </a:defRPr>
            </a:lvl5pPr>
          </a:lstStyle>
          <a:p>
            <a:pPr lvl="0"/>
            <a:r>
              <a:rPr lang="en-US"/>
              <a:t>Body text, ideally 14pt or larger.</a:t>
            </a:r>
          </a:p>
        </p:txBody>
      </p:sp>
      <p:sp>
        <p:nvSpPr>
          <p:cNvPr id="12" name="Text Placeholder 12">
            <a:extLst>
              <a:ext uri="{FF2B5EF4-FFF2-40B4-BE49-F238E27FC236}">
                <a16:creationId xmlns:a16="http://schemas.microsoft.com/office/drawing/2014/main" id="{EF754A6A-D213-4213-8919-4CC5726F8ED4}"/>
              </a:ext>
            </a:extLst>
          </p:cNvPr>
          <p:cNvSpPr>
            <a:spLocks noGrp="1"/>
          </p:cNvSpPr>
          <p:nvPr>
            <p:ph type="body" sz="quarter" idx="20" hasCustomPrompt="1"/>
          </p:nvPr>
        </p:nvSpPr>
        <p:spPr>
          <a:xfrm>
            <a:off x="7870634" y="2190801"/>
            <a:ext cx="3474198" cy="4114800"/>
          </a:xfrm>
        </p:spPr>
        <p:txBody>
          <a:bodyPr>
            <a:normAutofit/>
          </a:bodyPr>
          <a:lstStyle>
            <a:lvl1pPr marL="0" indent="0">
              <a:buNone/>
              <a:defRPr sz="1400">
                <a:latin typeface="+mn-lt"/>
              </a:defRPr>
            </a:lvl1pPr>
            <a:lvl2pPr marL="228600" indent="0">
              <a:buNone/>
              <a:defRPr sz="1400">
                <a:latin typeface="+mn-lt"/>
              </a:defRPr>
            </a:lvl2pPr>
            <a:lvl3pPr marL="274320" indent="0">
              <a:buNone/>
              <a:defRPr sz="1400">
                <a:latin typeface="+mn-lt"/>
              </a:defRPr>
            </a:lvl3pPr>
            <a:lvl4pPr marL="1371600" indent="0">
              <a:buNone/>
              <a:defRPr sz="1400">
                <a:latin typeface="+mn-lt"/>
              </a:defRPr>
            </a:lvl4pPr>
            <a:lvl5pPr marL="1828800" indent="0">
              <a:buNone/>
              <a:defRPr sz="1400">
                <a:latin typeface="+mn-lt"/>
              </a:defRPr>
            </a:lvl5pPr>
          </a:lstStyle>
          <a:p>
            <a:pPr lvl="0"/>
            <a:r>
              <a:rPr lang="en-US"/>
              <a:t>Body text, ideally 14pt or larger.</a:t>
            </a:r>
          </a:p>
        </p:txBody>
      </p:sp>
      <p:sp>
        <p:nvSpPr>
          <p:cNvPr id="18" name="Text Placeholder 17">
            <a:extLst>
              <a:ext uri="{FF2B5EF4-FFF2-40B4-BE49-F238E27FC236}">
                <a16:creationId xmlns:a16="http://schemas.microsoft.com/office/drawing/2014/main" id="{A4ECBA08-8FAB-D3C3-BEEC-3CCC318CE23B}"/>
              </a:ext>
            </a:extLst>
          </p:cNvPr>
          <p:cNvSpPr>
            <a:spLocks noGrp="1"/>
          </p:cNvSpPr>
          <p:nvPr>
            <p:ph type="body" sz="quarter" idx="21" hasCustomPrompt="1"/>
          </p:nvPr>
        </p:nvSpPr>
        <p:spPr>
          <a:xfrm>
            <a:off x="274320" y="1737360"/>
            <a:ext cx="3475038" cy="366712"/>
          </a:xfrm>
        </p:spPr>
        <p:txBody>
          <a:bodyPr>
            <a:normAutofit/>
          </a:bodyPr>
          <a:lstStyle>
            <a:lvl1pPr marL="0" indent="0">
              <a:buNone/>
              <a:defRPr sz="1600" b="1">
                <a:latin typeface="+mn-lt"/>
              </a:defRPr>
            </a:lvl1pPr>
          </a:lstStyle>
          <a:p>
            <a:r>
              <a:rPr lang="en-US"/>
              <a:t>Subtitle – 16pt</a:t>
            </a:r>
          </a:p>
        </p:txBody>
      </p:sp>
      <p:sp>
        <p:nvSpPr>
          <p:cNvPr id="19" name="Text Placeholder 17">
            <a:extLst>
              <a:ext uri="{FF2B5EF4-FFF2-40B4-BE49-F238E27FC236}">
                <a16:creationId xmlns:a16="http://schemas.microsoft.com/office/drawing/2014/main" id="{4BA7B78D-F24F-E4D0-B6B3-68FF70C1358D}"/>
              </a:ext>
            </a:extLst>
          </p:cNvPr>
          <p:cNvSpPr>
            <a:spLocks noGrp="1"/>
          </p:cNvSpPr>
          <p:nvPr>
            <p:ph type="body" sz="quarter" idx="22" hasCustomPrompt="1"/>
          </p:nvPr>
        </p:nvSpPr>
        <p:spPr>
          <a:xfrm>
            <a:off x="4100569" y="1737360"/>
            <a:ext cx="3475038" cy="366712"/>
          </a:xfrm>
        </p:spPr>
        <p:txBody>
          <a:bodyPr>
            <a:normAutofit/>
          </a:bodyPr>
          <a:lstStyle>
            <a:lvl1pPr marL="0" indent="0">
              <a:buNone/>
              <a:defRPr sz="1600" b="1">
                <a:latin typeface="+mn-lt"/>
              </a:defRPr>
            </a:lvl1pPr>
          </a:lstStyle>
          <a:p>
            <a:r>
              <a:rPr lang="en-US"/>
              <a:t>Subtitle – 16pt</a:t>
            </a:r>
          </a:p>
        </p:txBody>
      </p:sp>
      <p:sp>
        <p:nvSpPr>
          <p:cNvPr id="20" name="Text Placeholder 17">
            <a:extLst>
              <a:ext uri="{FF2B5EF4-FFF2-40B4-BE49-F238E27FC236}">
                <a16:creationId xmlns:a16="http://schemas.microsoft.com/office/drawing/2014/main" id="{27564D5F-36E0-0C05-0842-EA3180E44265}"/>
              </a:ext>
            </a:extLst>
          </p:cNvPr>
          <p:cNvSpPr>
            <a:spLocks noGrp="1"/>
          </p:cNvSpPr>
          <p:nvPr>
            <p:ph type="body" sz="quarter" idx="23" hasCustomPrompt="1"/>
          </p:nvPr>
        </p:nvSpPr>
        <p:spPr>
          <a:xfrm>
            <a:off x="7869794" y="1737360"/>
            <a:ext cx="3475038" cy="366712"/>
          </a:xfrm>
        </p:spPr>
        <p:txBody>
          <a:bodyPr>
            <a:normAutofit/>
          </a:bodyPr>
          <a:lstStyle>
            <a:lvl1pPr marL="0" indent="0">
              <a:buNone/>
              <a:defRPr sz="1600" b="1">
                <a:latin typeface="+mn-lt"/>
              </a:defRPr>
            </a:lvl1pPr>
          </a:lstStyle>
          <a:p>
            <a:r>
              <a:rPr lang="en-US"/>
              <a:t>Subtitle – 16pt</a:t>
            </a:r>
          </a:p>
        </p:txBody>
      </p:sp>
    </p:spTree>
    <p:extLst>
      <p:ext uri="{BB962C8B-B14F-4D97-AF65-F5344CB8AC3E}">
        <p14:creationId xmlns:p14="http://schemas.microsoft.com/office/powerpoint/2010/main" val="242693067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ntent 4Box Light">
    <p:spTree>
      <p:nvGrpSpPr>
        <p:cNvPr id="1" name=""/>
        <p:cNvGrpSpPr/>
        <p:nvPr/>
      </p:nvGrpSpPr>
      <p:grpSpPr>
        <a:xfrm>
          <a:off x="0" y="0"/>
          <a:ext cx="0" cy="0"/>
          <a:chOff x="0" y="0"/>
          <a:chExt cx="0" cy="0"/>
        </a:xfrm>
      </p:grpSpPr>
      <p:sp>
        <p:nvSpPr>
          <p:cNvPr id="38" name="Subtitle 2">
            <a:extLst>
              <a:ext uri="{FF2B5EF4-FFF2-40B4-BE49-F238E27FC236}">
                <a16:creationId xmlns:a16="http://schemas.microsoft.com/office/drawing/2014/main" id="{4335EF39-A00D-30CA-7998-556A1C249CE6}"/>
              </a:ext>
            </a:extLst>
          </p:cNvPr>
          <p:cNvSpPr>
            <a:spLocks noGrp="1"/>
          </p:cNvSpPr>
          <p:nvPr>
            <p:ph type="subTitle" idx="1" hasCustomPrompt="1"/>
          </p:nvPr>
        </p:nvSpPr>
        <p:spPr>
          <a:xfrm>
            <a:off x="274320" y="914400"/>
            <a:ext cx="10972800" cy="731520"/>
          </a:xfrm>
          <a:prstGeom prst="rect">
            <a:avLst/>
          </a:prstGeom>
        </p:spPr>
        <p:txBody>
          <a:bodyPr>
            <a:normAutofit/>
          </a:bodyPr>
          <a:lstStyle>
            <a:lvl1pPr marL="0" indent="0" algn="l">
              <a:lnSpc>
                <a:spcPct val="100000"/>
              </a:lnSpc>
              <a:buNone/>
              <a:defRPr sz="1600">
                <a:solidFill>
                  <a:srgbClr val="23004B"/>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Summary statement, may underline or bold 1-2 words for emphasis and extend 1-2 lines. Text should be 16pt. Delete this box if not needed.</a:t>
            </a:r>
          </a:p>
        </p:txBody>
      </p:sp>
      <p:grpSp>
        <p:nvGrpSpPr>
          <p:cNvPr id="12" name="Group 11">
            <a:extLst>
              <a:ext uri="{FF2B5EF4-FFF2-40B4-BE49-F238E27FC236}">
                <a16:creationId xmlns:a16="http://schemas.microsoft.com/office/drawing/2014/main" id="{B3FEDA99-9E62-09D7-0CC4-D8557EAE1682}"/>
              </a:ext>
            </a:extLst>
          </p:cNvPr>
          <p:cNvGrpSpPr/>
          <p:nvPr/>
        </p:nvGrpSpPr>
        <p:grpSpPr>
          <a:xfrm>
            <a:off x="10972800" y="274320"/>
            <a:ext cx="732897" cy="319002"/>
            <a:chOff x="10956590" y="246968"/>
            <a:chExt cx="732897" cy="319002"/>
          </a:xfrm>
          <a:solidFill>
            <a:srgbClr val="23004B"/>
          </a:solidFill>
        </p:grpSpPr>
        <p:sp>
          <p:nvSpPr>
            <p:cNvPr id="13" name="Freeform: Shape 6">
              <a:extLst>
                <a:ext uri="{FF2B5EF4-FFF2-40B4-BE49-F238E27FC236}">
                  <a16:creationId xmlns:a16="http://schemas.microsoft.com/office/drawing/2014/main" id="{39266559-E445-1626-A2B0-D14F3DA66561}"/>
                </a:ext>
              </a:extLst>
            </p:cNvPr>
            <p:cNvSpPr/>
            <p:nvPr/>
          </p:nvSpPr>
          <p:spPr>
            <a:xfrm>
              <a:off x="11502373" y="368572"/>
              <a:ext cx="152189" cy="197064"/>
            </a:xfrm>
            <a:custGeom>
              <a:avLst/>
              <a:gdLst>
                <a:gd name="connsiteX0" fmla="*/ 573754 w 970738"/>
                <a:gd name="connsiteY0" fmla="*/ 503046 h 1256976"/>
                <a:gd name="connsiteX1" fmla="*/ 309665 w 970738"/>
                <a:gd name="connsiteY1" fmla="*/ 342037 h 1256976"/>
                <a:gd name="connsiteX2" fmla="*/ 479193 w 970738"/>
                <a:gd name="connsiteY2" fmla="*/ 230013 h 1256976"/>
                <a:gd name="connsiteX3" fmla="*/ 728799 w 970738"/>
                <a:gd name="connsiteY3" fmla="*/ 347575 h 1256976"/>
                <a:gd name="connsiteX4" fmla="*/ 898327 w 970738"/>
                <a:gd name="connsiteY4" fmla="*/ 181028 h 1256976"/>
                <a:gd name="connsiteX5" fmla="*/ 479193 w 970738"/>
                <a:gd name="connsiteY5" fmla="*/ 0 h 1256976"/>
                <a:gd name="connsiteX6" fmla="*/ 48558 w 970738"/>
                <a:gd name="connsiteY6" fmla="*/ 356094 h 1256976"/>
                <a:gd name="connsiteX7" fmla="*/ 404652 w 970738"/>
                <a:gd name="connsiteY7" fmla="*/ 726244 h 1256976"/>
                <a:gd name="connsiteX8" fmla="*/ 697705 w 970738"/>
                <a:gd name="connsiteY8" fmla="*/ 895772 h 1256976"/>
                <a:gd name="connsiteX9" fmla="*/ 485156 w 970738"/>
                <a:gd name="connsiteY9" fmla="*/ 1024834 h 1256976"/>
                <a:gd name="connsiteX10" fmla="*/ 174639 w 970738"/>
                <a:gd name="connsiteY10" fmla="*/ 888105 h 1256976"/>
                <a:gd name="connsiteX11" fmla="*/ 0 w 970738"/>
                <a:gd name="connsiteY11" fmla="*/ 1057632 h 1256976"/>
                <a:gd name="connsiteX12" fmla="*/ 502620 w 970738"/>
                <a:gd name="connsiteY12" fmla="*/ 1256977 h 1256976"/>
                <a:gd name="connsiteX13" fmla="*/ 970738 w 970738"/>
                <a:gd name="connsiteY13" fmla="*/ 880863 h 1256976"/>
                <a:gd name="connsiteX14" fmla="*/ 574606 w 970738"/>
                <a:gd name="connsiteY14" fmla="*/ 501768 h 125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70738" h="1256976">
                  <a:moveTo>
                    <a:pt x="573754" y="503046"/>
                  </a:moveTo>
                  <a:cubicBezTo>
                    <a:pt x="384206" y="454062"/>
                    <a:pt x="309665" y="434042"/>
                    <a:pt x="309665" y="342037"/>
                  </a:cubicBezTo>
                  <a:cubicBezTo>
                    <a:pt x="309665" y="270478"/>
                    <a:pt x="370150" y="230013"/>
                    <a:pt x="479193" y="230013"/>
                  </a:cubicBezTo>
                  <a:cubicBezTo>
                    <a:pt x="588236" y="230013"/>
                    <a:pt x="671722" y="281553"/>
                    <a:pt x="728799" y="347575"/>
                  </a:cubicBezTo>
                  <a:lnTo>
                    <a:pt x="898327" y="181028"/>
                  </a:lnTo>
                  <a:cubicBezTo>
                    <a:pt x="806322" y="80504"/>
                    <a:pt x="671722" y="0"/>
                    <a:pt x="479193" y="0"/>
                  </a:cubicBezTo>
                  <a:cubicBezTo>
                    <a:pt x="241087" y="0"/>
                    <a:pt x="48558" y="115006"/>
                    <a:pt x="48558" y="356094"/>
                  </a:cubicBezTo>
                  <a:cubicBezTo>
                    <a:pt x="48558" y="597181"/>
                    <a:pt x="226605" y="677685"/>
                    <a:pt x="404652" y="726244"/>
                  </a:cubicBezTo>
                  <a:cubicBezTo>
                    <a:pt x="608681" y="783747"/>
                    <a:pt x="697705" y="798229"/>
                    <a:pt x="697705" y="895772"/>
                  </a:cubicBezTo>
                  <a:cubicBezTo>
                    <a:pt x="697705" y="976276"/>
                    <a:pt x="631683" y="1024834"/>
                    <a:pt x="485156" y="1024834"/>
                  </a:cubicBezTo>
                  <a:cubicBezTo>
                    <a:pt x="355668" y="1024834"/>
                    <a:pt x="248754" y="981813"/>
                    <a:pt x="174639" y="888105"/>
                  </a:cubicBezTo>
                  <a:lnTo>
                    <a:pt x="0" y="1057632"/>
                  </a:lnTo>
                  <a:cubicBezTo>
                    <a:pt x="93283" y="1166249"/>
                    <a:pt x="263237" y="1256977"/>
                    <a:pt x="502620" y="1256977"/>
                  </a:cubicBezTo>
                  <a:cubicBezTo>
                    <a:pt x="844232" y="1256977"/>
                    <a:pt x="970738" y="1087449"/>
                    <a:pt x="970738" y="880863"/>
                  </a:cubicBezTo>
                  <a:cubicBezTo>
                    <a:pt x="970738" y="625294"/>
                    <a:pt x="764153" y="550753"/>
                    <a:pt x="574606" y="501768"/>
                  </a:cubicBezTo>
                  <a:close/>
                </a:path>
              </a:pathLst>
            </a:custGeom>
            <a:grpFill/>
            <a:ln w="0" cap="flat">
              <a:noFill/>
              <a:prstDash val="solid"/>
              <a:miter/>
            </a:ln>
          </p:spPr>
          <p:txBody>
            <a:bodyPr rtlCol="0" anchor="ctr"/>
            <a:lstStyle/>
            <a:p>
              <a:endParaRPr lang="en-US">
                <a:solidFill>
                  <a:srgbClr val="23004B"/>
                </a:solidFill>
              </a:endParaRPr>
            </a:p>
          </p:txBody>
        </p:sp>
        <p:sp>
          <p:nvSpPr>
            <p:cNvPr id="14" name="Freeform: Shape 7">
              <a:extLst>
                <a:ext uri="{FF2B5EF4-FFF2-40B4-BE49-F238E27FC236}">
                  <a16:creationId xmlns:a16="http://schemas.microsoft.com/office/drawing/2014/main" id="{7D08DDFD-52A3-44A1-FF1F-1F795A8BD6A8}"/>
                </a:ext>
              </a:extLst>
            </p:cNvPr>
            <p:cNvSpPr/>
            <p:nvPr/>
          </p:nvSpPr>
          <p:spPr>
            <a:xfrm>
              <a:off x="11129146" y="368572"/>
              <a:ext cx="198854" cy="197398"/>
            </a:xfrm>
            <a:custGeom>
              <a:avLst/>
              <a:gdLst>
                <a:gd name="connsiteX0" fmla="*/ 678111 w 1268394"/>
                <a:gd name="connsiteY0" fmla="*/ 1015037 h 1259106"/>
                <a:gd name="connsiteX1" fmla="*/ 1020149 w 1268394"/>
                <a:gd name="connsiteY1" fmla="*/ 885549 h 1259106"/>
                <a:gd name="connsiteX2" fmla="*/ 1189677 w 1268394"/>
                <a:gd name="connsiteY2" fmla="*/ 1063596 h 1259106"/>
                <a:gd name="connsiteX3" fmla="*/ 681093 w 1268394"/>
                <a:gd name="connsiteY3" fmla="*/ 1259106 h 1259106"/>
                <a:gd name="connsiteX4" fmla="*/ 0 w 1268394"/>
                <a:gd name="connsiteY4" fmla="*/ 629553 h 1259106"/>
                <a:gd name="connsiteX5" fmla="*/ 643610 w 1268394"/>
                <a:gd name="connsiteY5" fmla="*/ 0 h 1259106"/>
                <a:gd name="connsiteX6" fmla="*/ 1267199 w 1268394"/>
                <a:gd name="connsiteY6" fmla="*/ 727096 h 1259106"/>
                <a:gd name="connsiteX7" fmla="*/ 295609 w 1268394"/>
                <a:gd name="connsiteY7" fmla="*/ 727096 h 1259106"/>
                <a:gd name="connsiteX8" fmla="*/ 677685 w 1268394"/>
                <a:gd name="connsiteY8" fmla="*/ 1014611 h 1259106"/>
                <a:gd name="connsiteX9" fmla="*/ 974146 w 1268394"/>
                <a:gd name="connsiteY9" fmla="*/ 526473 h 1259106"/>
                <a:gd name="connsiteX10" fmla="*/ 646591 w 1268394"/>
                <a:gd name="connsiteY10" fmla="*/ 241939 h 1259106"/>
                <a:gd name="connsiteX11" fmla="*/ 296035 w 1268394"/>
                <a:gd name="connsiteY11" fmla="*/ 526473 h 1259106"/>
                <a:gd name="connsiteX12" fmla="*/ 974146 w 1268394"/>
                <a:gd name="connsiteY12" fmla="*/ 526473 h 1259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8394" h="1259106">
                  <a:moveTo>
                    <a:pt x="678111" y="1015037"/>
                  </a:moveTo>
                  <a:cubicBezTo>
                    <a:pt x="836139" y="1015037"/>
                    <a:pt x="951145" y="951997"/>
                    <a:pt x="1020149" y="885549"/>
                  </a:cubicBezTo>
                  <a:lnTo>
                    <a:pt x="1189677" y="1063596"/>
                  </a:lnTo>
                  <a:cubicBezTo>
                    <a:pt x="1077652" y="1175620"/>
                    <a:pt x="922606" y="1259106"/>
                    <a:pt x="681093" y="1259106"/>
                  </a:cubicBezTo>
                  <a:cubicBezTo>
                    <a:pt x="267070" y="1259106"/>
                    <a:pt x="0" y="991610"/>
                    <a:pt x="0" y="629553"/>
                  </a:cubicBezTo>
                  <a:cubicBezTo>
                    <a:pt x="0" y="267496"/>
                    <a:pt x="281553" y="0"/>
                    <a:pt x="643610" y="0"/>
                  </a:cubicBezTo>
                  <a:cubicBezTo>
                    <a:pt x="1054651" y="0"/>
                    <a:pt x="1287219" y="304554"/>
                    <a:pt x="1267199" y="727096"/>
                  </a:cubicBezTo>
                  <a:lnTo>
                    <a:pt x="295609" y="727096"/>
                  </a:lnTo>
                  <a:cubicBezTo>
                    <a:pt x="330111" y="902587"/>
                    <a:pt x="456618" y="1014611"/>
                    <a:pt x="677685" y="1014611"/>
                  </a:cubicBezTo>
                  <a:close/>
                  <a:moveTo>
                    <a:pt x="974146" y="526473"/>
                  </a:moveTo>
                  <a:cubicBezTo>
                    <a:pt x="948163" y="362483"/>
                    <a:pt x="847639" y="241939"/>
                    <a:pt x="646591" y="241939"/>
                  </a:cubicBezTo>
                  <a:cubicBezTo>
                    <a:pt x="459599" y="241939"/>
                    <a:pt x="330537" y="345445"/>
                    <a:pt x="296035" y="526473"/>
                  </a:cubicBezTo>
                  <a:lnTo>
                    <a:pt x="974146" y="526473"/>
                  </a:lnTo>
                  <a:close/>
                </a:path>
              </a:pathLst>
            </a:custGeom>
            <a:grpFill/>
            <a:ln w="0" cap="flat">
              <a:noFill/>
              <a:prstDash val="solid"/>
              <a:miter/>
            </a:ln>
          </p:spPr>
          <p:txBody>
            <a:bodyPr rtlCol="0" anchor="ctr"/>
            <a:lstStyle/>
            <a:p>
              <a:endParaRPr lang="en-US">
                <a:solidFill>
                  <a:srgbClr val="23004B"/>
                </a:solidFill>
              </a:endParaRPr>
            </a:p>
          </p:txBody>
        </p:sp>
        <p:sp>
          <p:nvSpPr>
            <p:cNvPr id="15" name="Freeform: Shape 8">
              <a:extLst>
                <a:ext uri="{FF2B5EF4-FFF2-40B4-BE49-F238E27FC236}">
                  <a16:creationId xmlns:a16="http://schemas.microsoft.com/office/drawing/2014/main" id="{D1AE8928-9922-224F-91A6-6E1725696910}"/>
                </a:ext>
              </a:extLst>
            </p:cNvPr>
            <p:cNvSpPr/>
            <p:nvPr/>
          </p:nvSpPr>
          <p:spPr>
            <a:xfrm>
              <a:off x="11359466" y="246968"/>
              <a:ext cx="44074" cy="315262"/>
            </a:xfrm>
            <a:custGeom>
              <a:avLst/>
              <a:gdLst>
                <a:gd name="connsiteX0" fmla="*/ 0 w 281126"/>
                <a:gd name="connsiteY0" fmla="*/ 0 h 2010906"/>
                <a:gd name="connsiteX1" fmla="*/ 281127 w 281126"/>
                <a:gd name="connsiteY1" fmla="*/ 0 h 2010906"/>
                <a:gd name="connsiteX2" fmla="*/ 281127 w 281126"/>
                <a:gd name="connsiteY2" fmla="*/ 2010907 h 2010906"/>
                <a:gd name="connsiteX3" fmla="*/ 0 w 281126"/>
                <a:gd name="connsiteY3" fmla="*/ 2010907 h 2010906"/>
                <a:gd name="connsiteX4" fmla="*/ 0 w 281126"/>
                <a:gd name="connsiteY4" fmla="*/ 0 h 2010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126" h="2010906">
                  <a:moveTo>
                    <a:pt x="0" y="0"/>
                  </a:moveTo>
                  <a:lnTo>
                    <a:pt x="281127" y="0"/>
                  </a:lnTo>
                  <a:lnTo>
                    <a:pt x="281127" y="2010907"/>
                  </a:lnTo>
                  <a:lnTo>
                    <a:pt x="0" y="2010907"/>
                  </a:lnTo>
                  <a:lnTo>
                    <a:pt x="0" y="0"/>
                  </a:lnTo>
                  <a:close/>
                </a:path>
              </a:pathLst>
            </a:custGeom>
            <a:grpFill/>
            <a:ln w="0" cap="flat">
              <a:noFill/>
              <a:prstDash val="solid"/>
              <a:miter/>
            </a:ln>
          </p:spPr>
          <p:txBody>
            <a:bodyPr rtlCol="0" anchor="ctr"/>
            <a:lstStyle/>
            <a:p>
              <a:endParaRPr lang="en-US">
                <a:solidFill>
                  <a:srgbClr val="23004B"/>
                </a:solidFill>
              </a:endParaRPr>
            </a:p>
          </p:txBody>
        </p:sp>
        <p:sp>
          <p:nvSpPr>
            <p:cNvPr id="16" name="Freeform: Shape 9">
              <a:extLst>
                <a:ext uri="{FF2B5EF4-FFF2-40B4-BE49-F238E27FC236}">
                  <a16:creationId xmlns:a16="http://schemas.microsoft.com/office/drawing/2014/main" id="{9F8265CE-05EA-1E1D-2197-88B5AB77B6D3}"/>
                </a:ext>
              </a:extLst>
            </p:cNvPr>
            <p:cNvSpPr/>
            <p:nvPr/>
          </p:nvSpPr>
          <p:spPr>
            <a:xfrm>
              <a:off x="11434392" y="370442"/>
              <a:ext cx="44541" cy="191588"/>
            </a:xfrm>
            <a:custGeom>
              <a:avLst/>
              <a:gdLst>
                <a:gd name="connsiteX0" fmla="*/ 0 w 284108"/>
                <a:gd name="connsiteY0" fmla="*/ 0 h 1222048"/>
                <a:gd name="connsiteX1" fmla="*/ 284108 w 284108"/>
                <a:gd name="connsiteY1" fmla="*/ 0 h 1222048"/>
                <a:gd name="connsiteX2" fmla="*/ 284108 w 284108"/>
                <a:gd name="connsiteY2" fmla="*/ 1222049 h 1222048"/>
                <a:gd name="connsiteX3" fmla="*/ 0 w 284108"/>
                <a:gd name="connsiteY3" fmla="*/ 1222049 h 1222048"/>
              </a:gdLst>
              <a:ahLst/>
              <a:cxnLst>
                <a:cxn ang="0">
                  <a:pos x="connsiteX0" y="connsiteY0"/>
                </a:cxn>
                <a:cxn ang="0">
                  <a:pos x="connsiteX1" y="connsiteY1"/>
                </a:cxn>
                <a:cxn ang="0">
                  <a:pos x="connsiteX2" y="connsiteY2"/>
                </a:cxn>
                <a:cxn ang="0">
                  <a:pos x="connsiteX3" y="connsiteY3"/>
                </a:cxn>
              </a:cxnLst>
              <a:rect l="l" t="t" r="r" b="b"/>
              <a:pathLst>
                <a:path w="284108" h="1222048">
                  <a:moveTo>
                    <a:pt x="0" y="0"/>
                  </a:moveTo>
                  <a:lnTo>
                    <a:pt x="284108" y="0"/>
                  </a:lnTo>
                  <a:lnTo>
                    <a:pt x="284108" y="1222049"/>
                  </a:lnTo>
                  <a:lnTo>
                    <a:pt x="0" y="1222049"/>
                  </a:lnTo>
                  <a:close/>
                </a:path>
              </a:pathLst>
            </a:custGeom>
            <a:grpFill/>
            <a:ln w="0" cap="flat">
              <a:noFill/>
              <a:prstDash val="solid"/>
              <a:miter/>
            </a:ln>
          </p:spPr>
          <p:txBody>
            <a:bodyPr rtlCol="0" anchor="ctr"/>
            <a:lstStyle/>
            <a:p>
              <a:endParaRPr lang="en-US">
                <a:solidFill>
                  <a:srgbClr val="23004B"/>
                </a:solidFill>
              </a:endParaRPr>
            </a:p>
          </p:txBody>
        </p:sp>
        <p:sp>
          <p:nvSpPr>
            <p:cNvPr id="17" name="Freeform: Shape 10">
              <a:extLst>
                <a:ext uri="{FF2B5EF4-FFF2-40B4-BE49-F238E27FC236}">
                  <a16:creationId xmlns:a16="http://schemas.microsoft.com/office/drawing/2014/main" id="{70D04AE9-FE11-8B94-C012-E0BFA7465482}"/>
                </a:ext>
              </a:extLst>
            </p:cNvPr>
            <p:cNvSpPr/>
            <p:nvPr/>
          </p:nvSpPr>
          <p:spPr>
            <a:xfrm>
              <a:off x="11427581" y="278020"/>
              <a:ext cx="58498" cy="58097"/>
            </a:xfrm>
            <a:custGeom>
              <a:avLst/>
              <a:gdLst>
                <a:gd name="connsiteX0" fmla="*/ 0 w 373131"/>
                <a:gd name="connsiteY0" fmla="*/ 184010 h 370575"/>
                <a:gd name="connsiteX1" fmla="*/ 186566 w 373131"/>
                <a:gd name="connsiteY1" fmla="*/ 0 h 370575"/>
                <a:gd name="connsiteX2" fmla="*/ 373132 w 373131"/>
                <a:gd name="connsiteY2" fmla="*/ 184010 h 370575"/>
                <a:gd name="connsiteX3" fmla="*/ 186566 w 373131"/>
                <a:gd name="connsiteY3" fmla="*/ 370576 h 370575"/>
                <a:gd name="connsiteX4" fmla="*/ 0 w 373131"/>
                <a:gd name="connsiteY4" fmla="*/ 184010 h 370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3131" h="370575">
                  <a:moveTo>
                    <a:pt x="0" y="184010"/>
                  </a:moveTo>
                  <a:cubicBezTo>
                    <a:pt x="0" y="78375"/>
                    <a:pt x="86468" y="0"/>
                    <a:pt x="186566" y="0"/>
                  </a:cubicBezTo>
                  <a:cubicBezTo>
                    <a:pt x="286664" y="0"/>
                    <a:pt x="373132" y="77949"/>
                    <a:pt x="373132" y="184010"/>
                  </a:cubicBezTo>
                  <a:cubicBezTo>
                    <a:pt x="373132" y="295609"/>
                    <a:pt x="286664" y="370576"/>
                    <a:pt x="186566" y="370576"/>
                  </a:cubicBezTo>
                  <a:cubicBezTo>
                    <a:pt x="86468" y="370576"/>
                    <a:pt x="0" y="295183"/>
                    <a:pt x="0" y="184010"/>
                  </a:cubicBezTo>
                  <a:close/>
                </a:path>
              </a:pathLst>
            </a:custGeom>
            <a:grpFill/>
            <a:ln w="0" cap="flat">
              <a:noFill/>
              <a:prstDash val="solid"/>
              <a:miter/>
            </a:ln>
          </p:spPr>
          <p:txBody>
            <a:bodyPr rtlCol="0" anchor="ctr"/>
            <a:lstStyle/>
            <a:p>
              <a:endParaRPr lang="en-US">
                <a:solidFill>
                  <a:srgbClr val="23004B"/>
                </a:solidFill>
              </a:endParaRPr>
            </a:p>
          </p:txBody>
        </p:sp>
        <p:sp>
          <p:nvSpPr>
            <p:cNvPr id="18" name="Freeform: Shape 11">
              <a:extLst>
                <a:ext uri="{FF2B5EF4-FFF2-40B4-BE49-F238E27FC236}">
                  <a16:creationId xmlns:a16="http://schemas.microsoft.com/office/drawing/2014/main" id="{79C18BDE-56D7-DC0D-9859-DBA1450B051B}"/>
                </a:ext>
              </a:extLst>
            </p:cNvPr>
            <p:cNvSpPr/>
            <p:nvPr/>
          </p:nvSpPr>
          <p:spPr>
            <a:xfrm>
              <a:off x="10971482" y="370308"/>
              <a:ext cx="163074" cy="40468"/>
            </a:xfrm>
            <a:custGeom>
              <a:avLst/>
              <a:gdLst>
                <a:gd name="connsiteX0" fmla="*/ 871918 w 1040168"/>
                <a:gd name="connsiteY0" fmla="*/ 257273 h 258125"/>
                <a:gd name="connsiteX1" fmla="*/ 1040168 w 1040168"/>
                <a:gd name="connsiteY1" fmla="*/ 0 h 258125"/>
                <a:gd name="connsiteX2" fmla="*/ 0 w 1040168"/>
                <a:gd name="connsiteY2" fmla="*/ 0 h 258125"/>
                <a:gd name="connsiteX3" fmla="*/ 0 w 1040168"/>
                <a:gd name="connsiteY3" fmla="*/ 258125 h 258125"/>
                <a:gd name="connsiteX4" fmla="*/ 871918 w 1040168"/>
                <a:gd name="connsiteY4" fmla="*/ 257273 h 258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168" h="258125">
                  <a:moveTo>
                    <a:pt x="871918" y="257273"/>
                  </a:moveTo>
                  <a:lnTo>
                    <a:pt x="1040168" y="0"/>
                  </a:lnTo>
                  <a:lnTo>
                    <a:pt x="0" y="0"/>
                  </a:lnTo>
                  <a:lnTo>
                    <a:pt x="0" y="258125"/>
                  </a:lnTo>
                  <a:lnTo>
                    <a:pt x="871918" y="257273"/>
                  </a:lnTo>
                  <a:close/>
                </a:path>
              </a:pathLst>
            </a:custGeom>
            <a:grpFill/>
            <a:ln w="0" cap="flat">
              <a:noFill/>
              <a:prstDash val="solid"/>
              <a:miter/>
            </a:ln>
          </p:spPr>
          <p:txBody>
            <a:bodyPr rtlCol="0" anchor="ctr"/>
            <a:lstStyle/>
            <a:p>
              <a:endParaRPr lang="en-US">
                <a:solidFill>
                  <a:srgbClr val="23004B"/>
                </a:solidFill>
              </a:endParaRPr>
            </a:p>
          </p:txBody>
        </p:sp>
        <p:sp>
          <p:nvSpPr>
            <p:cNvPr id="19" name="Freeform: Shape 12">
              <a:extLst>
                <a:ext uri="{FF2B5EF4-FFF2-40B4-BE49-F238E27FC236}">
                  <a16:creationId xmlns:a16="http://schemas.microsoft.com/office/drawing/2014/main" id="{B48B6A2D-679B-0640-3C7E-52A3AAFD7795}"/>
                </a:ext>
              </a:extLst>
            </p:cNvPr>
            <p:cNvSpPr/>
            <p:nvPr/>
          </p:nvSpPr>
          <p:spPr>
            <a:xfrm>
              <a:off x="10956590" y="522096"/>
              <a:ext cx="163608" cy="40468"/>
            </a:xfrm>
            <a:custGeom>
              <a:avLst/>
              <a:gdLst>
                <a:gd name="connsiteX0" fmla="*/ 0 w 1043575"/>
                <a:gd name="connsiteY0" fmla="*/ 257699 h 258125"/>
                <a:gd name="connsiteX1" fmla="*/ 1043576 w 1043575"/>
                <a:gd name="connsiteY1" fmla="*/ 258125 h 258125"/>
                <a:gd name="connsiteX2" fmla="*/ 1043576 w 1043575"/>
                <a:gd name="connsiteY2" fmla="*/ 0 h 258125"/>
                <a:gd name="connsiteX3" fmla="*/ 168676 w 1043575"/>
                <a:gd name="connsiteY3" fmla="*/ 0 h 258125"/>
                <a:gd name="connsiteX4" fmla="*/ 0 w 1043575"/>
                <a:gd name="connsiteY4" fmla="*/ 257699 h 258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3575" h="258125">
                  <a:moveTo>
                    <a:pt x="0" y="257699"/>
                  </a:moveTo>
                  <a:lnTo>
                    <a:pt x="1043576" y="258125"/>
                  </a:lnTo>
                  <a:lnTo>
                    <a:pt x="1043576" y="0"/>
                  </a:lnTo>
                  <a:lnTo>
                    <a:pt x="168676" y="0"/>
                  </a:lnTo>
                  <a:lnTo>
                    <a:pt x="0" y="257699"/>
                  </a:lnTo>
                  <a:close/>
                </a:path>
              </a:pathLst>
            </a:custGeom>
            <a:grpFill/>
            <a:ln w="0" cap="flat">
              <a:noFill/>
              <a:prstDash val="solid"/>
              <a:miter/>
            </a:ln>
          </p:spPr>
          <p:txBody>
            <a:bodyPr rtlCol="0" anchor="ctr"/>
            <a:lstStyle/>
            <a:p>
              <a:endParaRPr lang="en-US">
                <a:solidFill>
                  <a:srgbClr val="23004B"/>
                </a:solidFill>
              </a:endParaRPr>
            </a:p>
          </p:txBody>
        </p:sp>
        <p:sp>
          <p:nvSpPr>
            <p:cNvPr id="20" name="Freeform: Shape 13">
              <a:extLst>
                <a:ext uri="{FF2B5EF4-FFF2-40B4-BE49-F238E27FC236}">
                  <a16:creationId xmlns:a16="http://schemas.microsoft.com/office/drawing/2014/main" id="{5BF8746F-09D2-DCB5-F95E-F10CDFE85D19}"/>
                </a:ext>
              </a:extLst>
            </p:cNvPr>
            <p:cNvSpPr/>
            <p:nvPr/>
          </p:nvSpPr>
          <p:spPr>
            <a:xfrm>
              <a:off x="10991716" y="424065"/>
              <a:ext cx="107714" cy="84408"/>
            </a:xfrm>
            <a:custGeom>
              <a:avLst/>
              <a:gdLst>
                <a:gd name="connsiteX0" fmla="*/ 0 w 687056"/>
                <a:gd name="connsiteY0" fmla="*/ 538400 h 538399"/>
                <a:gd name="connsiteX1" fmla="*/ 334370 w 687056"/>
                <a:gd name="connsiteY1" fmla="*/ 538400 h 538399"/>
                <a:gd name="connsiteX2" fmla="*/ 687056 w 687056"/>
                <a:gd name="connsiteY2" fmla="*/ 0 h 538399"/>
                <a:gd name="connsiteX3" fmla="*/ 353112 w 687056"/>
                <a:gd name="connsiteY3" fmla="*/ 426 h 538399"/>
                <a:gd name="connsiteX4" fmla="*/ 0 w 687056"/>
                <a:gd name="connsiteY4" fmla="*/ 538400 h 5383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7056" h="538399">
                  <a:moveTo>
                    <a:pt x="0" y="538400"/>
                  </a:moveTo>
                  <a:lnTo>
                    <a:pt x="334370" y="538400"/>
                  </a:lnTo>
                  <a:lnTo>
                    <a:pt x="687056" y="0"/>
                  </a:lnTo>
                  <a:lnTo>
                    <a:pt x="353112" y="426"/>
                  </a:lnTo>
                  <a:lnTo>
                    <a:pt x="0" y="538400"/>
                  </a:lnTo>
                  <a:close/>
                </a:path>
              </a:pathLst>
            </a:custGeom>
            <a:grpFill/>
            <a:ln w="0" cap="flat">
              <a:noFill/>
              <a:prstDash val="solid"/>
              <a:miter/>
            </a:ln>
          </p:spPr>
          <p:txBody>
            <a:bodyPr rtlCol="0" anchor="ctr"/>
            <a:lstStyle/>
            <a:p>
              <a:endParaRPr lang="en-US">
                <a:solidFill>
                  <a:srgbClr val="23004B"/>
                </a:solidFill>
              </a:endParaRPr>
            </a:p>
          </p:txBody>
        </p:sp>
        <p:sp>
          <p:nvSpPr>
            <p:cNvPr id="21" name="Freeform: Shape 14">
              <a:extLst>
                <a:ext uri="{FF2B5EF4-FFF2-40B4-BE49-F238E27FC236}">
                  <a16:creationId xmlns:a16="http://schemas.microsoft.com/office/drawing/2014/main" id="{8D5EBA4D-AE93-0651-2891-E0E80FDBEADA}"/>
                </a:ext>
              </a:extLst>
            </p:cNvPr>
            <p:cNvSpPr/>
            <p:nvPr/>
          </p:nvSpPr>
          <p:spPr>
            <a:xfrm>
              <a:off x="11660372" y="536254"/>
              <a:ext cx="29115" cy="29115"/>
            </a:xfrm>
            <a:custGeom>
              <a:avLst/>
              <a:gdLst>
                <a:gd name="connsiteX0" fmla="*/ 100524 w 185713"/>
                <a:gd name="connsiteY0" fmla="*/ 52392 h 185713"/>
                <a:gd name="connsiteX1" fmla="*/ 119692 w 185713"/>
                <a:gd name="connsiteY1" fmla="*/ 71985 h 185713"/>
                <a:gd name="connsiteX2" fmla="*/ 100524 w 185713"/>
                <a:gd name="connsiteY2" fmla="*/ 90727 h 185713"/>
                <a:gd name="connsiteX3" fmla="*/ 71133 w 185713"/>
                <a:gd name="connsiteY3" fmla="*/ 90727 h 185713"/>
                <a:gd name="connsiteX4" fmla="*/ 71133 w 185713"/>
                <a:gd name="connsiteY4" fmla="*/ 51966 h 185713"/>
                <a:gd name="connsiteX5" fmla="*/ 100524 w 185713"/>
                <a:gd name="connsiteY5" fmla="*/ 51966 h 185713"/>
                <a:gd name="connsiteX6" fmla="*/ 117988 w 185713"/>
                <a:gd name="connsiteY6" fmla="*/ 146101 h 185713"/>
                <a:gd name="connsiteX7" fmla="*/ 135452 w 185713"/>
                <a:gd name="connsiteY7" fmla="*/ 146101 h 185713"/>
                <a:gd name="connsiteX8" fmla="*/ 106913 w 185713"/>
                <a:gd name="connsiteY8" fmla="*/ 103506 h 185713"/>
                <a:gd name="connsiteX9" fmla="*/ 134174 w 185713"/>
                <a:gd name="connsiteY9" fmla="*/ 71985 h 185713"/>
                <a:gd name="connsiteX10" fmla="*/ 100524 w 185713"/>
                <a:gd name="connsiteY10" fmla="*/ 39613 h 185713"/>
                <a:gd name="connsiteX11" fmla="*/ 57077 w 185713"/>
                <a:gd name="connsiteY11" fmla="*/ 39613 h 185713"/>
                <a:gd name="connsiteX12" fmla="*/ 57077 w 185713"/>
                <a:gd name="connsiteY12" fmla="*/ 146101 h 185713"/>
                <a:gd name="connsiteX13" fmla="*/ 71133 w 185713"/>
                <a:gd name="connsiteY13" fmla="*/ 146101 h 185713"/>
                <a:gd name="connsiteX14" fmla="*/ 71133 w 185713"/>
                <a:gd name="connsiteY14" fmla="*/ 103932 h 185713"/>
                <a:gd name="connsiteX15" fmla="*/ 90301 w 185713"/>
                <a:gd name="connsiteY15" fmla="*/ 103932 h 185713"/>
                <a:gd name="connsiteX16" fmla="*/ 117988 w 185713"/>
                <a:gd name="connsiteY16" fmla="*/ 146101 h 185713"/>
                <a:gd name="connsiteX17" fmla="*/ 92857 w 185713"/>
                <a:gd name="connsiteY17" fmla="*/ 12778 h 185713"/>
                <a:gd name="connsiteX18" fmla="*/ 172510 w 185713"/>
                <a:gd name="connsiteY18" fmla="*/ 92431 h 185713"/>
                <a:gd name="connsiteX19" fmla="*/ 92857 w 185713"/>
                <a:gd name="connsiteY19" fmla="*/ 172509 h 185713"/>
                <a:gd name="connsiteX20" fmla="*/ 12779 w 185713"/>
                <a:gd name="connsiteY20" fmla="*/ 92431 h 185713"/>
                <a:gd name="connsiteX21" fmla="*/ 92857 w 185713"/>
                <a:gd name="connsiteY21" fmla="*/ 12778 h 185713"/>
                <a:gd name="connsiteX22" fmla="*/ 92857 w 185713"/>
                <a:gd name="connsiteY22" fmla="*/ 185714 h 185713"/>
                <a:gd name="connsiteX23" fmla="*/ 185714 w 185713"/>
                <a:gd name="connsiteY23" fmla="*/ 92857 h 185713"/>
                <a:gd name="connsiteX24" fmla="*/ 92857 w 185713"/>
                <a:gd name="connsiteY24" fmla="*/ 0 h 185713"/>
                <a:gd name="connsiteX25" fmla="*/ 0 w 185713"/>
                <a:gd name="connsiteY25" fmla="*/ 92857 h 185713"/>
                <a:gd name="connsiteX26" fmla="*/ 92857 w 185713"/>
                <a:gd name="connsiteY26" fmla="*/ 185714 h 185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85713" h="185713">
                  <a:moveTo>
                    <a:pt x="100524" y="52392"/>
                  </a:moveTo>
                  <a:cubicBezTo>
                    <a:pt x="110747" y="52392"/>
                    <a:pt x="119692" y="60485"/>
                    <a:pt x="119692" y="71985"/>
                  </a:cubicBezTo>
                  <a:cubicBezTo>
                    <a:pt x="119692" y="83060"/>
                    <a:pt x="110321" y="90727"/>
                    <a:pt x="100524" y="90727"/>
                  </a:cubicBezTo>
                  <a:lnTo>
                    <a:pt x="71133" y="90727"/>
                  </a:lnTo>
                  <a:lnTo>
                    <a:pt x="71133" y="51966"/>
                  </a:lnTo>
                  <a:lnTo>
                    <a:pt x="100524" y="51966"/>
                  </a:lnTo>
                  <a:close/>
                  <a:moveTo>
                    <a:pt x="117988" y="146101"/>
                  </a:moveTo>
                  <a:lnTo>
                    <a:pt x="135452" y="146101"/>
                  </a:lnTo>
                  <a:lnTo>
                    <a:pt x="106913" y="103506"/>
                  </a:lnTo>
                  <a:cubicBezTo>
                    <a:pt x="112877" y="103506"/>
                    <a:pt x="134174" y="95413"/>
                    <a:pt x="134174" y="71985"/>
                  </a:cubicBezTo>
                  <a:cubicBezTo>
                    <a:pt x="134174" y="52392"/>
                    <a:pt x="118840" y="39613"/>
                    <a:pt x="100524" y="39613"/>
                  </a:cubicBezTo>
                  <a:lnTo>
                    <a:pt x="57077" y="39613"/>
                  </a:lnTo>
                  <a:lnTo>
                    <a:pt x="57077" y="146101"/>
                  </a:lnTo>
                  <a:lnTo>
                    <a:pt x="71133" y="146101"/>
                  </a:lnTo>
                  <a:lnTo>
                    <a:pt x="71133" y="103932"/>
                  </a:lnTo>
                  <a:lnTo>
                    <a:pt x="90301" y="103932"/>
                  </a:lnTo>
                  <a:lnTo>
                    <a:pt x="117988" y="146101"/>
                  </a:lnTo>
                  <a:close/>
                  <a:moveTo>
                    <a:pt x="92857" y="12778"/>
                  </a:moveTo>
                  <a:cubicBezTo>
                    <a:pt x="137156" y="12778"/>
                    <a:pt x="172510" y="47706"/>
                    <a:pt x="172510" y="92431"/>
                  </a:cubicBezTo>
                  <a:cubicBezTo>
                    <a:pt x="172510" y="137156"/>
                    <a:pt x="137156" y="172509"/>
                    <a:pt x="92857" y="172509"/>
                  </a:cubicBezTo>
                  <a:cubicBezTo>
                    <a:pt x="48558" y="172509"/>
                    <a:pt x="12779" y="136304"/>
                    <a:pt x="12779" y="92431"/>
                  </a:cubicBezTo>
                  <a:cubicBezTo>
                    <a:pt x="12779" y="48558"/>
                    <a:pt x="48558" y="12778"/>
                    <a:pt x="92857" y="12778"/>
                  </a:cubicBezTo>
                  <a:moveTo>
                    <a:pt x="92857" y="185714"/>
                  </a:moveTo>
                  <a:cubicBezTo>
                    <a:pt x="144397" y="185714"/>
                    <a:pt x="185714" y="143971"/>
                    <a:pt x="185714" y="92857"/>
                  </a:cubicBezTo>
                  <a:cubicBezTo>
                    <a:pt x="185714" y="41743"/>
                    <a:pt x="144397" y="0"/>
                    <a:pt x="92857" y="0"/>
                  </a:cubicBezTo>
                  <a:cubicBezTo>
                    <a:pt x="41317" y="0"/>
                    <a:pt x="0" y="41317"/>
                    <a:pt x="0" y="92857"/>
                  </a:cubicBezTo>
                  <a:cubicBezTo>
                    <a:pt x="0" y="144397"/>
                    <a:pt x="41743" y="185714"/>
                    <a:pt x="92857" y="185714"/>
                  </a:cubicBezTo>
                </a:path>
              </a:pathLst>
            </a:custGeom>
            <a:grpFill/>
            <a:ln w="0" cap="flat">
              <a:noFill/>
              <a:prstDash val="solid"/>
              <a:miter/>
            </a:ln>
          </p:spPr>
          <p:txBody>
            <a:bodyPr rtlCol="0" anchor="ctr"/>
            <a:lstStyle/>
            <a:p>
              <a:endParaRPr lang="en-US">
                <a:solidFill>
                  <a:srgbClr val="23004B"/>
                </a:solidFill>
              </a:endParaRPr>
            </a:p>
          </p:txBody>
        </p:sp>
      </p:grpSp>
      <p:sp>
        <p:nvSpPr>
          <p:cNvPr id="2" name="Text Placeholder 4">
            <a:extLst>
              <a:ext uri="{FF2B5EF4-FFF2-40B4-BE49-F238E27FC236}">
                <a16:creationId xmlns:a16="http://schemas.microsoft.com/office/drawing/2014/main" id="{FF303B26-B09B-7755-66C8-5FE036B92657}"/>
              </a:ext>
            </a:extLst>
          </p:cNvPr>
          <p:cNvSpPr>
            <a:spLocks noGrp="1"/>
          </p:cNvSpPr>
          <p:nvPr>
            <p:ph type="body" sz="quarter" idx="17" hasCustomPrompt="1"/>
          </p:nvPr>
        </p:nvSpPr>
        <p:spPr>
          <a:xfrm>
            <a:off x="6126480" y="1828800"/>
            <a:ext cx="5303520" cy="2011680"/>
          </a:xfrm>
          <a:prstGeom prst="rect">
            <a:avLst/>
          </a:prstGeom>
        </p:spPr>
        <p:txBody>
          <a:bodyPr/>
          <a:lstStyle>
            <a:lvl1pPr marL="0" indent="0">
              <a:spcBef>
                <a:spcPts val="0"/>
              </a:spcBef>
              <a:buNone/>
              <a:defRPr sz="1400">
                <a:latin typeface="+mn-lt"/>
              </a:defRPr>
            </a:lvl1pPr>
            <a:lvl2pPr marL="182880" indent="-182880">
              <a:spcBef>
                <a:spcPts val="0"/>
              </a:spcBef>
              <a:defRPr sz="1200"/>
            </a:lvl2pPr>
            <a:lvl3pPr marL="365760" indent="-182880">
              <a:spcBef>
                <a:spcPts val="0"/>
              </a:spcBef>
              <a:defRPr sz="1200"/>
            </a:lvl3pPr>
          </a:lstStyle>
          <a:p>
            <a:pPr lvl="0"/>
            <a:r>
              <a:rPr lang="en-US"/>
              <a:t>Body text, ideally 14pt or larger.</a:t>
            </a:r>
          </a:p>
        </p:txBody>
      </p:sp>
      <p:sp>
        <p:nvSpPr>
          <p:cNvPr id="3" name="Text Placeholder 4">
            <a:extLst>
              <a:ext uri="{FF2B5EF4-FFF2-40B4-BE49-F238E27FC236}">
                <a16:creationId xmlns:a16="http://schemas.microsoft.com/office/drawing/2014/main" id="{999A6F8F-71EC-F841-E8A1-7DC7BDD9FF6C}"/>
              </a:ext>
            </a:extLst>
          </p:cNvPr>
          <p:cNvSpPr>
            <a:spLocks noGrp="1"/>
          </p:cNvSpPr>
          <p:nvPr>
            <p:ph type="body" sz="quarter" idx="18" hasCustomPrompt="1"/>
          </p:nvPr>
        </p:nvSpPr>
        <p:spPr>
          <a:xfrm>
            <a:off x="274320" y="1828800"/>
            <a:ext cx="5303520" cy="2011680"/>
          </a:xfrm>
          <a:prstGeom prst="rect">
            <a:avLst/>
          </a:prstGeom>
        </p:spPr>
        <p:txBody>
          <a:bodyPr/>
          <a:lstStyle>
            <a:lvl1pPr marL="0" indent="0">
              <a:lnSpc>
                <a:spcPct val="100000"/>
              </a:lnSpc>
              <a:spcBef>
                <a:spcPts val="0"/>
              </a:spcBef>
              <a:buNone/>
              <a:defRPr sz="1400">
                <a:latin typeface="+mn-lt"/>
              </a:defRPr>
            </a:lvl1pPr>
            <a:lvl2pPr marL="182880" indent="-182880">
              <a:spcBef>
                <a:spcPts val="0"/>
              </a:spcBef>
              <a:defRPr sz="1200"/>
            </a:lvl2pPr>
            <a:lvl3pPr marL="365760" indent="-182880">
              <a:spcBef>
                <a:spcPts val="0"/>
              </a:spcBef>
              <a:defRPr sz="1200"/>
            </a:lvl3pPr>
          </a:lstStyle>
          <a:p>
            <a:pPr lvl="0"/>
            <a:r>
              <a:rPr lang="en-US"/>
              <a:t>Body text, ideally 14pt or larger.</a:t>
            </a:r>
          </a:p>
        </p:txBody>
      </p:sp>
      <p:sp>
        <p:nvSpPr>
          <p:cNvPr id="4" name="Text Placeholder 4">
            <a:extLst>
              <a:ext uri="{FF2B5EF4-FFF2-40B4-BE49-F238E27FC236}">
                <a16:creationId xmlns:a16="http://schemas.microsoft.com/office/drawing/2014/main" id="{5997522B-C0A7-9D26-84EF-067616C14318}"/>
              </a:ext>
            </a:extLst>
          </p:cNvPr>
          <p:cNvSpPr>
            <a:spLocks noGrp="1"/>
          </p:cNvSpPr>
          <p:nvPr>
            <p:ph type="body" sz="quarter" idx="19" hasCustomPrompt="1"/>
          </p:nvPr>
        </p:nvSpPr>
        <p:spPr>
          <a:xfrm>
            <a:off x="274320" y="4023360"/>
            <a:ext cx="5303520" cy="2011680"/>
          </a:xfrm>
          <a:prstGeom prst="rect">
            <a:avLst/>
          </a:prstGeom>
        </p:spPr>
        <p:txBody>
          <a:bodyPr/>
          <a:lstStyle>
            <a:lvl1pPr marL="0" indent="0">
              <a:lnSpc>
                <a:spcPct val="100000"/>
              </a:lnSpc>
              <a:spcBef>
                <a:spcPts val="0"/>
              </a:spcBef>
              <a:buNone/>
              <a:defRPr sz="1400">
                <a:latin typeface="+mn-lt"/>
              </a:defRPr>
            </a:lvl1pPr>
            <a:lvl2pPr marL="182880" indent="-182880">
              <a:spcBef>
                <a:spcPts val="0"/>
              </a:spcBef>
              <a:defRPr sz="1200"/>
            </a:lvl2pPr>
            <a:lvl3pPr marL="365760" indent="-182880">
              <a:lnSpc>
                <a:spcPct val="100000"/>
              </a:lnSpc>
              <a:spcBef>
                <a:spcPts val="0"/>
              </a:spcBef>
              <a:defRPr sz="1200"/>
            </a:lvl3pPr>
          </a:lstStyle>
          <a:p>
            <a:pPr lvl="0"/>
            <a:r>
              <a:rPr lang="en-US"/>
              <a:t>Body text, ideally 14pt or larger.</a:t>
            </a:r>
          </a:p>
        </p:txBody>
      </p:sp>
      <p:sp>
        <p:nvSpPr>
          <p:cNvPr id="5" name="Text Placeholder 4">
            <a:extLst>
              <a:ext uri="{FF2B5EF4-FFF2-40B4-BE49-F238E27FC236}">
                <a16:creationId xmlns:a16="http://schemas.microsoft.com/office/drawing/2014/main" id="{98394897-F7A7-E418-7E66-C47AF3642798}"/>
              </a:ext>
            </a:extLst>
          </p:cNvPr>
          <p:cNvSpPr>
            <a:spLocks noGrp="1"/>
          </p:cNvSpPr>
          <p:nvPr>
            <p:ph type="body" sz="quarter" idx="20" hasCustomPrompt="1"/>
          </p:nvPr>
        </p:nvSpPr>
        <p:spPr>
          <a:xfrm>
            <a:off x="6126480" y="4023360"/>
            <a:ext cx="5303520" cy="2011680"/>
          </a:xfrm>
          <a:prstGeom prst="rect">
            <a:avLst/>
          </a:prstGeom>
        </p:spPr>
        <p:txBody>
          <a:bodyPr/>
          <a:lstStyle>
            <a:lvl1pPr marL="0" indent="0">
              <a:spcBef>
                <a:spcPts val="0"/>
              </a:spcBef>
              <a:buNone/>
              <a:defRPr sz="1400">
                <a:latin typeface="+mn-lt"/>
              </a:defRPr>
            </a:lvl1pPr>
            <a:lvl2pPr marL="182880" indent="-182880">
              <a:spcBef>
                <a:spcPts val="0"/>
              </a:spcBef>
              <a:defRPr sz="1200"/>
            </a:lvl2pPr>
            <a:lvl3pPr marL="365760" indent="-182880">
              <a:spcBef>
                <a:spcPts val="0"/>
              </a:spcBef>
              <a:defRPr sz="1200"/>
            </a:lvl3pPr>
          </a:lstStyle>
          <a:p>
            <a:pPr lvl="0"/>
            <a:r>
              <a:rPr lang="en-US"/>
              <a:t>Body text, ideally 14pt or larger.</a:t>
            </a:r>
          </a:p>
        </p:txBody>
      </p:sp>
      <p:sp>
        <p:nvSpPr>
          <p:cNvPr id="6" name="Title 1">
            <a:extLst>
              <a:ext uri="{FF2B5EF4-FFF2-40B4-BE49-F238E27FC236}">
                <a16:creationId xmlns:a16="http://schemas.microsoft.com/office/drawing/2014/main" id="{4EA2A81F-8CAC-A9F1-1D13-9A104B6B6C49}"/>
              </a:ext>
            </a:extLst>
          </p:cNvPr>
          <p:cNvSpPr>
            <a:spLocks noGrp="1"/>
          </p:cNvSpPr>
          <p:nvPr>
            <p:ph type="title" hasCustomPrompt="1"/>
          </p:nvPr>
        </p:nvSpPr>
        <p:spPr>
          <a:xfrm>
            <a:off x="274320" y="274320"/>
            <a:ext cx="10515600" cy="457200"/>
          </a:xfrm>
        </p:spPr>
        <p:txBody>
          <a:bodyPr>
            <a:normAutofit/>
          </a:bodyPr>
          <a:lstStyle>
            <a:lvl1pPr>
              <a:defRPr sz="1800">
                <a:solidFill>
                  <a:schemeClr val="accent4"/>
                </a:solidFill>
              </a:defRPr>
            </a:lvl1pPr>
          </a:lstStyle>
          <a:p>
            <a:r>
              <a:rPr lang="en-US"/>
              <a:t>Slide Title – 18pt</a:t>
            </a:r>
          </a:p>
        </p:txBody>
      </p:sp>
    </p:spTree>
    <p:extLst>
      <p:ext uri="{BB962C8B-B14F-4D97-AF65-F5344CB8AC3E}">
        <p14:creationId xmlns:p14="http://schemas.microsoft.com/office/powerpoint/2010/main" val="405005252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ntent Infographic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8E97C-6A3F-18F1-F64A-5C66491271BA}"/>
              </a:ext>
            </a:extLst>
          </p:cNvPr>
          <p:cNvSpPr>
            <a:spLocks noGrp="1"/>
          </p:cNvSpPr>
          <p:nvPr>
            <p:ph type="title" hasCustomPrompt="1"/>
          </p:nvPr>
        </p:nvSpPr>
        <p:spPr>
          <a:xfrm>
            <a:off x="274320" y="274320"/>
            <a:ext cx="10515600" cy="457200"/>
          </a:xfrm>
        </p:spPr>
        <p:txBody>
          <a:bodyPr>
            <a:normAutofit/>
          </a:bodyPr>
          <a:lstStyle>
            <a:lvl1pPr>
              <a:lnSpc>
                <a:spcPct val="100000"/>
              </a:lnSpc>
              <a:defRPr sz="1800">
                <a:solidFill>
                  <a:schemeClr val="accent4"/>
                </a:solidFill>
              </a:defRPr>
            </a:lvl1pPr>
          </a:lstStyle>
          <a:p>
            <a:r>
              <a:rPr lang="en-US"/>
              <a:t>Slide Title – 18pt</a:t>
            </a:r>
          </a:p>
        </p:txBody>
      </p:sp>
      <p:sp>
        <p:nvSpPr>
          <p:cNvPr id="6" name="Picture Placeholder 4">
            <a:extLst>
              <a:ext uri="{FF2B5EF4-FFF2-40B4-BE49-F238E27FC236}">
                <a16:creationId xmlns:a16="http://schemas.microsoft.com/office/drawing/2014/main" id="{425CF4D8-CE18-1A3E-03A8-39231C6D70E1}"/>
              </a:ext>
            </a:extLst>
          </p:cNvPr>
          <p:cNvSpPr>
            <a:spLocks noGrp="1"/>
          </p:cNvSpPr>
          <p:nvPr>
            <p:ph type="pic" sz="quarter" idx="10" hasCustomPrompt="1"/>
          </p:nvPr>
        </p:nvSpPr>
        <p:spPr>
          <a:xfrm>
            <a:off x="5943600" y="1005840"/>
            <a:ext cx="5943600" cy="5305383"/>
          </a:xfrm>
        </p:spPr>
        <p:txBody>
          <a:bodyPr>
            <a:normAutofit/>
          </a:bodyPr>
          <a:lstStyle>
            <a:lvl1pPr marL="0" indent="0">
              <a:buNone/>
              <a:defRPr sz="1400"/>
            </a:lvl1pPr>
          </a:lstStyle>
          <a:p>
            <a:r>
              <a:rPr lang="en-US"/>
              <a:t>Click icon to add graphic</a:t>
            </a:r>
          </a:p>
        </p:txBody>
      </p:sp>
      <p:sp>
        <p:nvSpPr>
          <p:cNvPr id="18" name="Subtitle 2">
            <a:extLst>
              <a:ext uri="{FF2B5EF4-FFF2-40B4-BE49-F238E27FC236}">
                <a16:creationId xmlns:a16="http://schemas.microsoft.com/office/drawing/2014/main" id="{7BBDA0AD-01E3-2E98-9639-A6801CB28EF5}"/>
              </a:ext>
            </a:extLst>
          </p:cNvPr>
          <p:cNvSpPr>
            <a:spLocks noGrp="1"/>
          </p:cNvSpPr>
          <p:nvPr>
            <p:ph type="subTitle" idx="1" hasCustomPrompt="1"/>
          </p:nvPr>
        </p:nvSpPr>
        <p:spPr>
          <a:xfrm>
            <a:off x="274320" y="1097280"/>
            <a:ext cx="5029200" cy="453670"/>
          </a:xfrm>
          <a:prstGeom prst="rect">
            <a:avLst/>
          </a:prstGeom>
        </p:spPr>
        <p:txBody>
          <a:bodyPr>
            <a:normAutofit/>
          </a:bodyPr>
          <a:lstStyle>
            <a:lvl1pPr marL="0" indent="0" algn="l">
              <a:lnSpc>
                <a:spcPct val="100000"/>
              </a:lnSpc>
              <a:buNone/>
              <a:defRPr sz="1600" b="1">
                <a:solidFill>
                  <a:srgbClr val="23004B"/>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 16pt</a:t>
            </a:r>
          </a:p>
        </p:txBody>
      </p:sp>
      <p:sp>
        <p:nvSpPr>
          <p:cNvPr id="21" name="Text Placeholder 20">
            <a:extLst>
              <a:ext uri="{FF2B5EF4-FFF2-40B4-BE49-F238E27FC236}">
                <a16:creationId xmlns:a16="http://schemas.microsoft.com/office/drawing/2014/main" id="{0347C089-71F1-739B-2BC0-DA131D179F01}"/>
              </a:ext>
            </a:extLst>
          </p:cNvPr>
          <p:cNvSpPr>
            <a:spLocks noGrp="1"/>
          </p:cNvSpPr>
          <p:nvPr>
            <p:ph type="body" sz="quarter" idx="11" hasCustomPrompt="1"/>
          </p:nvPr>
        </p:nvSpPr>
        <p:spPr>
          <a:xfrm>
            <a:off x="274320" y="1737360"/>
            <a:ext cx="5029200" cy="4572000"/>
          </a:xfrm>
        </p:spPr>
        <p:txBody>
          <a:bodyPr>
            <a:normAutofit/>
          </a:bodyPr>
          <a:lstStyle>
            <a:lvl1pPr marL="0" indent="0">
              <a:lnSpc>
                <a:spcPct val="100000"/>
              </a:lnSpc>
              <a:buNone/>
              <a:defRPr sz="1400"/>
            </a:lvl1pPr>
          </a:lstStyle>
          <a:p>
            <a:pPr lvl="0"/>
            <a:r>
              <a:rPr lang="en-US"/>
              <a:t>Body text – 14pt</a:t>
            </a:r>
          </a:p>
        </p:txBody>
      </p:sp>
      <p:grpSp>
        <p:nvGrpSpPr>
          <p:cNvPr id="22" name="Group 21">
            <a:extLst>
              <a:ext uri="{FF2B5EF4-FFF2-40B4-BE49-F238E27FC236}">
                <a16:creationId xmlns:a16="http://schemas.microsoft.com/office/drawing/2014/main" id="{85392D01-5207-FA41-9005-EAE6B6BD93B2}"/>
              </a:ext>
            </a:extLst>
          </p:cNvPr>
          <p:cNvGrpSpPr/>
          <p:nvPr/>
        </p:nvGrpSpPr>
        <p:grpSpPr>
          <a:xfrm>
            <a:off x="10972800" y="274320"/>
            <a:ext cx="732897" cy="319002"/>
            <a:chOff x="10956590" y="246968"/>
            <a:chExt cx="732897" cy="319002"/>
          </a:xfrm>
          <a:solidFill>
            <a:srgbClr val="23004B"/>
          </a:solidFill>
        </p:grpSpPr>
        <p:sp>
          <p:nvSpPr>
            <p:cNvPr id="23" name="Freeform: Shape 6">
              <a:extLst>
                <a:ext uri="{FF2B5EF4-FFF2-40B4-BE49-F238E27FC236}">
                  <a16:creationId xmlns:a16="http://schemas.microsoft.com/office/drawing/2014/main" id="{C8AA6491-53B3-6D4A-6A72-81693E3759BB}"/>
                </a:ext>
              </a:extLst>
            </p:cNvPr>
            <p:cNvSpPr/>
            <p:nvPr/>
          </p:nvSpPr>
          <p:spPr>
            <a:xfrm>
              <a:off x="11502373" y="368572"/>
              <a:ext cx="152189" cy="197064"/>
            </a:xfrm>
            <a:custGeom>
              <a:avLst/>
              <a:gdLst>
                <a:gd name="connsiteX0" fmla="*/ 573754 w 970738"/>
                <a:gd name="connsiteY0" fmla="*/ 503046 h 1256976"/>
                <a:gd name="connsiteX1" fmla="*/ 309665 w 970738"/>
                <a:gd name="connsiteY1" fmla="*/ 342037 h 1256976"/>
                <a:gd name="connsiteX2" fmla="*/ 479193 w 970738"/>
                <a:gd name="connsiteY2" fmla="*/ 230013 h 1256976"/>
                <a:gd name="connsiteX3" fmla="*/ 728799 w 970738"/>
                <a:gd name="connsiteY3" fmla="*/ 347575 h 1256976"/>
                <a:gd name="connsiteX4" fmla="*/ 898327 w 970738"/>
                <a:gd name="connsiteY4" fmla="*/ 181028 h 1256976"/>
                <a:gd name="connsiteX5" fmla="*/ 479193 w 970738"/>
                <a:gd name="connsiteY5" fmla="*/ 0 h 1256976"/>
                <a:gd name="connsiteX6" fmla="*/ 48558 w 970738"/>
                <a:gd name="connsiteY6" fmla="*/ 356094 h 1256976"/>
                <a:gd name="connsiteX7" fmla="*/ 404652 w 970738"/>
                <a:gd name="connsiteY7" fmla="*/ 726244 h 1256976"/>
                <a:gd name="connsiteX8" fmla="*/ 697705 w 970738"/>
                <a:gd name="connsiteY8" fmla="*/ 895772 h 1256976"/>
                <a:gd name="connsiteX9" fmla="*/ 485156 w 970738"/>
                <a:gd name="connsiteY9" fmla="*/ 1024834 h 1256976"/>
                <a:gd name="connsiteX10" fmla="*/ 174639 w 970738"/>
                <a:gd name="connsiteY10" fmla="*/ 888105 h 1256976"/>
                <a:gd name="connsiteX11" fmla="*/ 0 w 970738"/>
                <a:gd name="connsiteY11" fmla="*/ 1057632 h 1256976"/>
                <a:gd name="connsiteX12" fmla="*/ 502620 w 970738"/>
                <a:gd name="connsiteY12" fmla="*/ 1256977 h 1256976"/>
                <a:gd name="connsiteX13" fmla="*/ 970738 w 970738"/>
                <a:gd name="connsiteY13" fmla="*/ 880863 h 1256976"/>
                <a:gd name="connsiteX14" fmla="*/ 574606 w 970738"/>
                <a:gd name="connsiteY14" fmla="*/ 501768 h 125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70738" h="1256976">
                  <a:moveTo>
                    <a:pt x="573754" y="503046"/>
                  </a:moveTo>
                  <a:cubicBezTo>
                    <a:pt x="384206" y="454062"/>
                    <a:pt x="309665" y="434042"/>
                    <a:pt x="309665" y="342037"/>
                  </a:cubicBezTo>
                  <a:cubicBezTo>
                    <a:pt x="309665" y="270478"/>
                    <a:pt x="370150" y="230013"/>
                    <a:pt x="479193" y="230013"/>
                  </a:cubicBezTo>
                  <a:cubicBezTo>
                    <a:pt x="588236" y="230013"/>
                    <a:pt x="671722" y="281553"/>
                    <a:pt x="728799" y="347575"/>
                  </a:cubicBezTo>
                  <a:lnTo>
                    <a:pt x="898327" y="181028"/>
                  </a:lnTo>
                  <a:cubicBezTo>
                    <a:pt x="806322" y="80504"/>
                    <a:pt x="671722" y="0"/>
                    <a:pt x="479193" y="0"/>
                  </a:cubicBezTo>
                  <a:cubicBezTo>
                    <a:pt x="241087" y="0"/>
                    <a:pt x="48558" y="115006"/>
                    <a:pt x="48558" y="356094"/>
                  </a:cubicBezTo>
                  <a:cubicBezTo>
                    <a:pt x="48558" y="597181"/>
                    <a:pt x="226605" y="677685"/>
                    <a:pt x="404652" y="726244"/>
                  </a:cubicBezTo>
                  <a:cubicBezTo>
                    <a:pt x="608681" y="783747"/>
                    <a:pt x="697705" y="798229"/>
                    <a:pt x="697705" y="895772"/>
                  </a:cubicBezTo>
                  <a:cubicBezTo>
                    <a:pt x="697705" y="976276"/>
                    <a:pt x="631683" y="1024834"/>
                    <a:pt x="485156" y="1024834"/>
                  </a:cubicBezTo>
                  <a:cubicBezTo>
                    <a:pt x="355668" y="1024834"/>
                    <a:pt x="248754" y="981813"/>
                    <a:pt x="174639" y="888105"/>
                  </a:cubicBezTo>
                  <a:lnTo>
                    <a:pt x="0" y="1057632"/>
                  </a:lnTo>
                  <a:cubicBezTo>
                    <a:pt x="93283" y="1166249"/>
                    <a:pt x="263237" y="1256977"/>
                    <a:pt x="502620" y="1256977"/>
                  </a:cubicBezTo>
                  <a:cubicBezTo>
                    <a:pt x="844232" y="1256977"/>
                    <a:pt x="970738" y="1087449"/>
                    <a:pt x="970738" y="880863"/>
                  </a:cubicBezTo>
                  <a:cubicBezTo>
                    <a:pt x="970738" y="625294"/>
                    <a:pt x="764153" y="550753"/>
                    <a:pt x="574606" y="501768"/>
                  </a:cubicBezTo>
                  <a:close/>
                </a:path>
              </a:pathLst>
            </a:custGeom>
            <a:grpFill/>
            <a:ln w="0" cap="flat">
              <a:noFill/>
              <a:prstDash val="solid"/>
              <a:miter/>
            </a:ln>
          </p:spPr>
          <p:txBody>
            <a:bodyPr rtlCol="0" anchor="ctr"/>
            <a:lstStyle/>
            <a:p>
              <a:endParaRPr lang="en-US">
                <a:solidFill>
                  <a:srgbClr val="23004B"/>
                </a:solidFill>
              </a:endParaRPr>
            </a:p>
          </p:txBody>
        </p:sp>
        <p:sp>
          <p:nvSpPr>
            <p:cNvPr id="24" name="Freeform: Shape 7">
              <a:extLst>
                <a:ext uri="{FF2B5EF4-FFF2-40B4-BE49-F238E27FC236}">
                  <a16:creationId xmlns:a16="http://schemas.microsoft.com/office/drawing/2014/main" id="{DA38F268-F6F1-45E9-2094-0D74F67DF3CA}"/>
                </a:ext>
              </a:extLst>
            </p:cNvPr>
            <p:cNvSpPr/>
            <p:nvPr/>
          </p:nvSpPr>
          <p:spPr>
            <a:xfrm>
              <a:off x="11129146" y="368572"/>
              <a:ext cx="198854" cy="197398"/>
            </a:xfrm>
            <a:custGeom>
              <a:avLst/>
              <a:gdLst>
                <a:gd name="connsiteX0" fmla="*/ 678111 w 1268394"/>
                <a:gd name="connsiteY0" fmla="*/ 1015037 h 1259106"/>
                <a:gd name="connsiteX1" fmla="*/ 1020149 w 1268394"/>
                <a:gd name="connsiteY1" fmla="*/ 885549 h 1259106"/>
                <a:gd name="connsiteX2" fmla="*/ 1189677 w 1268394"/>
                <a:gd name="connsiteY2" fmla="*/ 1063596 h 1259106"/>
                <a:gd name="connsiteX3" fmla="*/ 681093 w 1268394"/>
                <a:gd name="connsiteY3" fmla="*/ 1259106 h 1259106"/>
                <a:gd name="connsiteX4" fmla="*/ 0 w 1268394"/>
                <a:gd name="connsiteY4" fmla="*/ 629553 h 1259106"/>
                <a:gd name="connsiteX5" fmla="*/ 643610 w 1268394"/>
                <a:gd name="connsiteY5" fmla="*/ 0 h 1259106"/>
                <a:gd name="connsiteX6" fmla="*/ 1267199 w 1268394"/>
                <a:gd name="connsiteY6" fmla="*/ 727096 h 1259106"/>
                <a:gd name="connsiteX7" fmla="*/ 295609 w 1268394"/>
                <a:gd name="connsiteY7" fmla="*/ 727096 h 1259106"/>
                <a:gd name="connsiteX8" fmla="*/ 677685 w 1268394"/>
                <a:gd name="connsiteY8" fmla="*/ 1014611 h 1259106"/>
                <a:gd name="connsiteX9" fmla="*/ 974146 w 1268394"/>
                <a:gd name="connsiteY9" fmla="*/ 526473 h 1259106"/>
                <a:gd name="connsiteX10" fmla="*/ 646591 w 1268394"/>
                <a:gd name="connsiteY10" fmla="*/ 241939 h 1259106"/>
                <a:gd name="connsiteX11" fmla="*/ 296035 w 1268394"/>
                <a:gd name="connsiteY11" fmla="*/ 526473 h 1259106"/>
                <a:gd name="connsiteX12" fmla="*/ 974146 w 1268394"/>
                <a:gd name="connsiteY12" fmla="*/ 526473 h 1259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8394" h="1259106">
                  <a:moveTo>
                    <a:pt x="678111" y="1015037"/>
                  </a:moveTo>
                  <a:cubicBezTo>
                    <a:pt x="836139" y="1015037"/>
                    <a:pt x="951145" y="951997"/>
                    <a:pt x="1020149" y="885549"/>
                  </a:cubicBezTo>
                  <a:lnTo>
                    <a:pt x="1189677" y="1063596"/>
                  </a:lnTo>
                  <a:cubicBezTo>
                    <a:pt x="1077652" y="1175620"/>
                    <a:pt x="922606" y="1259106"/>
                    <a:pt x="681093" y="1259106"/>
                  </a:cubicBezTo>
                  <a:cubicBezTo>
                    <a:pt x="267070" y="1259106"/>
                    <a:pt x="0" y="991610"/>
                    <a:pt x="0" y="629553"/>
                  </a:cubicBezTo>
                  <a:cubicBezTo>
                    <a:pt x="0" y="267496"/>
                    <a:pt x="281553" y="0"/>
                    <a:pt x="643610" y="0"/>
                  </a:cubicBezTo>
                  <a:cubicBezTo>
                    <a:pt x="1054651" y="0"/>
                    <a:pt x="1287219" y="304554"/>
                    <a:pt x="1267199" y="727096"/>
                  </a:cubicBezTo>
                  <a:lnTo>
                    <a:pt x="295609" y="727096"/>
                  </a:lnTo>
                  <a:cubicBezTo>
                    <a:pt x="330111" y="902587"/>
                    <a:pt x="456618" y="1014611"/>
                    <a:pt x="677685" y="1014611"/>
                  </a:cubicBezTo>
                  <a:close/>
                  <a:moveTo>
                    <a:pt x="974146" y="526473"/>
                  </a:moveTo>
                  <a:cubicBezTo>
                    <a:pt x="948163" y="362483"/>
                    <a:pt x="847639" y="241939"/>
                    <a:pt x="646591" y="241939"/>
                  </a:cubicBezTo>
                  <a:cubicBezTo>
                    <a:pt x="459599" y="241939"/>
                    <a:pt x="330537" y="345445"/>
                    <a:pt x="296035" y="526473"/>
                  </a:cubicBezTo>
                  <a:lnTo>
                    <a:pt x="974146" y="526473"/>
                  </a:lnTo>
                  <a:close/>
                </a:path>
              </a:pathLst>
            </a:custGeom>
            <a:grpFill/>
            <a:ln w="0" cap="flat">
              <a:noFill/>
              <a:prstDash val="solid"/>
              <a:miter/>
            </a:ln>
          </p:spPr>
          <p:txBody>
            <a:bodyPr rtlCol="0" anchor="ctr"/>
            <a:lstStyle/>
            <a:p>
              <a:endParaRPr lang="en-US">
                <a:solidFill>
                  <a:srgbClr val="23004B"/>
                </a:solidFill>
              </a:endParaRPr>
            </a:p>
          </p:txBody>
        </p:sp>
        <p:sp>
          <p:nvSpPr>
            <p:cNvPr id="25" name="Freeform: Shape 8">
              <a:extLst>
                <a:ext uri="{FF2B5EF4-FFF2-40B4-BE49-F238E27FC236}">
                  <a16:creationId xmlns:a16="http://schemas.microsoft.com/office/drawing/2014/main" id="{E24AB18E-9AE8-50A1-2782-4F99E0AE6057}"/>
                </a:ext>
              </a:extLst>
            </p:cNvPr>
            <p:cNvSpPr/>
            <p:nvPr/>
          </p:nvSpPr>
          <p:spPr>
            <a:xfrm>
              <a:off x="11359466" y="246968"/>
              <a:ext cx="44074" cy="315262"/>
            </a:xfrm>
            <a:custGeom>
              <a:avLst/>
              <a:gdLst>
                <a:gd name="connsiteX0" fmla="*/ 0 w 281126"/>
                <a:gd name="connsiteY0" fmla="*/ 0 h 2010906"/>
                <a:gd name="connsiteX1" fmla="*/ 281127 w 281126"/>
                <a:gd name="connsiteY1" fmla="*/ 0 h 2010906"/>
                <a:gd name="connsiteX2" fmla="*/ 281127 w 281126"/>
                <a:gd name="connsiteY2" fmla="*/ 2010907 h 2010906"/>
                <a:gd name="connsiteX3" fmla="*/ 0 w 281126"/>
                <a:gd name="connsiteY3" fmla="*/ 2010907 h 2010906"/>
                <a:gd name="connsiteX4" fmla="*/ 0 w 281126"/>
                <a:gd name="connsiteY4" fmla="*/ 0 h 2010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126" h="2010906">
                  <a:moveTo>
                    <a:pt x="0" y="0"/>
                  </a:moveTo>
                  <a:lnTo>
                    <a:pt x="281127" y="0"/>
                  </a:lnTo>
                  <a:lnTo>
                    <a:pt x="281127" y="2010907"/>
                  </a:lnTo>
                  <a:lnTo>
                    <a:pt x="0" y="2010907"/>
                  </a:lnTo>
                  <a:lnTo>
                    <a:pt x="0" y="0"/>
                  </a:lnTo>
                  <a:close/>
                </a:path>
              </a:pathLst>
            </a:custGeom>
            <a:grpFill/>
            <a:ln w="0" cap="flat">
              <a:noFill/>
              <a:prstDash val="solid"/>
              <a:miter/>
            </a:ln>
          </p:spPr>
          <p:txBody>
            <a:bodyPr rtlCol="0" anchor="ctr"/>
            <a:lstStyle/>
            <a:p>
              <a:endParaRPr lang="en-US">
                <a:solidFill>
                  <a:srgbClr val="23004B"/>
                </a:solidFill>
              </a:endParaRPr>
            </a:p>
          </p:txBody>
        </p:sp>
        <p:sp>
          <p:nvSpPr>
            <p:cNvPr id="26" name="Freeform: Shape 9">
              <a:extLst>
                <a:ext uri="{FF2B5EF4-FFF2-40B4-BE49-F238E27FC236}">
                  <a16:creationId xmlns:a16="http://schemas.microsoft.com/office/drawing/2014/main" id="{BFDFF35E-BC70-4B6A-5C9D-B9E01367A47E}"/>
                </a:ext>
              </a:extLst>
            </p:cNvPr>
            <p:cNvSpPr/>
            <p:nvPr/>
          </p:nvSpPr>
          <p:spPr>
            <a:xfrm>
              <a:off x="11434392" y="370442"/>
              <a:ext cx="44541" cy="191588"/>
            </a:xfrm>
            <a:custGeom>
              <a:avLst/>
              <a:gdLst>
                <a:gd name="connsiteX0" fmla="*/ 0 w 284108"/>
                <a:gd name="connsiteY0" fmla="*/ 0 h 1222048"/>
                <a:gd name="connsiteX1" fmla="*/ 284108 w 284108"/>
                <a:gd name="connsiteY1" fmla="*/ 0 h 1222048"/>
                <a:gd name="connsiteX2" fmla="*/ 284108 w 284108"/>
                <a:gd name="connsiteY2" fmla="*/ 1222049 h 1222048"/>
                <a:gd name="connsiteX3" fmla="*/ 0 w 284108"/>
                <a:gd name="connsiteY3" fmla="*/ 1222049 h 1222048"/>
              </a:gdLst>
              <a:ahLst/>
              <a:cxnLst>
                <a:cxn ang="0">
                  <a:pos x="connsiteX0" y="connsiteY0"/>
                </a:cxn>
                <a:cxn ang="0">
                  <a:pos x="connsiteX1" y="connsiteY1"/>
                </a:cxn>
                <a:cxn ang="0">
                  <a:pos x="connsiteX2" y="connsiteY2"/>
                </a:cxn>
                <a:cxn ang="0">
                  <a:pos x="connsiteX3" y="connsiteY3"/>
                </a:cxn>
              </a:cxnLst>
              <a:rect l="l" t="t" r="r" b="b"/>
              <a:pathLst>
                <a:path w="284108" h="1222048">
                  <a:moveTo>
                    <a:pt x="0" y="0"/>
                  </a:moveTo>
                  <a:lnTo>
                    <a:pt x="284108" y="0"/>
                  </a:lnTo>
                  <a:lnTo>
                    <a:pt x="284108" y="1222049"/>
                  </a:lnTo>
                  <a:lnTo>
                    <a:pt x="0" y="1222049"/>
                  </a:lnTo>
                  <a:close/>
                </a:path>
              </a:pathLst>
            </a:custGeom>
            <a:grpFill/>
            <a:ln w="0" cap="flat">
              <a:noFill/>
              <a:prstDash val="solid"/>
              <a:miter/>
            </a:ln>
          </p:spPr>
          <p:txBody>
            <a:bodyPr rtlCol="0" anchor="ctr"/>
            <a:lstStyle/>
            <a:p>
              <a:endParaRPr lang="en-US">
                <a:solidFill>
                  <a:srgbClr val="23004B"/>
                </a:solidFill>
              </a:endParaRPr>
            </a:p>
          </p:txBody>
        </p:sp>
        <p:sp>
          <p:nvSpPr>
            <p:cNvPr id="27" name="Freeform: Shape 10">
              <a:extLst>
                <a:ext uri="{FF2B5EF4-FFF2-40B4-BE49-F238E27FC236}">
                  <a16:creationId xmlns:a16="http://schemas.microsoft.com/office/drawing/2014/main" id="{65C6E78C-7C40-0146-896D-819149EC5229}"/>
                </a:ext>
              </a:extLst>
            </p:cNvPr>
            <p:cNvSpPr/>
            <p:nvPr/>
          </p:nvSpPr>
          <p:spPr>
            <a:xfrm>
              <a:off x="11427581" y="278020"/>
              <a:ext cx="58498" cy="58097"/>
            </a:xfrm>
            <a:custGeom>
              <a:avLst/>
              <a:gdLst>
                <a:gd name="connsiteX0" fmla="*/ 0 w 373131"/>
                <a:gd name="connsiteY0" fmla="*/ 184010 h 370575"/>
                <a:gd name="connsiteX1" fmla="*/ 186566 w 373131"/>
                <a:gd name="connsiteY1" fmla="*/ 0 h 370575"/>
                <a:gd name="connsiteX2" fmla="*/ 373132 w 373131"/>
                <a:gd name="connsiteY2" fmla="*/ 184010 h 370575"/>
                <a:gd name="connsiteX3" fmla="*/ 186566 w 373131"/>
                <a:gd name="connsiteY3" fmla="*/ 370576 h 370575"/>
                <a:gd name="connsiteX4" fmla="*/ 0 w 373131"/>
                <a:gd name="connsiteY4" fmla="*/ 184010 h 370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3131" h="370575">
                  <a:moveTo>
                    <a:pt x="0" y="184010"/>
                  </a:moveTo>
                  <a:cubicBezTo>
                    <a:pt x="0" y="78375"/>
                    <a:pt x="86468" y="0"/>
                    <a:pt x="186566" y="0"/>
                  </a:cubicBezTo>
                  <a:cubicBezTo>
                    <a:pt x="286664" y="0"/>
                    <a:pt x="373132" y="77949"/>
                    <a:pt x="373132" y="184010"/>
                  </a:cubicBezTo>
                  <a:cubicBezTo>
                    <a:pt x="373132" y="295609"/>
                    <a:pt x="286664" y="370576"/>
                    <a:pt x="186566" y="370576"/>
                  </a:cubicBezTo>
                  <a:cubicBezTo>
                    <a:pt x="86468" y="370576"/>
                    <a:pt x="0" y="295183"/>
                    <a:pt x="0" y="184010"/>
                  </a:cubicBezTo>
                  <a:close/>
                </a:path>
              </a:pathLst>
            </a:custGeom>
            <a:grpFill/>
            <a:ln w="0" cap="flat">
              <a:noFill/>
              <a:prstDash val="solid"/>
              <a:miter/>
            </a:ln>
          </p:spPr>
          <p:txBody>
            <a:bodyPr rtlCol="0" anchor="ctr"/>
            <a:lstStyle/>
            <a:p>
              <a:endParaRPr lang="en-US">
                <a:solidFill>
                  <a:srgbClr val="23004B"/>
                </a:solidFill>
              </a:endParaRPr>
            </a:p>
          </p:txBody>
        </p:sp>
        <p:sp>
          <p:nvSpPr>
            <p:cNvPr id="28" name="Freeform: Shape 11">
              <a:extLst>
                <a:ext uri="{FF2B5EF4-FFF2-40B4-BE49-F238E27FC236}">
                  <a16:creationId xmlns:a16="http://schemas.microsoft.com/office/drawing/2014/main" id="{F4B9BD97-B32F-9BBF-A789-2BEB41E9B018}"/>
                </a:ext>
              </a:extLst>
            </p:cNvPr>
            <p:cNvSpPr/>
            <p:nvPr/>
          </p:nvSpPr>
          <p:spPr>
            <a:xfrm>
              <a:off x="10971482" y="370308"/>
              <a:ext cx="163074" cy="40468"/>
            </a:xfrm>
            <a:custGeom>
              <a:avLst/>
              <a:gdLst>
                <a:gd name="connsiteX0" fmla="*/ 871918 w 1040168"/>
                <a:gd name="connsiteY0" fmla="*/ 257273 h 258125"/>
                <a:gd name="connsiteX1" fmla="*/ 1040168 w 1040168"/>
                <a:gd name="connsiteY1" fmla="*/ 0 h 258125"/>
                <a:gd name="connsiteX2" fmla="*/ 0 w 1040168"/>
                <a:gd name="connsiteY2" fmla="*/ 0 h 258125"/>
                <a:gd name="connsiteX3" fmla="*/ 0 w 1040168"/>
                <a:gd name="connsiteY3" fmla="*/ 258125 h 258125"/>
                <a:gd name="connsiteX4" fmla="*/ 871918 w 1040168"/>
                <a:gd name="connsiteY4" fmla="*/ 257273 h 258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168" h="258125">
                  <a:moveTo>
                    <a:pt x="871918" y="257273"/>
                  </a:moveTo>
                  <a:lnTo>
                    <a:pt x="1040168" y="0"/>
                  </a:lnTo>
                  <a:lnTo>
                    <a:pt x="0" y="0"/>
                  </a:lnTo>
                  <a:lnTo>
                    <a:pt x="0" y="258125"/>
                  </a:lnTo>
                  <a:lnTo>
                    <a:pt x="871918" y="257273"/>
                  </a:lnTo>
                  <a:close/>
                </a:path>
              </a:pathLst>
            </a:custGeom>
            <a:grpFill/>
            <a:ln w="0" cap="flat">
              <a:noFill/>
              <a:prstDash val="solid"/>
              <a:miter/>
            </a:ln>
          </p:spPr>
          <p:txBody>
            <a:bodyPr rtlCol="0" anchor="ctr"/>
            <a:lstStyle/>
            <a:p>
              <a:endParaRPr lang="en-US">
                <a:solidFill>
                  <a:srgbClr val="23004B"/>
                </a:solidFill>
              </a:endParaRPr>
            </a:p>
          </p:txBody>
        </p:sp>
        <p:sp>
          <p:nvSpPr>
            <p:cNvPr id="29" name="Freeform: Shape 12">
              <a:extLst>
                <a:ext uri="{FF2B5EF4-FFF2-40B4-BE49-F238E27FC236}">
                  <a16:creationId xmlns:a16="http://schemas.microsoft.com/office/drawing/2014/main" id="{B4C9E713-6484-2B56-173B-5CD56D2D63C8}"/>
                </a:ext>
              </a:extLst>
            </p:cNvPr>
            <p:cNvSpPr/>
            <p:nvPr/>
          </p:nvSpPr>
          <p:spPr>
            <a:xfrm>
              <a:off x="10956590" y="522096"/>
              <a:ext cx="163608" cy="40468"/>
            </a:xfrm>
            <a:custGeom>
              <a:avLst/>
              <a:gdLst>
                <a:gd name="connsiteX0" fmla="*/ 0 w 1043575"/>
                <a:gd name="connsiteY0" fmla="*/ 257699 h 258125"/>
                <a:gd name="connsiteX1" fmla="*/ 1043576 w 1043575"/>
                <a:gd name="connsiteY1" fmla="*/ 258125 h 258125"/>
                <a:gd name="connsiteX2" fmla="*/ 1043576 w 1043575"/>
                <a:gd name="connsiteY2" fmla="*/ 0 h 258125"/>
                <a:gd name="connsiteX3" fmla="*/ 168676 w 1043575"/>
                <a:gd name="connsiteY3" fmla="*/ 0 h 258125"/>
                <a:gd name="connsiteX4" fmla="*/ 0 w 1043575"/>
                <a:gd name="connsiteY4" fmla="*/ 257699 h 258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3575" h="258125">
                  <a:moveTo>
                    <a:pt x="0" y="257699"/>
                  </a:moveTo>
                  <a:lnTo>
                    <a:pt x="1043576" y="258125"/>
                  </a:lnTo>
                  <a:lnTo>
                    <a:pt x="1043576" y="0"/>
                  </a:lnTo>
                  <a:lnTo>
                    <a:pt x="168676" y="0"/>
                  </a:lnTo>
                  <a:lnTo>
                    <a:pt x="0" y="257699"/>
                  </a:lnTo>
                  <a:close/>
                </a:path>
              </a:pathLst>
            </a:custGeom>
            <a:grpFill/>
            <a:ln w="0" cap="flat">
              <a:noFill/>
              <a:prstDash val="solid"/>
              <a:miter/>
            </a:ln>
          </p:spPr>
          <p:txBody>
            <a:bodyPr rtlCol="0" anchor="ctr"/>
            <a:lstStyle/>
            <a:p>
              <a:endParaRPr lang="en-US">
                <a:solidFill>
                  <a:srgbClr val="23004B"/>
                </a:solidFill>
              </a:endParaRPr>
            </a:p>
          </p:txBody>
        </p:sp>
        <p:sp>
          <p:nvSpPr>
            <p:cNvPr id="30" name="Freeform: Shape 13">
              <a:extLst>
                <a:ext uri="{FF2B5EF4-FFF2-40B4-BE49-F238E27FC236}">
                  <a16:creationId xmlns:a16="http://schemas.microsoft.com/office/drawing/2014/main" id="{CB21BF70-8759-2895-3C6C-618AB794478C}"/>
                </a:ext>
              </a:extLst>
            </p:cNvPr>
            <p:cNvSpPr/>
            <p:nvPr/>
          </p:nvSpPr>
          <p:spPr>
            <a:xfrm>
              <a:off x="10991716" y="424065"/>
              <a:ext cx="107714" cy="84408"/>
            </a:xfrm>
            <a:custGeom>
              <a:avLst/>
              <a:gdLst>
                <a:gd name="connsiteX0" fmla="*/ 0 w 687056"/>
                <a:gd name="connsiteY0" fmla="*/ 538400 h 538399"/>
                <a:gd name="connsiteX1" fmla="*/ 334370 w 687056"/>
                <a:gd name="connsiteY1" fmla="*/ 538400 h 538399"/>
                <a:gd name="connsiteX2" fmla="*/ 687056 w 687056"/>
                <a:gd name="connsiteY2" fmla="*/ 0 h 538399"/>
                <a:gd name="connsiteX3" fmla="*/ 353112 w 687056"/>
                <a:gd name="connsiteY3" fmla="*/ 426 h 538399"/>
                <a:gd name="connsiteX4" fmla="*/ 0 w 687056"/>
                <a:gd name="connsiteY4" fmla="*/ 538400 h 5383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7056" h="538399">
                  <a:moveTo>
                    <a:pt x="0" y="538400"/>
                  </a:moveTo>
                  <a:lnTo>
                    <a:pt x="334370" y="538400"/>
                  </a:lnTo>
                  <a:lnTo>
                    <a:pt x="687056" y="0"/>
                  </a:lnTo>
                  <a:lnTo>
                    <a:pt x="353112" y="426"/>
                  </a:lnTo>
                  <a:lnTo>
                    <a:pt x="0" y="538400"/>
                  </a:lnTo>
                  <a:close/>
                </a:path>
              </a:pathLst>
            </a:custGeom>
            <a:grpFill/>
            <a:ln w="0" cap="flat">
              <a:noFill/>
              <a:prstDash val="solid"/>
              <a:miter/>
            </a:ln>
          </p:spPr>
          <p:txBody>
            <a:bodyPr rtlCol="0" anchor="ctr"/>
            <a:lstStyle/>
            <a:p>
              <a:endParaRPr lang="en-US">
                <a:solidFill>
                  <a:srgbClr val="23004B"/>
                </a:solidFill>
              </a:endParaRPr>
            </a:p>
          </p:txBody>
        </p:sp>
        <p:sp>
          <p:nvSpPr>
            <p:cNvPr id="31" name="Freeform: Shape 14">
              <a:extLst>
                <a:ext uri="{FF2B5EF4-FFF2-40B4-BE49-F238E27FC236}">
                  <a16:creationId xmlns:a16="http://schemas.microsoft.com/office/drawing/2014/main" id="{3AB2BD9F-2D00-5908-5003-4DA098E8AACE}"/>
                </a:ext>
              </a:extLst>
            </p:cNvPr>
            <p:cNvSpPr/>
            <p:nvPr/>
          </p:nvSpPr>
          <p:spPr>
            <a:xfrm>
              <a:off x="11660372" y="536254"/>
              <a:ext cx="29115" cy="29115"/>
            </a:xfrm>
            <a:custGeom>
              <a:avLst/>
              <a:gdLst>
                <a:gd name="connsiteX0" fmla="*/ 100524 w 185713"/>
                <a:gd name="connsiteY0" fmla="*/ 52392 h 185713"/>
                <a:gd name="connsiteX1" fmla="*/ 119692 w 185713"/>
                <a:gd name="connsiteY1" fmla="*/ 71985 h 185713"/>
                <a:gd name="connsiteX2" fmla="*/ 100524 w 185713"/>
                <a:gd name="connsiteY2" fmla="*/ 90727 h 185713"/>
                <a:gd name="connsiteX3" fmla="*/ 71133 w 185713"/>
                <a:gd name="connsiteY3" fmla="*/ 90727 h 185713"/>
                <a:gd name="connsiteX4" fmla="*/ 71133 w 185713"/>
                <a:gd name="connsiteY4" fmla="*/ 51966 h 185713"/>
                <a:gd name="connsiteX5" fmla="*/ 100524 w 185713"/>
                <a:gd name="connsiteY5" fmla="*/ 51966 h 185713"/>
                <a:gd name="connsiteX6" fmla="*/ 117988 w 185713"/>
                <a:gd name="connsiteY6" fmla="*/ 146101 h 185713"/>
                <a:gd name="connsiteX7" fmla="*/ 135452 w 185713"/>
                <a:gd name="connsiteY7" fmla="*/ 146101 h 185713"/>
                <a:gd name="connsiteX8" fmla="*/ 106913 w 185713"/>
                <a:gd name="connsiteY8" fmla="*/ 103506 h 185713"/>
                <a:gd name="connsiteX9" fmla="*/ 134174 w 185713"/>
                <a:gd name="connsiteY9" fmla="*/ 71985 h 185713"/>
                <a:gd name="connsiteX10" fmla="*/ 100524 w 185713"/>
                <a:gd name="connsiteY10" fmla="*/ 39613 h 185713"/>
                <a:gd name="connsiteX11" fmla="*/ 57077 w 185713"/>
                <a:gd name="connsiteY11" fmla="*/ 39613 h 185713"/>
                <a:gd name="connsiteX12" fmla="*/ 57077 w 185713"/>
                <a:gd name="connsiteY12" fmla="*/ 146101 h 185713"/>
                <a:gd name="connsiteX13" fmla="*/ 71133 w 185713"/>
                <a:gd name="connsiteY13" fmla="*/ 146101 h 185713"/>
                <a:gd name="connsiteX14" fmla="*/ 71133 w 185713"/>
                <a:gd name="connsiteY14" fmla="*/ 103932 h 185713"/>
                <a:gd name="connsiteX15" fmla="*/ 90301 w 185713"/>
                <a:gd name="connsiteY15" fmla="*/ 103932 h 185713"/>
                <a:gd name="connsiteX16" fmla="*/ 117988 w 185713"/>
                <a:gd name="connsiteY16" fmla="*/ 146101 h 185713"/>
                <a:gd name="connsiteX17" fmla="*/ 92857 w 185713"/>
                <a:gd name="connsiteY17" fmla="*/ 12778 h 185713"/>
                <a:gd name="connsiteX18" fmla="*/ 172510 w 185713"/>
                <a:gd name="connsiteY18" fmla="*/ 92431 h 185713"/>
                <a:gd name="connsiteX19" fmla="*/ 92857 w 185713"/>
                <a:gd name="connsiteY19" fmla="*/ 172509 h 185713"/>
                <a:gd name="connsiteX20" fmla="*/ 12779 w 185713"/>
                <a:gd name="connsiteY20" fmla="*/ 92431 h 185713"/>
                <a:gd name="connsiteX21" fmla="*/ 92857 w 185713"/>
                <a:gd name="connsiteY21" fmla="*/ 12778 h 185713"/>
                <a:gd name="connsiteX22" fmla="*/ 92857 w 185713"/>
                <a:gd name="connsiteY22" fmla="*/ 185714 h 185713"/>
                <a:gd name="connsiteX23" fmla="*/ 185714 w 185713"/>
                <a:gd name="connsiteY23" fmla="*/ 92857 h 185713"/>
                <a:gd name="connsiteX24" fmla="*/ 92857 w 185713"/>
                <a:gd name="connsiteY24" fmla="*/ 0 h 185713"/>
                <a:gd name="connsiteX25" fmla="*/ 0 w 185713"/>
                <a:gd name="connsiteY25" fmla="*/ 92857 h 185713"/>
                <a:gd name="connsiteX26" fmla="*/ 92857 w 185713"/>
                <a:gd name="connsiteY26" fmla="*/ 185714 h 185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85713" h="185713">
                  <a:moveTo>
                    <a:pt x="100524" y="52392"/>
                  </a:moveTo>
                  <a:cubicBezTo>
                    <a:pt x="110747" y="52392"/>
                    <a:pt x="119692" y="60485"/>
                    <a:pt x="119692" y="71985"/>
                  </a:cubicBezTo>
                  <a:cubicBezTo>
                    <a:pt x="119692" y="83060"/>
                    <a:pt x="110321" y="90727"/>
                    <a:pt x="100524" y="90727"/>
                  </a:cubicBezTo>
                  <a:lnTo>
                    <a:pt x="71133" y="90727"/>
                  </a:lnTo>
                  <a:lnTo>
                    <a:pt x="71133" y="51966"/>
                  </a:lnTo>
                  <a:lnTo>
                    <a:pt x="100524" y="51966"/>
                  </a:lnTo>
                  <a:close/>
                  <a:moveTo>
                    <a:pt x="117988" y="146101"/>
                  </a:moveTo>
                  <a:lnTo>
                    <a:pt x="135452" y="146101"/>
                  </a:lnTo>
                  <a:lnTo>
                    <a:pt x="106913" y="103506"/>
                  </a:lnTo>
                  <a:cubicBezTo>
                    <a:pt x="112877" y="103506"/>
                    <a:pt x="134174" y="95413"/>
                    <a:pt x="134174" y="71985"/>
                  </a:cubicBezTo>
                  <a:cubicBezTo>
                    <a:pt x="134174" y="52392"/>
                    <a:pt x="118840" y="39613"/>
                    <a:pt x="100524" y="39613"/>
                  </a:cubicBezTo>
                  <a:lnTo>
                    <a:pt x="57077" y="39613"/>
                  </a:lnTo>
                  <a:lnTo>
                    <a:pt x="57077" y="146101"/>
                  </a:lnTo>
                  <a:lnTo>
                    <a:pt x="71133" y="146101"/>
                  </a:lnTo>
                  <a:lnTo>
                    <a:pt x="71133" y="103932"/>
                  </a:lnTo>
                  <a:lnTo>
                    <a:pt x="90301" y="103932"/>
                  </a:lnTo>
                  <a:lnTo>
                    <a:pt x="117988" y="146101"/>
                  </a:lnTo>
                  <a:close/>
                  <a:moveTo>
                    <a:pt x="92857" y="12778"/>
                  </a:moveTo>
                  <a:cubicBezTo>
                    <a:pt x="137156" y="12778"/>
                    <a:pt x="172510" y="47706"/>
                    <a:pt x="172510" y="92431"/>
                  </a:cubicBezTo>
                  <a:cubicBezTo>
                    <a:pt x="172510" y="137156"/>
                    <a:pt x="137156" y="172509"/>
                    <a:pt x="92857" y="172509"/>
                  </a:cubicBezTo>
                  <a:cubicBezTo>
                    <a:pt x="48558" y="172509"/>
                    <a:pt x="12779" y="136304"/>
                    <a:pt x="12779" y="92431"/>
                  </a:cubicBezTo>
                  <a:cubicBezTo>
                    <a:pt x="12779" y="48558"/>
                    <a:pt x="48558" y="12778"/>
                    <a:pt x="92857" y="12778"/>
                  </a:cubicBezTo>
                  <a:moveTo>
                    <a:pt x="92857" y="185714"/>
                  </a:moveTo>
                  <a:cubicBezTo>
                    <a:pt x="144397" y="185714"/>
                    <a:pt x="185714" y="143971"/>
                    <a:pt x="185714" y="92857"/>
                  </a:cubicBezTo>
                  <a:cubicBezTo>
                    <a:pt x="185714" y="41743"/>
                    <a:pt x="144397" y="0"/>
                    <a:pt x="92857" y="0"/>
                  </a:cubicBezTo>
                  <a:cubicBezTo>
                    <a:pt x="41317" y="0"/>
                    <a:pt x="0" y="41317"/>
                    <a:pt x="0" y="92857"/>
                  </a:cubicBezTo>
                  <a:cubicBezTo>
                    <a:pt x="0" y="144397"/>
                    <a:pt x="41743" y="185714"/>
                    <a:pt x="92857" y="185714"/>
                  </a:cubicBezTo>
                </a:path>
              </a:pathLst>
            </a:custGeom>
            <a:grpFill/>
            <a:ln w="0" cap="flat">
              <a:noFill/>
              <a:prstDash val="solid"/>
              <a:miter/>
            </a:ln>
          </p:spPr>
          <p:txBody>
            <a:bodyPr rtlCol="0" anchor="ctr"/>
            <a:lstStyle/>
            <a:p>
              <a:endParaRPr lang="en-US">
                <a:solidFill>
                  <a:srgbClr val="23004B"/>
                </a:solidFill>
              </a:endParaRPr>
            </a:p>
          </p:txBody>
        </p:sp>
      </p:grpSp>
    </p:spTree>
    <p:extLst>
      <p:ext uri="{BB962C8B-B14F-4D97-AF65-F5344CB8AC3E}">
        <p14:creationId xmlns:p14="http://schemas.microsoft.com/office/powerpoint/2010/main" val="167519770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able Grid Light">
    <p:spTree>
      <p:nvGrpSpPr>
        <p:cNvPr id="1" name=""/>
        <p:cNvGrpSpPr/>
        <p:nvPr/>
      </p:nvGrpSpPr>
      <p:grpSpPr>
        <a:xfrm>
          <a:off x="0" y="0"/>
          <a:ext cx="0" cy="0"/>
          <a:chOff x="0" y="0"/>
          <a:chExt cx="0" cy="0"/>
        </a:xfrm>
      </p:grpSpPr>
      <p:sp>
        <p:nvSpPr>
          <p:cNvPr id="16" name="Chart Placeholder 15">
            <a:extLst>
              <a:ext uri="{FF2B5EF4-FFF2-40B4-BE49-F238E27FC236}">
                <a16:creationId xmlns:a16="http://schemas.microsoft.com/office/drawing/2014/main" id="{C31269C0-7D05-88B7-333B-049FFC242C69}"/>
              </a:ext>
            </a:extLst>
          </p:cNvPr>
          <p:cNvSpPr>
            <a:spLocks noGrp="1"/>
          </p:cNvSpPr>
          <p:nvPr>
            <p:ph type="chart" sz="quarter" idx="10" hasCustomPrompt="1"/>
          </p:nvPr>
        </p:nvSpPr>
        <p:spPr>
          <a:xfrm>
            <a:off x="7772400" y="1097280"/>
            <a:ext cx="3657600" cy="3200400"/>
          </a:xfrm>
        </p:spPr>
        <p:txBody>
          <a:bodyPr>
            <a:normAutofit/>
          </a:bodyPr>
          <a:lstStyle>
            <a:lvl1pPr marL="0" indent="0">
              <a:lnSpc>
                <a:spcPct val="100000"/>
              </a:lnSpc>
              <a:buNone/>
              <a:defRPr sz="1400"/>
            </a:lvl1pPr>
          </a:lstStyle>
          <a:p>
            <a:r>
              <a:rPr lang="en-US"/>
              <a:t>Click icon to add chart or table</a:t>
            </a:r>
          </a:p>
        </p:txBody>
      </p:sp>
      <p:sp>
        <p:nvSpPr>
          <p:cNvPr id="17" name="Text Placeholder 20">
            <a:extLst>
              <a:ext uri="{FF2B5EF4-FFF2-40B4-BE49-F238E27FC236}">
                <a16:creationId xmlns:a16="http://schemas.microsoft.com/office/drawing/2014/main" id="{284DB46A-62CB-0BE9-C696-F420AFFD9082}"/>
              </a:ext>
            </a:extLst>
          </p:cNvPr>
          <p:cNvSpPr>
            <a:spLocks noGrp="1"/>
          </p:cNvSpPr>
          <p:nvPr>
            <p:ph type="body" sz="quarter" idx="11" hasCustomPrompt="1"/>
          </p:nvPr>
        </p:nvSpPr>
        <p:spPr>
          <a:xfrm>
            <a:off x="7772400" y="4572000"/>
            <a:ext cx="3657600" cy="1828800"/>
          </a:xfrm>
        </p:spPr>
        <p:txBody>
          <a:bodyPr>
            <a:normAutofit/>
          </a:bodyPr>
          <a:lstStyle>
            <a:lvl1pPr marL="0" indent="0">
              <a:lnSpc>
                <a:spcPct val="100000"/>
              </a:lnSpc>
              <a:buNone/>
              <a:defRPr sz="1400"/>
            </a:lvl1pPr>
          </a:lstStyle>
          <a:p>
            <a:pPr lvl="0"/>
            <a:r>
              <a:rPr lang="en-US"/>
              <a:t>Body text, ideally 14pt or larger</a:t>
            </a:r>
          </a:p>
        </p:txBody>
      </p:sp>
      <p:sp>
        <p:nvSpPr>
          <p:cNvPr id="15" name="Table Placeholder 14">
            <a:extLst>
              <a:ext uri="{FF2B5EF4-FFF2-40B4-BE49-F238E27FC236}">
                <a16:creationId xmlns:a16="http://schemas.microsoft.com/office/drawing/2014/main" id="{4D726E76-4C43-FF06-04B5-7B0C98C2077B}"/>
              </a:ext>
            </a:extLst>
          </p:cNvPr>
          <p:cNvSpPr>
            <a:spLocks noGrp="1"/>
          </p:cNvSpPr>
          <p:nvPr>
            <p:ph type="tbl" sz="quarter" idx="12" hasCustomPrompt="1"/>
          </p:nvPr>
        </p:nvSpPr>
        <p:spPr>
          <a:xfrm>
            <a:off x="274320" y="1097280"/>
            <a:ext cx="6962602" cy="5029200"/>
          </a:xfrm>
        </p:spPr>
        <p:txBody>
          <a:bodyPr>
            <a:normAutofit/>
          </a:bodyPr>
          <a:lstStyle>
            <a:lvl1pPr marL="0" indent="0">
              <a:lnSpc>
                <a:spcPct val="100000"/>
              </a:lnSpc>
              <a:buNone/>
              <a:defRPr sz="1400"/>
            </a:lvl1pPr>
          </a:lstStyle>
          <a:p>
            <a:r>
              <a:rPr lang="en-US"/>
              <a:t>Click icon to add chart or table</a:t>
            </a:r>
          </a:p>
        </p:txBody>
      </p:sp>
      <p:grpSp>
        <p:nvGrpSpPr>
          <p:cNvPr id="2" name="Group 1">
            <a:extLst>
              <a:ext uri="{FF2B5EF4-FFF2-40B4-BE49-F238E27FC236}">
                <a16:creationId xmlns:a16="http://schemas.microsoft.com/office/drawing/2014/main" id="{3DA4975D-E73E-FFF9-3C91-EC846FFF1FC4}"/>
              </a:ext>
            </a:extLst>
          </p:cNvPr>
          <p:cNvGrpSpPr/>
          <p:nvPr/>
        </p:nvGrpSpPr>
        <p:grpSpPr>
          <a:xfrm>
            <a:off x="10972800" y="274320"/>
            <a:ext cx="732897" cy="319002"/>
            <a:chOff x="10956590" y="246968"/>
            <a:chExt cx="732897" cy="319002"/>
          </a:xfrm>
          <a:solidFill>
            <a:srgbClr val="23004B"/>
          </a:solidFill>
        </p:grpSpPr>
        <p:sp>
          <p:nvSpPr>
            <p:cNvPr id="3" name="Freeform: Shape 6">
              <a:extLst>
                <a:ext uri="{FF2B5EF4-FFF2-40B4-BE49-F238E27FC236}">
                  <a16:creationId xmlns:a16="http://schemas.microsoft.com/office/drawing/2014/main" id="{240DBBF3-4AE1-58E3-8CCF-62A9EDD223F7}"/>
                </a:ext>
              </a:extLst>
            </p:cNvPr>
            <p:cNvSpPr/>
            <p:nvPr/>
          </p:nvSpPr>
          <p:spPr>
            <a:xfrm>
              <a:off x="11502373" y="368572"/>
              <a:ext cx="152189" cy="197064"/>
            </a:xfrm>
            <a:custGeom>
              <a:avLst/>
              <a:gdLst>
                <a:gd name="connsiteX0" fmla="*/ 573754 w 970738"/>
                <a:gd name="connsiteY0" fmla="*/ 503046 h 1256976"/>
                <a:gd name="connsiteX1" fmla="*/ 309665 w 970738"/>
                <a:gd name="connsiteY1" fmla="*/ 342037 h 1256976"/>
                <a:gd name="connsiteX2" fmla="*/ 479193 w 970738"/>
                <a:gd name="connsiteY2" fmla="*/ 230013 h 1256976"/>
                <a:gd name="connsiteX3" fmla="*/ 728799 w 970738"/>
                <a:gd name="connsiteY3" fmla="*/ 347575 h 1256976"/>
                <a:gd name="connsiteX4" fmla="*/ 898327 w 970738"/>
                <a:gd name="connsiteY4" fmla="*/ 181028 h 1256976"/>
                <a:gd name="connsiteX5" fmla="*/ 479193 w 970738"/>
                <a:gd name="connsiteY5" fmla="*/ 0 h 1256976"/>
                <a:gd name="connsiteX6" fmla="*/ 48558 w 970738"/>
                <a:gd name="connsiteY6" fmla="*/ 356094 h 1256976"/>
                <a:gd name="connsiteX7" fmla="*/ 404652 w 970738"/>
                <a:gd name="connsiteY7" fmla="*/ 726244 h 1256976"/>
                <a:gd name="connsiteX8" fmla="*/ 697705 w 970738"/>
                <a:gd name="connsiteY8" fmla="*/ 895772 h 1256976"/>
                <a:gd name="connsiteX9" fmla="*/ 485156 w 970738"/>
                <a:gd name="connsiteY9" fmla="*/ 1024834 h 1256976"/>
                <a:gd name="connsiteX10" fmla="*/ 174639 w 970738"/>
                <a:gd name="connsiteY10" fmla="*/ 888105 h 1256976"/>
                <a:gd name="connsiteX11" fmla="*/ 0 w 970738"/>
                <a:gd name="connsiteY11" fmla="*/ 1057632 h 1256976"/>
                <a:gd name="connsiteX12" fmla="*/ 502620 w 970738"/>
                <a:gd name="connsiteY12" fmla="*/ 1256977 h 1256976"/>
                <a:gd name="connsiteX13" fmla="*/ 970738 w 970738"/>
                <a:gd name="connsiteY13" fmla="*/ 880863 h 1256976"/>
                <a:gd name="connsiteX14" fmla="*/ 574606 w 970738"/>
                <a:gd name="connsiteY14" fmla="*/ 501768 h 125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70738" h="1256976">
                  <a:moveTo>
                    <a:pt x="573754" y="503046"/>
                  </a:moveTo>
                  <a:cubicBezTo>
                    <a:pt x="384206" y="454062"/>
                    <a:pt x="309665" y="434042"/>
                    <a:pt x="309665" y="342037"/>
                  </a:cubicBezTo>
                  <a:cubicBezTo>
                    <a:pt x="309665" y="270478"/>
                    <a:pt x="370150" y="230013"/>
                    <a:pt x="479193" y="230013"/>
                  </a:cubicBezTo>
                  <a:cubicBezTo>
                    <a:pt x="588236" y="230013"/>
                    <a:pt x="671722" y="281553"/>
                    <a:pt x="728799" y="347575"/>
                  </a:cubicBezTo>
                  <a:lnTo>
                    <a:pt x="898327" y="181028"/>
                  </a:lnTo>
                  <a:cubicBezTo>
                    <a:pt x="806322" y="80504"/>
                    <a:pt x="671722" y="0"/>
                    <a:pt x="479193" y="0"/>
                  </a:cubicBezTo>
                  <a:cubicBezTo>
                    <a:pt x="241087" y="0"/>
                    <a:pt x="48558" y="115006"/>
                    <a:pt x="48558" y="356094"/>
                  </a:cubicBezTo>
                  <a:cubicBezTo>
                    <a:pt x="48558" y="597181"/>
                    <a:pt x="226605" y="677685"/>
                    <a:pt x="404652" y="726244"/>
                  </a:cubicBezTo>
                  <a:cubicBezTo>
                    <a:pt x="608681" y="783747"/>
                    <a:pt x="697705" y="798229"/>
                    <a:pt x="697705" y="895772"/>
                  </a:cubicBezTo>
                  <a:cubicBezTo>
                    <a:pt x="697705" y="976276"/>
                    <a:pt x="631683" y="1024834"/>
                    <a:pt x="485156" y="1024834"/>
                  </a:cubicBezTo>
                  <a:cubicBezTo>
                    <a:pt x="355668" y="1024834"/>
                    <a:pt x="248754" y="981813"/>
                    <a:pt x="174639" y="888105"/>
                  </a:cubicBezTo>
                  <a:lnTo>
                    <a:pt x="0" y="1057632"/>
                  </a:lnTo>
                  <a:cubicBezTo>
                    <a:pt x="93283" y="1166249"/>
                    <a:pt x="263237" y="1256977"/>
                    <a:pt x="502620" y="1256977"/>
                  </a:cubicBezTo>
                  <a:cubicBezTo>
                    <a:pt x="844232" y="1256977"/>
                    <a:pt x="970738" y="1087449"/>
                    <a:pt x="970738" y="880863"/>
                  </a:cubicBezTo>
                  <a:cubicBezTo>
                    <a:pt x="970738" y="625294"/>
                    <a:pt x="764153" y="550753"/>
                    <a:pt x="574606" y="501768"/>
                  </a:cubicBezTo>
                  <a:close/>
                </a:path>
              </a:pathLst>
            </a:custGeom>
            <a:grpFill/>
            <a:ln w="0" cap="flat">
              <a:noFill/>
              <a:prstDash val="solid"/>
              <a:miter/>
            </a:ln>
          </p:spPr>
          <p:txBody>
            <a:bodyPr rtlCol="0" anchor="ctr"/>
            <a:lstStyle/>
            <a:p>
              <a:endParaRPr lang="en-US">
                <a:solidFill>
                  <a:srgbClr val="23004B"/>
                </a:solidFill>
              </a:endParaRPr>
            </a:p>
          </p:txBody>
        </p:sp>
        <p:sp>
          <p:nvSpPr>
            <p:cNvPr id="4" name="Freeform: Shape 7">
              <a:extLst>
                <a:ext uri="{FF2B5EF4-FFF2-40B4-BE49-F238E27FC236}">
                  <a16:creationId xmlns:a16="http://schemas.microsoft.com/office/drawing/2014/main" id="{7C0EE41D-2F8E-F645-A9F2-F060F701BAA3}"/>
                </a:ext>
              </a:extLst>
            </p:cNvPr>
            <p:cNvSpPr/>
            <p:nvPr/>
          </p:nvSpPr>
          <p:spPr>
            <a:xfrm>
              <a:off x="11129146" y="368572"/>
              <a:ext cx="198854" cy="197398"/>
            </a:xfrm>
            <a:custGeom>
              <a:avLst/>
              <a:gdLst>
                <a:gd name="connsiteX0" fmla="*/ 678111 w 1268394"/>
                <a:gd name="connsiteY0" fmla="*/ 1015037 h 1259106"/>
                <a:gd name="connsiteX1" fmla="*/ 1020149 w 1268394"/>
                <a:gd name="connsiteY1" fmla="*/ 885549 h 1259106"/>
                <a:gd name="connsiteX2" fmla="*/ 1189677 w 1268394"/>
                <a:gd name="connsiteY2" fmla="*/ 1063596 h 1259106"/>
                <a:gd name="connsiteX3" fmla="*/ 681093 w 1268394"/>
                <a:gd name="connsiteY3" fmla="*/ 1259106 h 1259106"/>
                <a:gd name="connsiteX4" fmla="*/ 0 w 1268394"/>
                <a:gd name="connsiteY4" fmla="*/ 629553 h 1259106"/>
                <a:gd name="connsiteX5" fmla="*/ 643610 w 1268394"/>
                <a:gd name="connsiteY5" fmla="*/ 0 h 1259106"/>
                <a:gd name="connsiteX6" fmla="*/ 1267199 w 1268394"/>
                <a:gd name="connsiteY6" fmla="*/ 727096 h 1259106"/>
                <a:gd name="connsiteX7" fmla="*/ 295609 w 1268394"/>
                <a:gd name="connsiteY7" fmla="*/ 727096 h 1259106"/>
                <a:gd name="connsiteX8" fmla="*/ 677685 w 1268394"/>
                <a:gd name="connsiteY8" fmla="*/ 1014611 h 1259106"/>
                <a:gd name="connsiteX9" fmla="*/ 974146 w 1268394"/>
                <a:gd name="connsiteY9" fmla="*/ 526473 h 1259106"/>
                <a:gd name="connsiteX10" fmla="*/ 646591 w 1268394"/>
                <a:gd name="connsiteY10" fmla="*/ 241939 h 1259106"/>
                <a:gd name="connsiteX11" fmla="*/ 296035 w 1268394"/>
                <a:gd name="connsiteY11" fmla="*/ 526473 h 1259106"/>
                <a:gd name="connsiteX12" fmla="*/ 974146 w 1268394"/>
                <a:gd name="connsiteY12" fmla="*/ 526473 h 1259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8394" h="1259106">
                  <a:moveTo>
                    <a:pt x="678111" y="1015037"/>
                  </a:moveTo>
                  <a:cubicBezTo>
                    <a:pt x="836139" y="1015037"/>
                    <a:pt x="951145" y="951997"/>
                    <a:pt x="1020149" y="885549"/>
                  </a:cubicBezTo>
                  <a:lnTo>
                    <a:pt x="1189677" y="1063596"/>
                  </a:lnTo>
                  <a:cubicBezTo>
                    <a:pt x="1077652" y="1175620"/>
                    <a:pt x="922606" y="1259106"/>
                    <a:pt x="681093" y="1259106"/>
                  </a:cubicBezTo>
                  <a:cubicBezTo>
                    <a:pt x="267070" y="1259106"/>
                    <a:pt x="0" y="991610"/>
                    <a:pt x="0" y="629553"/>
                  </a:cubicBezTo>
                  <a:cubicBezTo>
                    <a:pt x="0" y="267496"/>
                    <a:pt x="281553" y="0"/>
                    <a:pt x="643610" y="0"/>
                  </a:cubicBezTo>
                  <a:cubicBezTo>
                    <a:pt x="1054651" y="0"/>
                    <a:pt x="1287219" y="304554"/>
                    <a:pt x="1267199" y="727096"/>
                  </a:cubicBezTo>
                  <a:lnTo>
                    <a:pt x="295609" y="727096"/>
                  </a:lnTo>
                  <a:cubicBezTo>
                    <a:pt x="330111" y="902587"/>
                    <a:pt x="456618" y="1014611"/>
                    <a:pt x="677685" y="1014611"/>
                  </a:cubicBezTo>
                  <a:close/>
                  <a:moveTo>
                    <a:pt x="974146" y="526473"/>
                  </a:moveTo>
                  <a:cubicBezTo>
                    <a:pt x="948163" y="362483"/>
                    <a:pt x="847639" y="241939"/>
                    <a:pt x="646591" y="241939"/>
                  </a:cubicBezTo>
                  <a:cubicBezTo>
                    <a:pt x="459599" y="241939"/>
                    <a:pt x="330537" y="345445"/>
                    <a:pt x="296035" y="526473"/>
                  </a:cubicBezTo>
                  <a:lnTo>
                    <a:pt x="974146" y="526473"/>
                  </a:lnTo>
                  <a:close/>
                </a:path>
              </a:pathLst>
            </a:custGeom>
            <a:grpFill/>
            <a:ln w="0" cap="flat">
              <a:noFill/>
              <a:prstDash val="solid"/>
              <a:miter/>
            </a:ln>
          </p:spPr>
          <p:txBody>
            <a:bodyPr rtlCol="0" anchor="ctr"/>
            <a:lstStyle/>
            <a:p>
              <a:endParaRPr lang="en-US">
                <a:solidFill>
                  <a:srgbClr val="23004B"/>
                </a:solidFill>
              </a:endParaRPr>
            </a:p>
          </p:txBody>
        </p:sp>
        <p:sp>
          <p:nvSpPr>
            <p:cNvPr id="5" name="Freeform: Shape 8">
              <a:extLst>
                <a:ext uri="{FF2B5EF4-FFF2-40B4-BE49-F238E27FC236}">
                  <a16:creationId xmlns:a16="http://schemas.microsoft.com/office/drawing/2014/main" id="{5CCAC1C2-4D25-0DA6-9B68-2D4CE2A7B989}"/>
                </a:ext>
              </a:extLst>
            </p:cNvPr>
            <p:cNvSpPr/>
            <p:nvPr/>
          </p:nvSpPr>
          <p:spPr>
            <a:xfrm>
              <a:off x="11359466" y="246968"/>
              <a:ext cx="44074" cy="315262"/>
            </a:xfrm>
            <a:custGeom>
              <a:avLst/>
              <a:gdLst>
                <a:gd name="connsiteX0" fmla="*/ 0 w 281126"/>
                <a:gd name="connsiteY0" fmla="*/ 0 h 2010906"/>
                <a:gd name="connsiteX1" fmla="*/ 281127 w 281126"/>
                <a:gd name="connsiteY1" fmla="*/ 0 h 2010906"/>
                <a:gd name="connsiteX2" fmla="*/ 281127 w 281126"/>
                <a:gd name="connsiteY2" fmla="*/ 2010907 h 2010906"/>
                <a:gd name="connsiteX3" fmla="*/ 0 w 281126"/>
                <a:gd name="connsiteY3" fmla="*/ 2010907 h 2010906"/>
                <a:gd name="connsiteX4" fmla="*/ 0 w 281126"/>
                <a:gd name="connsiteY4" fmla="*/ 0 h 2010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126" h="2010906">
                  <a:moveTo>
                    <a:pt x="0" y="0"/>
                  </a:moveTo>
                  <a:lnTo>
                    <a:pt x="281127" y="0"/>
                  </a:lnTo>
                  <a:lnTo>
                    <a:pt x="281127" y="2010907"/>
                  </a:lnTo>
                  <a:lnTo>
                    <a:pt x="0" y="2010907"/>
                  </a:lnTo>
                  <a:lnTo>
                    <a:pt x="0" y="0"/>
                  </a:lnTo>
                  <a:close/>
                </a:path>
              </a:pathLst>
            </a:custGeom>
            <a:grpFill/>
            <a:ln w="0" cap="flat">
              <a:noFill/>
              <a:prstDash val="solid"/>
              <a:miter/>
            </a:ln>
          </p:spPr>
          <p:txBody>
            <a:bodyPr rtlCol="0" anchor="ctr"/>
            <a:lstStyle/>
            <a:p>
              <a:endParaRPr lang="en-US">
                <a:solidFill>
                  <a:srgbClr val="23004B"/>
                </a:solidFill>
              </a:endParaRPr>
            </a:p>
          </p:txBody>
        </p:sp>
        <p:sp>
          <p:nvSpPr>
            <p:cNvPr id="6" name="Freeform: Shape 9">
              <a:extLst>
                <a:ext uri="{FF2B5EF4-FFF2-40B4-BE49-F238E27FC236}">
                  <a16:creationId xmlns:a16="http://schemas.microsoft.com/office/drawing/2014/main" id="{3C85E3E7-F2F8-3209-0DBC-143AC1D4C7C5}"/>
                </a:ext>
              </a:extLst>
            </p:cNvPr>
            <p:cNvSpPr/>
            <p:nvPr/>
          </p:nvSpPr>
          <p:spPr>
            <a:xfrm>
              <a:off x="11434392" y="370442"/>
              <a:ext cx="44541" cy="191588"/>
            </a:xfrm>
            <a:custGeom>
              <a:avLst/>
              <a:gdLst>
                <a:gd name="connsiteX0" fmla="*/ 0 w 284108"/>
                <a:gd name="connsiteY0" fmla="*/ 0 h 1222048"/>
                <a:gd name="connsiteX1" fmla="*/ 284108 w 284108"/>
                <a:gd name="connsiteY1" fmla="*/ 0 h 1222048"/>
                <a:gd name="connsiteX2" fmla="*/ 284108 w 284108"/>
                <a:gd name="connsiteY2" fmla="*/ 1222049 h 1222048"/>
                <a:gd name="connsiteX3" fmla="*/ 0 w 284108"/>
                <a:gd name="connsiteY3" fmla="*/ 1222049 h 1222048"/>
              </a:gdLst>
              <a:ahLst/>
              <a:cxnLst>
                <a:cxn ang="0">
                  <a:pos x="connsiteX0" y="connsiteY0"/>
                </a:cxn>
                <a:cxn ang="0">
                  <a:pos x="connsiteX1" y="connsiteY1"/>
                </a:cxn>
                <a:cxn ang="0">
                  <a:pos x="connsiteX2" y="connsiteY2"/>
                </a:cxn>
                <a:cxn ang="0">
                  <a:pos x="connsiteX3" y="connsiteY3"/>
                </a:cxn>
              </a:cxnLst>
              <a:rect l="l" t="t" r="r" b="b"/>
              <a:pathLst>
                <a:path w="284108" h="1222048">
                  <a:moveTo>
                    <a:pt x="0" y="0"/>
                  </a:moveTo>
                  <a:lnTo>
                    <a:pt x="284108" y="0"/>
                  </a:lnTo>
                  <a:lnTo>
                    <a:pt x="284108" y="1222049"/>
                  </a:lnTo>
                  <a:lnTo>
                    <a:pt x="0" y="1222049"/>
                  </a:lnTo>
                  <a:close/>
                </a:path>
              </a:pathLst>
            </a:custGeom>
            <a:grpFill/>
            <a:ln w="0" cap="flat">
              <a:noFill/>
              <a:prstDash val="solid"/>
              <a:miter/>
            </a:ln>
          </p:spPr>
          <p:txBody>
            <a:bodyPr rtlCol="0" anchor="ctr"/>
            <a:lstStyle/>
            <a:p>
              <a:endParaRPr lang="en-US">
                <a:solidFill>
                  <a:srgbClr val="23004B"/>
                </a:solidFill>
              </a:endParaRPr>
            </a:p>
          </p:txBody>
        </p:sp>
        <p:sp>
          <p:nvSpPr>
            <p:cNvPr id="7" name="Freeform: Shape 10">
              <a:extLst>
                <a:ext uri="{FF2B5EF4-FFF2-40B4-BE49-F238E27FC236}">
                  <a16:creationId xmlns:a16="http://schemas.microsoft.com/office/drawing/2014/main" id="{6186F755-3F63-4576-155C-370CCA0E6B02}"/>
                </a:ext>
              </a:extLst>
            </p:cNvPr>
            <p:cNvSpPr/>
            <p:nvPr/>
          </p:nvSpPr>
          <p:spPr>
            <a:xfrm>
              <a:off x="11427581" y="278020"/>
              <a:ext cx="58498" cy="58097"/>
            </a:xfrm>
            <a:custGeom>
              <a:avLst/>
              <a:gdLst>
                <a:gd name="connsiteX0" fmla="*/ 0 w 373131"/>
                <a:gd name="connsiteY0" fmla="*/ 184010 h 370575"/>
                <a:gd name="connsiteX1" fmla="*/ 186566 w 373131"/>
                <a:gd name="connsiteY1" fmla="*/ 0 h 370575"/>
                <a:gd name="connsiteX2" fmla="*/ 373132 w 373131"/>
                <a:gd name="connsiteY2" fmla="*/ 184010 h 370575"/>
                <a:gd name="connsiteX3" fmla="*/ 186566 w 373131"/>
                <a:gd name="connsiteY3" fmla="*/ 370576 h 370575"/>
                <a:gd name="connsiteX4" fmla="*/ 0 w 373131"/>
                <a:gd name="connsiteY4" fmla="*/ 184010 h 370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3131" h="370575">
                  <a:moveTo>
                    <a:pt x="0" y="184010"/>
                  </a:moveTo>
                  <a:cubicBezTo>
                    <a:pt x="0" y="78375"/>
                    <a:pt x="86468" y="0"/>
                    <a:pt x="186566" y="0"/>
                  </a:cubicBezTo>
                  <a:cubicBezTo>
                    <a:pt x="286664" y="0"/>
                    <a:pt x="373132" y="77949"/>
                    <a:pt x="373132" y="184010"/>
                  </a:cubicBezTo>
                  <a:cubicBezTo>
                    <a:pt x="373132" y="295609"/>
                    <a:pt x="286664" y="370576"/>
                    <a:pt x="186566" y="370576"/>
                  </a:cubicBezTo>
                  <a:cubicBezTo>
                    <a:pt x="86468" y="370576"/>
                    <a:pt x="0" y="295183"/>
                    <a:pt x="0" y="184010"/>
                  </a:cubicBezTo>
                  <a:close/>
                </a:path>
              </a:pathLst>
            </a:custGeom>
            <a:grpFill/>
            <a:ln w="0" cap="flat">
              <a:noFill/>
              <a:prstDash val="solid"/>
              <a:miter/>
            </a:ln>
          </p:spPr>
          <p:txBody>
            <a:bodyPr rtlCol="0" anchor="ctr"/>
            <a:lstStyle/>
            <a:p>
              <a:endParaRPr lang="en-US">
                <a:solidFill>
                  <a:srgbClr val="23004B"/>
                </a:solidFill>
              </a:endParaRPr>
            </a:p>
          </p:txBody>
        </p:sp>
        <p:sp>
          <p:nvSpPr>
            <p:cNvPr id="8" name="Freeform: Shape 11">
              <a:extLst>
                <a:ext uri="{FF2B5EF4-FFF2-40B4-BE49-F238E27FC236}">
                  <a16:creationId xmlns:a16="http://schemas.microsoft.com/office/drawing/2014/main" id="{487A38CB-F81D-3E5B-38DD-6CB931EC87CE}"/>
                </a:ext>
              </a:extLst>
            </p:cNvPr>
            <p:cNvSpPr/>
            <p:nvPr/>
          </p:nvSpPr>
          <p:spPr>
            <a:xfrm>
              <a:off x="10971482" y="370308"/>
              <a:ext cx="163074" cy="40468"/>
            </a:xfrm>
            <a:custGeom>
              <a:avLst/>
              <a:gdLst>
                <a:gd name="connsiteX0" fmla="*/ 871918 w 1040168"/>
                <a:gd name="connsiteY0" fmla="*/ 257273 h 258125"/>
                <a:gd name="connsiteX1" fmla="*/ 1040168 w 1040168"/>
                <a:gd name="connsiteY1" fmla="*/ 0 h 258125"/>
                <a:gd name="connsiteX2" fmla="*/ 0 w 1040168"/>
                <a:gd name="connsiteY2" fmla="*/ 0 h 258125"/>
                <a:gd name="connsiteX3" fmla="*/ 0 w 1040168"/>
                <a:gd name="connsiteY3" fmla="*/ 258125 h 258125"/>
                <a:gd name="connsiteX4" fmla="*/ 871918 w 1040168"/>
                <a:gd name="connsiteY4" fmla="*/ 257273 h 258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168" h="258125">
                  <a:moveTo>
                    <a:pt x="871918" y="257273"/>
                  </a:moveTo>
                  <a:lnTo>
                    <a:pt x="1040168" y="0"/>
                  </a:lnTo>
                  <a:lnTo>
                    <a:pt x="0" y="0"/>
                  </a:lnTo>
                  <a:lnTo>
                    <a:pt x="0" y="258125"/>
                  </a:lnTo>
                  <a:lnTo>
                    <a:pt x="871918" y="257273"/>
                  </a:lnTo>
                  <a:close/>
                </a:path>
              </a:pathLst>
            </a:custGeom>
            <a:grpFill/>
            <a:ln w="0" cap="flat">
              <a:noFill/>
              <a:prstDash val="solid"/>
              <a:miter/>
            </a:ln>
          </p:spPr>
          <p:txBody>
            <a:bodyPr rtlCol="0" anchor="ctr"/>
            <a:lstStyle/>
            <a:p>
              <a:endParaRPr lang="en-US">
                <a:solidFill>
                  <a:srgbClr val="23004B"/>
                </a:solidFill>
              </a:endParaRPr>
            </a:p>
          </p:txBody>
        </p:sp>
        <p:sp>
          <p:nvSpPr>
            <p:cNvPr id="9" name="Freeform: Shape 12">
              <a:extLst>
                <a:ext uri="{FF2B5EF4-FFF2-40B4-BE49-F238E27FC236}">
                  <a16:creationId xmlns:a16="http://schemas.microsoft.com/office/drawing/2014/main" id="{9911365D-1B25-6325-5705-EAC8E45E11D6}"/>
                </a:ext>
              </a:extLst>
            </p:cNvPr>
            <p:cNvSpPr/>
            <p:nvPr/>
          </p:nvSpPr>
          <p:spPr>
            <a:xfrm>
              <a:off x="10956590" y="522096"/>
              <a:ext cx="163608" cy="40468"/>
            </a:xfrm>
            <a:custGeom>
              <a:avLst/>
              <a:gdLst>
                <a:gd name="connsiteX0" fmla="*/ 0 w 1043575"/>
                <a:gd name="connsiteY0" fmla="*/ 257699 h 258125"/>
                <a:gd name="connsiteX1" fmla="*/ 1043576 w 1043575"/>
                <a:gd name="connsiteY1" fmla="*/ 258125 h 258125"/>
                <a:gd name="connsiteX2" fmla="*/ 1043576 w 1043575"/>
                <a:gd name="connsiteY2" fmla="*/ 0 h 258125"/>
                <a:gd name="connsiteX3" fmla="*/ 168676 w 1043575"/>
                <a:gd name="connsiteY3" fmla="*/ 0 h 258125"/>
                <a:gd name="connsiteX4" fmla="*/ 0 w 1043575"/>
                <a:gd name="connsiteY4" fmla="*/ 257699 h 258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3575" h="258125">
                  <a:moveTo>
                    <a:pt x="0" y="257699"/>
                  </a:moveTo>
                  <a:lnTo>
                    <a:pt x="1043576" y="258125"/>
                  </a:lnTo>
                  <a:lnTo>
                    <a:pt x="1043576" y="0"/>
                  </a:lnTo>
                  <a:lnTo>
                    <a:pt x="168676" y="0"/>
                  </a:lnTo>
                  <a:lnTo>
                    <a:pt x="0" y="257699"/>
                  </a:lnTo>
                  <a:close/>
                </a:path>
              </a:pathLst>
            </a:custGeom>
            <a:grpFill/>
            <a:ln w="0" cap="flat">
              <a:noFill/>
              <a:prstDash val="solid"/>
              <a:miter/>
            </a:ln>
          </p:spPr>
          <p:txBody>
            <a:bodyPr rtlCol="0" anchor="ctr"/>
            <a:lstStyle/>
            <a:p>
              <a:endParaRPr lang="en-US">
                <a:solidFill>
                  <a:srgbClr val="23004B"/>
                </a:solidFill>
              </a:endParaRPr>
            </a:p>
          </p:txBody>
        </p:sp>
        <p:sp>
          <p:nvSpPr>
            <p:cNvPr id="10" name="Freeform: Shape 13">
              <a:extLst>
                <a:ext uri="{FF2B5EF4-FFF2-40B4-BE49-F238E27FC236}">
                  <a16:creationId xmlns:a16="http://schemas.microsoft.com/office/drawing/2014/main" id="{9E0C6034-9FCC-3151-E2E7-C31A3BD0B417}"/>
                </a:ext>
              </a:extLst>
            </p:cNvPr>
            <p:cNvSpPr/>
            <p:nvPr/>
          </p:nvSpPr>
          <p:spPr>
            <a:xfrm>
              <a:off x="10991716" y="424065"/>
              <a:ext cx="107714" cy="84408"/>
            </a:xfrm>
            <a:custGeom>
              <a:avLst/>
              <a:gdLst>
                <a:gd name="connsiteX0" fmla="*/ 0 w 687056"/>
                <a:gd name="connsiteY0" fmla="*/ 538400 h 538399"/>
                <a:gd name="connsiteX1" fmla="*/ 334370 w 687056"/>
                <a:gd name="connsiteY1" fmla="*/ 538400 h 538399"/>
                <a:gd name="connsiteX2" fmla="*/ 687056 w 687056"/>
                <a:gd name="connsiteY2" fmla="*/ 0 h 538399"/>
                <a:gd name="connsiteX3" fmla="*/ 353112 w 687056"/>
                <a:gd name="connsiteY3" fmla="*/ 426 h 538399"/>
                <a:gd name="connsiteX4" fmla="*/ 0 w 687056"/>
                <a:gd name="connsiteY4" fmla="*/ 538400 h 5383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7056" h="538399">
                  <a:moveTo>
                    <a:pt x="0" y="538400"/>
                  </a:moveTo>
                  <a:lnTo>
                    <a:pt x="334370" y="538400"/>
                  </a:lnTo>
                  <a:lnTo>
                    <a:pt x="687056" y="0"/>
                  </a:lnTo>
                  <a:lnTo>
                    <a:pt x="353112" y="426"/>
                  </a:lnTo>
                  <a:lnTo>
                    <a:pt x="0" y="538400"/>
                  </a:lnTo>
                  <a:close/>
                </a:path>
              </a:pathLst>
            </a:custGeom>
            <a:grpFill/>
            <a:ln w="0" cap="flat">
              <a:noFill/>
              <a:prstDash val="solid"/>
              <a:miter/>
            </a:ln>
          </p:spPr>
          <p:txBody>
            <a:bodyPr rtlCol="0" anchor="ctr"/>
            <a:lstStyle/>
            <a:p>
              <a:endParaRPr lang="en-US">
                <a:solidFill>
                  <a:srgbClr val="23004B"/>
                </a:solidFill>
              </a:endParaRPr>
            </a:p>
          </p:txBody>
        </p:sp>
        <p:sp>
          <p:nvSpPr>
            <p:cNvPr id="11" name="Freeform: Shape 14">
              <a:extLst>
                <a:ext uri="{FF2B5EF4-FFF2-40B4-BE49-F238E27FC236}">
                  <a16:creationId xmlns:a16="http://schemas.microsoft.com/office/drawing/2014/main" id="{71A8E347-6A03-0434-C21D-50386FBE941C}"/>
                </a:ext>
              </a:extLst>
            </p:cNvPr>
            <p:cNvSpPr/>
            <p:nvPr/>
          </p:nvSpPr>
          <p:spPr>
            <a:xfrm>
              <a:off x="11660372" y="536254"/>
              <a:ext cx="29115" cy="29115"/>
            </a:xfrm>
            <a:custGeom>
              <a:avLst/>
              <a:gdLst>
                <a:gd name="connsiteX0" fmla="*/ 100524 w 185713"/>
                <a:gd name="connsiteY0" fmla="*/ 52392 h 185713"/>
                <a:gd name="connsiteX1" fmla="*/ 119692 w 185713"/>
                <a:gd name="connsiteY1" fmla="*/ 71985 h 185713"/>
                <a:gd name="connsiteX2" fmla="*/ 100524 w 185713"/>
                <a:gd name="connsiteY2" fmla="*/ 90727 h 185713"/>
                <a:gd name="connsiteX3" fmla="*/ 71133 w 185713"/>
                <a:gd name="connsiteY3" fmla="*/ 90727 h 185713"/>
                <a:gd name="connsiteX4" fmla="*/ 71133 w 185713"/>
                <a:gd name="connsiteY4" fmla="*/ 51966 h 185713"/>
                <a:gd name="connsiteX5" fmla="*/ 100524 w 185713"/>
                <a:gd name="connsiteY5" fmla="*/ 51966 h 185713"/>
                <a:gd name="connsiteX6" fmla="*/ 117988 w 185713"/>
                <a:gd name="connsiteY6" fmla="*/ 146101 h 185713"/>
                <a:gd name="connsiteX7" fmla="*/ 135452 w 185713"/>
                <a:gd name="connsiteY7" fmla="*/ 146101 h 185713"/>
                <a:gd name="connsiteX8" fmla="*/ 106913 w 185713"/>
                <a:gd name="connsiteY8" fmla="*/ 103506 h 185713"/>
                <a:gd name="connsiteX9" fmla="*/ 134174 w 185713"/>
                <a:gd name="connsiteY9" fmla="*/ 71985 h 185713"/>
                <a:gd name="connsiteX10" fmla="*/ 100524 w 185713"/>
                <a:gd name="connsiteY10" fmla="*/ 39613 h 185713"/>
                <a:gd name="connsiteX11" fmla="*/ 57077 w 185713"/>
                <a:gd name="connsiteY11" fmla="*/ 39613 h 185713"/>
                <a:gd name="connsiteX12" fmla="*/ 57077 w 185713"/>
                <a:gd name="connsiteY12" fmla="*/ 146101 h 185713"/>
                <a:gd name="connsiteX13" fmla="*/ 71133 w 185713"/>
                <a:gd name="connsiteY13" fmla="*/ 146101 h 185713"/>
                <a:gd name="connsiteX14" fmla="*/ 71133 w 185713"/>
                <a:gd name="connsiteY14" fmla="*/ 103932 h 185713"/>
                <a:gd name="connsiteX15" fmla="*/ 90301 w 185713"/>
                <a:gd name="connsiteY15" fmla="*/ 103932 h 185713"/>
                <a:gd name="connsiteX16" fmla="*/ 117988 w 185713"/>
                <a:gd name="connsiteY16" fmla="*/ 146101 h 185713"/>
                <a:gd name="connsiteX17" fmla="*/ 92857 w 185713"/>
                <a:gd name="connsiteY17" fmla="*/ 12778 h 185713"/>
                <a:gd name="connsiteX18" fmla="*/ 172510 w 185713"/>
                <a:gd name="connsiteY18" fmla="*/ 92431 h 185713"/>
                <a:gd name="connsiteX19" fmla="*/ 92857 w 185713"/>
                <a:gd name="connsiteY19" fmla="*/ 172509 h 185713"/>
                <a:gd name="connsiteX20" fmla="*/ 12779 w 185713"/>
                <a:gd name="connsiteY20" fmla="*/ 92431 h 185713"/>
                <a:gd name="connsiteX21" fmla="*/ 92857 w 185713"/>
                <a:gd name="connsiteY21" fmla="*/ 12778 h 185713"/>
                <a:gd name="connsiteX22" fmla="*/ 92857 w 185713"/>
                <a:gd name="connsiteY22" fmla="*/ 185714 h 185713"/>
                <a:gd name="connsiteX23" fmla="*/ 185714 w 185713"/>
                <a:gd name="connsiteY23" fmla="*/ 92857 h 185713"/>
                <a:gd name="connsiteX24" fmla="*/ 92857 w 185713"/>
                <a:gd name="connsiteY24" fmla="*/ 0 h 185713"/>
                <a:gd name="connsiteX25" fmla="*/ 0 w 185713"/>
                <a:gd name="connsiteY25" fmla="*/ 92857 h 185713"/>
                <a:gd name="connsiteX26" fmla="*/ 92857 w 185713"/>
                <a:gd name="connsiteY26" fmla="*/ 185714 h 185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85713" h="185713">
                  <a:moveTo>
                    <a:pt x="100524" y="52392"/>
                  </a:moveTo>
                  <a:cubicBezTo>
                    <a:pt x="110747" y="52392"/>
                    <a:pt x="119692" y="60485"/>
                    <a:pt x="119692" y="71985"/>
                  </a:cubicBezTo>
                  <a:cubicBezTo>
                    <a:pt x="119692" y="83060"/>
                    <a:pt x="110321" y="90727"/>
                    <a:pt x="100524" y="90727"/>
                  </a:cubicBezTo>
                  <a:lnTo>
                    <a:pt x="71133" y="90727"/>
                  </a:lnTo>
                  <a:lnTo>
                    <a:pt x="71133" y="51966"/>
                  </a:lnTo>
                  <a:lnTo>
                    <a:pt x="100524" y="51966"/>
                  </a:lnTo>
                  <a:close/>
                  <a:moveTo>
                    <a:pt x="117988" y="146101"/>
                  </a:moveTo>
                  <a:lnTo>
                    <a:pt x="135452" y="146101"/>
                  </a:lnTo>
                  <a:lnTo>
                    <a:pt x="106913" y="103506"/>
                  </a:lnTo>
                  <a:cubicBezTo>
                    <a:pt x="112877" y="103506"/>
                    <a:pt x="134174" y="95413"/>
                    <a:pt x="134174" y="71985"/>
                  </a:cubicBezTo>
                  <a:cubicBezTo>
                    <a:pt x="134174" y="52392"/>
                    <a:pt x="118840" y="39613"/>
                    <a:pt x="100524" y="39613"/>
                  </a:cubicBezTo>
                  <a:lnTo>
                    <a:pt x="57077" y="39613"/>
                  </a:lnTo>
                  <a:lnTo>
                    <a:pt x="57077" y="146101"/>
                  </a:lnTo>
                  <a:lnTo>
                    <a:pt x="71133" y="146101"/>
                  </a:lnTo>
                  <a:lnTo>
                    <a:pt x="71133" y="103932"/>
                  </a:lnTo>
                  <a:lnTo>
                    <a:pt x="90301" y="103932"/>
                  </a:lnTo>
                  <a:lnTo>
                    <a:pt x="117988" y="146101"/>
                  </a:lnTo>
                  <a:close/>
                  <a:moveTo>
                    <a:pt x="92857" y="12778"/>
                  </a:moveTo>
                  <a:cubicBezTo>
                    <a:pt x="137156" y="12778"/>
                    <a:pt x="172510" y="47706"/>
                    <a:pt x="172510" y="92431"/>
                  </a:cubicBezTo>
                  <a:cubicBezTo>
                    <a:pt x="172510" y="137156"/>
                    <a:pt x="137156" y="172509"/>
                    <a:pt x="92857" y="172509"/>
                  </a:cubicBezTo>
                  <a:cubicBezTo>
                    <a:pt x="48558" y="172509"/>
                    <a:pt x="12779" y="136304"/>
                    <a:pt x="12779" y="92431"/>
                  </a:cubicBezTo>
                  <a:cubicBezTo>
                    <a:pt x="12779" y="48558"/>
                    <a:pt x="48558" y="12778"/>
                    <a:pt x="92857" y="12778"/>
                  </a:cubicBezTo>
                  <a:moveTo>
                    <a:pt x="92857" y="185714"/>
                  </a:moveTo>
                  <a:cubicBezTo>
                    <a:pt x="144397" y="185714"/>
                    <a:pt x="185714" y="143971"/>
                    <a:pt x="185714" y="92857"/>
                  </a:cubicBezTo>
                  <a:cubicBezTo>
                    <a:pt x="185714" y="41743"/>
                    <a:pt x="144397" y="0"/>
                    <a:pt x="92857" y="0"/>
                  </a:cubicBezTo>
                  <a:cubicBezTo>
                    <a:pt x="41317" y="0"/>
                    <a:pt x="0" y="41317"/>
                    <a:pt x="0" y="92857"/>
                  </a:cubicBezTo>
                  <a:cubicBezTo>
                    <a:pt x="0" y="144397"/>
                    <a:pt x="41743" y="185714"/>
                    <a:pt x="92857" y="185714"/>
                  </a:cubicBezTo>
                </a:path>
              </a:pathLst>
            </a:custGeom>
            <a:grpFill/>
            <a:ln w="0" cap="flat">
              <a:noFill/>
              <a:prstDash val="solid"/>
              <a:miter/>
            </a:ln>
          </p:spPr>
          <p:txBody>
            <a:bodyPr rtlCol="0" anchor="ctr"/>
            <a:lstStyle/>
            <a:p>
              <a:endParaRPr lang="en-US">
                <a:solidFill>
                  <a:srgbClr val="23004B"/>
                </a:solidFill>
              </a:endParaRPr>
            </a:p>
          </p:txBody>
        </p:sp>
      </p:grpSp>
      <p:sp>
        <p:nvSpPr>
          <p:cNvPr id="13" name="Title 1">
            <a:extLst>
              <a:ext uri="{FF2B5EF4-FFF2-40B4-BE49-F238E27FC236}">
                <a16:creationId xmlns:a16="http://schemas.microsoft.com/office/drawing/2014/main" id="{417900A3-E408-E5D4-AA2C-4E10F43BF30D}"/>
              </a:ext>
            </a:extLst>
          </p:cNvPr>
          <p:cNvSpPr>
            <a:spLocks noGrp="1"/>
          </p:cNvSpPr>
          <p:nvPr>
            <p:ph type="title" hasCustomPrompt="1"/>
          </p:nvPr>
        </p:nvSpPr>
        <p:spPr>
          <a:xfrm>
            <a:off x="274320" y="274320"/>
            <a:ext cx="10515600" cy="457200"/>
          </a:xfrm>
        </p:spPr>
        <p:txBody>
          <a:bodyPr>
            <a:normAutofit/>
          </a:bodyPr>
          <a:lstStyle>
            <a:lvl1pPr>
              <a:lnSpc>
                <a:spcPct val="100000"/>
              </a:lnSpc>
              <a:defRPr sz="1800">
                <a:solidFill>
                  <a:schemeClr val="accent4"/>
                </a:solidFill>
              </a:defRPr>
            </a:lvl1pPr>
          </a:lstStyle>
          <a:p>
            <a:r>
              <a:rPr lang="en-US"/>
              <a:t>Slide Title – 18pt</a:t>
            </a:r>
          </a:p>
        </p:txBody>
      </p:sp>
    </p:spTree>
    <p:extLst>
      <p:ext uri="{BB962C8B-B14F-4D97-AF65-F5344CB8AC3E}">
        <p14:creationId xmlns:p14="http://schemas.microsoft.com/office/powerpoint/2010/main" val="305683662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able Fullwidth Light">
    <p:spTree>
      <p:nvGrpSpPr>
        <p:cNvPr id="1" name=""/>
        <p:cNvGrpSpPr/>
        <p:nvPr/>
      </p:nvGrpSpPr>
      <p:grpSpPr>
        <a:xfrm>
          <a:off x="0" y="0"/>
          <a:ext cx="0" cy="0"/>
          <a:chOff x="0" y="0"/>
          <a:chExt cx="0" cy="0"/>
        </a:xfrm>
      </p:grpSpPr>
      <p:sp>
        <p:nvSpPr>
          <p:cNvPr id="6" name="Subtitle 2">
            <a:extLst>
              <a:ext uri="{FF2B5EF4-FFF2-40B4-BE49-F238E27FC236}">
                <a16:creationId xmlns:a16="http://schemas.microsoft.com/office/drawing/2014/main" id="{C1AF8466-EC9A-A709-1C2A-A5CF7D76A3C5}"/>
              </a:ext>
            </a:extLst>
          </p:cNvPr>
          <p:cNvSpPr>
            <a:spLocks noGrp="1"/>
          </p:cNvSpPr>
          <p:nvPr>
            <p:ph type="subTitle" idx="1" hasCustomPrompt="1"/>
          </p:nvPr>
        </p:nvSpPr>
        <p:spPr>
          <a:xfrm>
            <a:off x="274320" y="914400"/>
            <a:ext cx="10972800" cy="731520"/>
          </a:xfrm>
          <a:prstGeom prst="rect">
            <a:avLst/>
          </a:prstGeom>
        </p:spPr>
        <p:txBody>
          <a:bodyPr>
            <a:normAutofit/>
          </a:bodyPr>
          <a:lstStyle>
            <a:lvl1pPr marL="0" indent="0" algn="l">
              <a:lnSpc>
                <a:spcPct val="100000"/>
              </a:lnSpc>
              <a:buNone/>
              <a:defRPr sz="1600">
                <a:solidFill>
                  <a:srgbClr val="23004B"/>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Summary statement, may underline or bold 1-2 words for emphasis and extend 1-2 lines. Text should be 16pt. Delete this box if not needed.</a:t>
            </a:r>
          </a:p>
        </p:txBody>
      </p:sp>
      <p:sp>
        <p:nvSpPr>
          <p:cNvPr id="19" name="Table Placeholder 18">
            <a:extLst>
              <a:ext uri="{FF2B5EF4-FFF2-40B4-BE49-F238E27FC236}">
                <a16:creationId xmlns:a16="http://schemas.microsoft.com/office/drawing/2014/main" id="{04E9A8BC-5BE4-417A-C414-AB5179C95A58}"/>
              </a:ext>
            </a:extLst>
          </p:cNvPr>
          <p:cNvSpPr>
            <a:spLocks noGrp="1"/>
          </p:cNvSpPr>
          <p:nvPr>
            <p:ph type="tbl" sz="quarter" idx="10" hasCustomPrompt="1"/>
          </p:nvPr>
        </p:nvSpPr>
        <p:spPr>
          <a:xfrm>
            <a:off x="274320" y="1828800"/>
            <a:ext cx="10972800" cy="4572000"/>
          </a:xfrm>
        </p:spPr>
        <p:txBody>
          <a:bodyPr>
            <a:normAutofit/>
          </a:bodyPr>
          <a:lstStyle>
            <a:lvl1pPr marL="0" indent="0">
              <a:lnSpc>
                <a:spcPct val="100000"/>
              </a:lnSpc>
              <a:buFont typeface="Arial" panose="020B0604020202020204" pitchFamily="34" charset="0"/>
              <a:buNone/>
              <a:defRPr sz="1400"/>
            </a:lvl1pPr>
          </a:lstStyle>
          <a:p>
            <a:r>
              <a:rPr lang="en-US"/>
              <a:t>Click icon to add chart or table</a:t>
            </a:r>
          </a:p>
        </p:txBody>
      </p:sp>
      <p:grpSp>
        <p:nvGrpSpPr>
          <p:cNvPr id="2" name="Group 1">
            <a:extLst>
              <a:ext uri="{FF2B5EF4-FFF2-40B4-BE49-F238E27FC236}">
                <a16:creationId xmlns:a16="http://schemas.microsoft.com/office/drawing/2014/main" id="{4CEBB36F-F32F-D4B4-EB2E-E8AEA55A3AAE}"/>
              </a:ext>
            </a:extLst>
          </p:cNvPr>
          <p:cNvGrpSpPr/>
          <p:nvPr/>
        </p:nvGrpSpPr>
        <p:grpSpPr>
          <a:xfrm>
            <a:off x="10972800" y="274320"/>
            <a:ext cx="732897" cy="319002"/>
            <a:chOff x="10956590" y="246968"/>
            <a:chExt cx="732897" cy="319002"/>
          </a:xfrm>
          <a:solidFill>
            <a:srgbClr val="23004B"/>
          </a:solidFill>
        </p:grpSpPr>
        <p:sp>
          <p:nvSpPr>
            <p:cNvPr id="3" name="Freeform: Shape 6">
              <a:extLst>
                <a:ext uri="{FF2B5EF4-FFF2-40B4-BE49-F238E27FC236}">
                  <a16:creationId xmlns:a16="http://schemas.microsoft.com/office/drawing/2014/main" id="{8FDC06E0-19E1-6B5E-B740-05691B51B35A}"/>
                </a:ext>
              </a:extLst>
            </p:cNvPr>
            <p:cNvSpPr/>
            <p:nvPr/>
          </p:nvSpPr>
          <p:spPr>
            <a:xfrm>
              <a:off x="11502373" y="368572"/>
              <a:ext cx="152189" cy="197064"/>
            </a:xfrm>
            <a:custGeom>
              <a:avLst/>
              <a:gdLst>
                <a:gd name="connsiteX0" fmla="*/ 573754 w 970738"/>
                <a:gd name="connsiteY0" fmla="*/ 503046 h 1256976"/>
                <a:gd name="connsiteX1" fmla="*/ 309665 w 970738"/>
                <a:gd name="connsiteY1" fmla="*/ 342037 h 1256976"/>
                <a:gd name="connsiteX2" fmla="*/ 479193 w 970738"/>
                <a:gd name="connsiteY2" fmla="*/ 230013 h 1256976"/>
                <a:gd name="connsiteX3" fmla="*/ 728799 w 970738"/>
                <a:gd name="connsiteY3" fmla="*/ 347575 h 1256976"/>
                <a:gd name="connsiteX4" fmla="*/ 898327 w 970738"/>
                <a:gd name="connsiteY4" fmla="*/ 181028 h 1256976"/>
                <a:gd name="connsiteX5" fmla="*/ 479193 w 970738"/>
                <a:gd name="connsiteY5" fmla="*/ 0 h 1256976"/>
                <a:gd name="connsiteX6" fmla="*/ 48558 w 970738"/>
                <a:gd name="connsiteY6" fmla="*/ 356094 h 1256976"/>
                <a:gd name="connsiteX7" fmla="*/ 404652 w 970738"/>
                <a:gd name="connsiteY7" fmla="*/ 726244 h 1256976"/>
                <a:gd name="connsiteX8" fmla="*/ 697705 w 970738"/>
                <a:gd name="connsiteY8" fmla="*/ 895772 h 1256976"/>
                <a:gd name="connsiteX9" fmla="*/ 485156 w 970738"/>
                <a:gd name="connsiteY9" fmla="*/ 1024834 h 1256976"/>
                <a:gd name="connsiteX10" fmla="*/ 174639 w 970738"/>
                <a:gd name="connsiteY10" fmla="*/ 888105 h 1256976"/>
                <a:gd name="connsiteX11" fmla="*/ 0 w 970738"/>
                <a:gd name="connsiteY11" fmla="*/ 1057632 h 1256976"/>
                <a:gd name="connsiteX12" fmla="*/ 502620 w 970738"/>
                <a:gd name="connsiteY12" fmla="*/ 1256977 h 1256976"/>
                <a:gd name="connsiteX13" fmla="*/ 970738 w 970738"/>
                <a:gd name="connsiteY13" fmla="*/ 880863 h 1256976"/>
                <a:gd name="connsiteX14" fmla="*/ 574606 w 970738"/>
                <a:gd name="connsiteY14" fmla="*/ 501768 h 125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70738" h="1256976">
                  <a:moveTo>
                    <a:pt x="573754" y="503046"/>
                  </a:moveTo>
                  <a:cubicBezTo>
                    <a:pt x="384206" y="454062"/>
                    <a:pt x="309665" y="434042"/>
                    <a:pt x="309665" y="342037"/>
                  </a:cubicBezTo>
                  <a:cubicBezTo>
                    <a:pt x="309665" y="270478"/>
                    <a:pt x="370150" y="230013"/>
                    <a:pt x="479193" y="230013"/>
                  </a:cubicBezTo>
                  <a:cubicBezTo>
                    <a:pt x="588236" y="230013"/>
                    <a:pt x="671722" y="281553"/>
                    <a:pt x="728799" y="347575"/>
                  </a:cubicBezTo>
                  <a:lnTo>
                    <a:pt x="898327" y="181028"/>
                  </a:lnTo>
                  <a:cubicBezTo>
                    <a:pt x="806322" y="80504"/>
                    <a:pt x="671722" y="0"/>
                    <a:pt x="479193" y="0"/>
                  </a:cubicBezTo>
                  <a:cubicBezTo>
                    <a:pt x="241087" y="0"/>
                    <a:pt x="48558" y="115006"/>
                    <a:pt x="48558" y="356094"/>
                  </a:cubicBezTo>
                  <a:cubicBezTo>
                    <a:pt x="48558" y="597181"/>
                    <a:pt x="226605" y="677685"/>
                    <a:pt x="404652" y="726244"/>
                  </a:cubicBezTo>
                  <a:cubicBezTo>
                    <a:pt x="608681" y="783747"/>
                    <a:pt x="697705" y="798229"/>
                    <a:pt x="697705" y="895772"/>
                  </a:cubicBezTo>
                  <a:cubicBezTo>
                    <a:pt x="697705" y="976276"/>
                    <a:pt x="631683" y="1024834"/>
                    <a:pt x="485156" y="1024834"/>
                  </a:cubicBezTo>
                  <a:cubicBezTo>
                    <a:pt x="355668" y="1024834"/>
                    <a:pt x="248754" y="981813"/>
                    <a:pt x="174639" y="888105"/>
                  </a:cubicBezTo>
                  <a:lnTo>
                    <a:pt x="0" y="1057632"/>
                  </a:lnTo>
                  <a:cubicBezTo>
                    <a:pt x="93283" y="1166249"/>
                    <a:pt x="263237" y="1256977"/>
                    <a:pt x="502620" y="1256977"/>
                  </a:cubicBezTo>
                  <a:cubicBezTo>
                    <a:pt x="844232" y="1256977"/>
                    <a:pt x="970738" y="1087449"/>
                    <a:pt x="970738" y="880863"/>
                  </a:cubicBezTo>
                  <a:cubicBezTo>
                    <a:pt x="970738" y="625294"/>
                    <a:pt x="764153" y="550753"/>
                    <a:pt x="574606" y="501768"/>
                  </a:cubicBezTo>
                  <a:close/>
                </a:path>
              </a:pathLst>
            </a:custGeom>
            <a:grpFill/>
            <a:ln w="0" cap="flat">
              <a:noFill/>
              <a:prstDash val="solid"/>
              <a:miter/>
            </a:ln>
          </p:spPr>
          <p:txBody>
            <a:bodyPr rtlCol="0" anchor="ctr"/>
            <a:lstStyle/>
            <a:p>
              <a:endParaRPr lang="en-US">
                <a:solidFill>
                  <a:srgbClr val="23004B"/>
                </a:solidFill>
              </a:endParaRPr>
            </a:p>
          </p:txBody>
        </p:sp>
        <p:sp>
          <p:nvSpPr>
            <p:cNvPr id="4" name="Freeform: Shape 7">
              <a:extLst>
                <a:ext uri="{FF2B5EF4-FFF2-40B4-BE49-F238E27FC236}">
                  <a16:creationId xmlns:a16="http://schemas.microsoft.com/office/drawing/2014/main" id="{7548422F-B207-33F5-BD65-F7096F436184}"/>
                </a:ext>
              </a:extLst>
            </p:cNvPr>
            <p:cNvSpPr/>
            <p:nvPr/>
          </p:nvSpPr>
          <p:spPr>
            <a:xfrm>
              <a:off x="11129146" y="368572"/>
              <a:ext cx="198854" cy="197398"/>
            </a:xfrm>
            <a:custGeom>
              <a:avLst/>
              <a:gdLst>
                <a:gd name="connsiteX0" fmla="*/ 678111 w 1268394"/>
                <a:gd name="connsiteY0" fmla="*/ 1015037 h 1259106"/>
                <a:gd name="connsiteX1" fmla="*/ 1020149 w 1268394"/>
                <a:gd name="connsiteY1" fmla="*/ 885549 h 1259106"/>
                <a:gd name="connsiteX2" fmla="*/ 1189677 w 1268394"/>
                <a:gd name="connsiteY2" fmla="*/ 1063596 h 1259106"/>
                <a:gd name="connsiteX3" fmla="*/ 681093 w 1268394"/>
                <a:gd name="connsiteY3" fmla="*/ 1259106 h 1259106"/>
                <a:gd name="connsiteX4" fmla="*/ 0 w 1268394"/>
                <a:gd name="connsiteY4" fmla="*/ 629553 h 1259106"/>
                <a:gd name="connsiteX5" fmla="*/ 643610 w 1268394"/>
                <a:gd name="connsiteY5" fmla="*/ 0 h 1259106"/>
                <a:gd name="connsiteX6" fmla="*/ 1267199 w 1268394"/>
                <a:gd name="connsiteY6" fmla="*/ 727096 h 1259106"/>
                <a:gd name="connsiteX7" fmla="*/ 295609 w 1268394"/>
                <a:gd name="connsiteY7" fmla="*/ 727096 h 1259106"/>
                <a:gd name="connsiteX8" fmla="*/ 677685 w 1268394"/>
                <a:gd name="connsiteY8" fmla="*/ 1014611 h 1259106"/>
                <a:gd name="connsiteX9" fmla="*/ 974146 w 1268394"/>
                <a:gd name="connsiteY9" fmla="*/ 526473 h 1259106"/>
                <a:gd name="connsiteX10" fmla="*/ 646591 w 1268394"/>
                <a:gd name="connsiteY10" fmla="*/ 241939 h 1259106"/>
                <a:gd name="connsiteX11" fmla="*/ 296035 w 1268394"/>
                <a:gd name="connsiteY11" fmla="*/ 526473 h 1259106"/>
                <a:gd name="connsiteX12" fmla="*/ 974146 w 1268394"/>
                <a:gd name="connsiteY12" fmla="*/ 526473 h 1259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8394" h="1259106">
                  <a:moveTo>
                    <a:pt x="678111" y="1015037"/>
                  </a:moveTo>
                  <a:cubicBezTo>
                    <a:pt x="836139" y="1015037"/>
                    <a:pt x="951145" y="951997"/>
                    <a:pt x="1020149" y="885549"/>
                  </a:cubicBezTo>
                  <a:lnTo>
                    <a:pt x="1189677" y="1063596"/>
                  </a:lnTo>
                  <a:cubicBezTo>
                    <a:pt x="1077652" y="1175620"/>
                    <a:pt x="922606" y="1259106"/>
                    <a:pt x="681093" y="1259106"/>
                  </a:cubicBezTo>
                  <a:cubicBezTo>
                    <a:pt x="267070" y="1259106"/>
                    <a:pt x="0" y="991610"/>
                    <a:pt x="0" y="629553"/>
                  </a:cubicBezTo>
                  <a:cubicBezTo>
                    <a:pt x="0" y="267496"/>
                    <a:pt x="281553" y="0"/>
                    <a:pt x="643610" y="0"/>
                  </a:cubicBezTo>
                  <a:cubicBezTo>
                    <a:pt x="1054651" y="0"/>
                    <a:pt x="1287219" y="304554"/>
                    <a:pt x="1267199" y="727096"/>
                  </a:cubicBezTo>
                  <a:lnTo>
                    <a:pt x="295609" y="727096"/>
                  </a:lnTo>
                  <a:cubicBezTo>
                    <a:pt x="330111" y="902587"/>
                    <a:pt x="456618" y="1014611"/>
                    <a:pt x="677685" y="1014611"/>
                  </a:cubicBezTo>
                  <a:close/>
                  <a:moveTo>
                    <a:pt x="974146" y="526473"/>
                  </a:moveTo>
                  <a:cubicBezTo>
                    <a:pt x="948163" y="362483"/>
                    <a:pt x="847639" y="241939"/>
                    <a:pt x="646591" y="241939"/>
                  </a:cubicBezTo>
                  <a:cubicBezTo>
                    <a:pt x="459599" y="241939"/>
                    <a:pt x="330537" y="345445"/>
                    <a:pt x="296035" y="526473"/>
                  </a:cubicBezTo>
                  <a:lnTo>
                    <a:pt x="974146" y="526473"/>
                  </a:lnTo>
                  <a:close/>
                </a:path>
              </a:pathLst>
            </a:custGeom>
            <a:grpFill/>
            <a:ln w="0" cap="flat">
              <a:noFill/>
              <a:prstDash val="solid"/>
              <a:miter/>
            </a:ln>
          </p:spPr>
          <p:txBody>
            <a:bodyPr rtlCol="0" anchor="ctr"/>
            <a:lstStyle/>
            <a:p>
              <a:endParaRPr lang="en-US">
                <a:solidFill>
                  <a:srgbClr val="23004B"/>
                </a:solidFill>
              </a:endParaRPr>
            </a:p>
          </p:txBody>
        </p:sp>
        <p:sp>
          <p:nvSpPr>
            <p:cNvPr id="5" name="Freeform: Shape 8">
              <a:extLst>
                <a:ext uri="{FF2B5EF4-FFF2-40B4-BE49-F238E27FC236}">
                  <a16:creationId xmlns:a16="http://schemas.microsoft.com/office/drawing/2014/main" id="{C068B511-08D6-2C21-F450-258B504B1D6C}"/>
                </a:ext>
              </a:extLst>
            </p:cNvPr>
            <p:cNvSpPr/>
            <p:nvPr/>
          </p:nvSpPr>
          <p:spPr>
            <a:xfrm>
              <a:off x="11359466" y="246968"/>
              <a:ext cx="44074" cy="315262"/>
            </a:xfrm>
            <a:custGeom>
              <a:avLst/>
              <a:gdLst>
                <a:gd name="connsiteX0" fmla="*/ 0 w 281126"/>
                <a:gd name="connsiteY0" fmla="*/ 0 h 2010906"/>
                <a:gd name="connsiteX1" fmla="*/ 281127 w 281126"/>
                <a:gd name="connsiteY1" fmla="*/ 0 h 2010906"/>
                <a:gd name="connsiteX2" fmla="*/ 281127 w 281126"/>
                <a:gd name="connsiteY2" fmla="*/ 2010907 h 2010906"/>
                <a:gd name="connsiteX3" fmla="*/ 0 w 281126"/>
                <a:gd name="connsiteY3" fmla="*/ 2010907 h 2010906"/>
                <a:gd name="connsiteX4" fmla="*/ 0 w 281126"/>
                <a:gd name="connsiteY4" fmla="*/ 0 h 2010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126" h="2010906">
                  <a:moveTo>
                    <a:pt x="0" y="0"/>
                  </a:moveTo>
                  <a:lnTo>
                    <a:pt x="281127" y="0"/>
                  </a:lnTo>
                  <a:lnTo>
                    <a:pt x="281127" y="2010907"/>
                  </a:lnTo>
                  <a:lnTo>
                    <a:pt x="0" y="2010907"/>
                  </a:lnTo>
                  <a:lnTo>
                    <a:pt x="0" y="0"/>
                  </a:lnTo>
                  <a:close/>
                </a:path>
              </a:pathLst>
            </a:custGeom>
            <a:grpFill/>
            <a:ln w="0" cap="flat">
              <a:noFill/>
              <a:prstDash val="solid"/>
              <a:miter/>
            </a:ln>
          </p:spPr>
          <p:txBody>
            <a:bodyPr rtlCol="0" anchor="ctr"/>
            <a:lstStyle/>
            <a:p>
              <a:endParaRPr lang="en-US">
                <a:solidFill>
                  <a:srgbClr val="23004B"/>
                </a:solidFill>
              </a:endParaRPr>
            </a:p>
          </p:txBody>
        </p:sp>
        <p:sp>
          <p:nvSpPr>
            <p:cNvPr id="18" name="Freeform: Shape 9">
              <a:extLst>
                <a:ext uri="{FF2B5EF4-FFF2-40B4-BE49-F238E27FC236}">
                  <a16:creationId xmlns:a16="http://schemas.microsoft.com/office/drawing/2014/main" id="{853E9C8E-4F9F-9119-113C-1E00A9E31E0D}"/>
                </a:ext>
              </a:extLst>
            </p:cNvPr>
            <p:cNvSpPr/>
            <p:nvPr/>
          </p:nvSpPr>
          <p:spPr>
            <a:xfrm>
              <a:off x="11434392" y="370442"/>
              <a:ext cx="44541" cy="191588"/>
            </a:xfrm>
            <a:custGeom>
              <a:avLst/>
              <a:gdLst>
                <a:gd name="connsiteX0" fmla="*/ 0 w 284108"/>
                <a:gd name="connsiteY0" fmla="*/ 0 h 1222048"/>
                <a:gd name="connsiteX1" fmla="*/ 284108 w 284108"/>
                <a:gd name="connsiteY1" fmla="*/ 0 h 1222048"/>
                <a:gd name="connsiteX2" fmla="*/ 284108 w 284108"/>
                <a:gd name="connsiteY2" fmla="*/ 1222049 h 1222048"/>
                <a:gd name="connsiteX3" fmla="*/ 0 w 284108"/>
                <a:gd name="connsiteY3" fmla="*/ 1222049 h 1222048"/>
              </a:gdLst>
              <a:ahLst/>
              <a:cxnLst>
                <a:cxn ang="0">
                  <a:pos x="connsiteX0" y="connsiteY0"/>
                </a:cxn>
                <a:cxn ang="0">
                  <a:pos x="connsiteX1" y="connsiteY1"/>
                </a:cxn>
                <a:cxn ang="0">
                  <a:pos x="connsiteX2" y="connsiteY2"/>
                </a:cxn>
                <a:cxn ang="0">
                  <a:pos x="connsiteX3" y="connsiteY3"/>
                </a:cxn>
              </a:cxnLst>
              <a:rect l="l" t="t" r="r" b="b"/>
              <a:pathLst>
                <a:path w="284108" h="1222048">
                  <a:moveTo>
                    <a:pt x="0" y="0"/>
                  </a:moveTo>
                  <a:lnTo>
                    <a:pt x="284108" y="0"/>
                  </a:lnTo>
                  <a:lnTo>
                    <a:pt x="284108" y="1222049"/>
                  </a:lnTo>
                  <a:lnTo>
                    <a:pt x="0" y="1222049"/>
                  </a:lnTo>
                  <a:close/>
                </a:path>
              </a:pathLst>
            </a:custGeom>
            <a:grpFill/>
            <a:ln w="0" cap="flat">
              <a:noFill/>
              <a:prstDash val="solid"/>
              <a:miter/>
            </a:ln>
          </p:spPr>
          <p:txBody>
            <a:bodyPr rtlCol="0" anchor="ctr"/>
            <a:lstStyle/>
            <a:p>
              <a:endParaRPr lang="en-US">
                <a:solidFill>
                  <a:srgbClr val="23004B"/>
                </a:solidFill>
              </a:endParaRPr>
            </a:p>
          </p:txBody>
        </p:sp>
        <p:sp>
          <p:nvSpPr>
            <p:cNvPr id="20" name="Freeform: Shape 10">
              <a:extLst>
                <a:ext uri="{FF2B5EF4-FFF2-40B4-BE49-F238E27FC236}">
                  <a16:creationId xmlns:a16="http://schemas.microsoft.com/office/drawing/2014/main" id="{459E0CA7-BB7A-1E18-F29E-5A6112607A2B}"/>
                </a:ext>
              </a:extLst>
            </p:cNvPr>
            <p:cNvSpPr/>
            <p:nvPr/>
          </p:nvSpPr>
          <p:spPr>
            <a:xfrm>
              <a:off x="11427581" y="278020"/>
              <a:ext cx="58498" cy="58097"/>
            </a:xfrm>
            <a:custGeom>
              <a:avLst/>
              <a:gdLst>
                <a:gd name="connsiteX0" fmla="*/ 0 w 373131"/>
                <a:gd name="connsiteY0" fmla="*/ 184010 h 370575"/>
                <a:gd name="connsiteX1" fmla="*/ 186566 w 373131"/>
                <a:gd name="connsiteY1" fmla="*/ 0 h 370575"/>
                <a:gd name="connsiteX2" fmla="*/ 373132 w 373131"/>
                <a:gd name="connsiteY2" fmla="*/ 184010 h 370575"/>
                <a:gd name="connsiteX3" fmla="*/ 186566 w 373131"/>
                <a:gd name="connsiteY3" fmla="*/ 370576 h 370575"/>
                <a:gd name="connsiteX4" fmla="*/ 0 w 373131"/>
                <a:gd name="connsiteY4" fmla="*/ 184010 h 370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3131" h="370575">
                  <a:moveTo>
                    <a:pt x="0" y="184010"/>
                  </a:moveTo>
                  <a:cubicBezTo>
                    <a:pt x="0" y="78375"/>
                    <a:pt x="86468" y="0"/>
                    <a:pt x="186566" y="0"/>
                  </a:cubicBezTo>
                  <a:cubicBezTo>
                    <a:pt x="286664" y="0"/>
                    <a:pt x="373132" y="77949"/>
                    <a:pt x="373132" y="184010"/>
                  </a:cubicBezTo>
                  <a:cubicBezTo>
                    <a:pt x="373132" y="295609"/>
                    <a:pt x="286664" y="370576"/>
                    <a:pt x="186566" y="370576"/>
                  </a:cubicBezTo>
                  <a:cubicBezTo>
                    <a:pt x="86468" y="370576"/>
                    <a:pt x="0" y="295183"/>
                    <a:pt x="0" y="184010"/>
                  </a:cubicBezTo>
                  <a:close/>
                </a:path>
              </a:pathLst>
            </a:custGeom>
            <a:grpFill/>
            <a:ln w="0" cap="flat">
              <a:noFill/>
              <a:prstDash val="solid"/>
              <a:miter/>
            </a:ln>
          </p:spPr>
          <p:txBody>
            <a:bodyPr rtlCol="0" anchor="ctr"/>
            <a:lstStyle/>
            <a:p>
              <a:endParaRPr lang="en-US">
                <a:solidFill>
                  <a:srgbClr val="23004B"/>
                </a:solidFill>
              </a:endParaRPr>
            </a:p>
          </p:txBody>
        </p:sp>
        <p:sp>
          <p:nvSpPr>
            <p:cNvPr id="21" name="Freeform: Shape 11">
              <a:extLst>
                <a:ext uri="{FF2B5EF4-FFF2-40B4-BE49-F238E27FC236}">
                  <a16:creationId xmlns:a16="http://schemas.microsoft.com/office/drawing/2014/main" id="{4E1FB527-2F12-EAF5-4032-8FB61D54894B}"/>
                </a:ext>
              </a:extLst>
            </p:cNvPr>
            <p:cNvSpPr/>
            <p:nvPr/>
          </p:nvSpPr>
          <p:spPr>
            <a:xfrm>
              <a:off x="10971482" y="370308"/>
              <a:ext cx="163074" cy="40468"/>
            </a:xfrm>
            <a:custGeom>
              <a:avLst/>
              <a:gdLst>
                <a:gd name="connsiteX0" fmla="*/ 871918 w 1040168"/>
                <a:gd name="connsiteY0" fmla="*/ 257273 h 258125"/>
                <a:gd name="connsiteX1" fmla="*/ 1040168 w 1040168"/>
                <a:gd name="connsiteY1" fmla="*/ 0 h 258125"/>
                <a:gd name="connsiteX2" fmla="*/ 0 w 1040168"/>
                <a:gd name="connsiteY2" fmla="*/ 0 h 258125"/>
                <a:gd name="connsiteX3" fmla="*/ 0 w 1040168"/>
                <a:gd name="connsiteY3" fmla="*/ 258125 h 258125"/>
                <a:gd name="connsiteX4" fmla="*/ 871918 w 1040168"/>
                <a:gd name="connsiteY4" fmla="*/ 257273 h 258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168" h="258125">
                  <a:moveTo>
                    <a:pt x="871918" y="257273"/>
                  </a:moveTo>
                  <a:lnTo>
                    <a:pt x="1040168" y="0"/>
                  </a:lnTo>
                  <a:lnTo>
                    <a:pt x="0" y="0"/>
                  </a:lnTo>
                  <a:lnTo>
                    <a:pt x="0" y="258125"/>
                  </a:lnTo>
                  <a:lnTo>
                    <a:pt x="871918" y="257273"/>
                  </a:lnTo>
                  <a:close/>
                </a:path>
              </a:pathLst>
            </a:custGeom>
            <a:grpFill/>
            <a:ln w="0" cap="flat">
              <a:noFill/>
              <a:prstDash val="solid"/>
              <a:miter/>
            </a:ln>
          </p:spPr>
          <p:txBody>
            <a:bodyPr rtlCol="0" anchor="ctr"/>
            <a:lstStyle/>
            <a:p>
              <a:endParaRPr lang="en-US">
                <a:solidFill>
                  <a:srgbClr val="23004B"/>
                </a:solidFill>
              </a:endParaRPr>
            </a:p>
          </p:txBody>
        </p:sp>
        <p:sp>
          <p:nvSpPr>
            <p:cNvPr id="22" name="Freeform: Shape 12">
              <a:extLst>
                <a:ext uri="{FF2B5EF4-FFF2-40B4-BE49-F238E27FC236}">
                  <a16:creationId xmlns:a16="http://schemas.microsoft.com/office/drawing/2014/main" id="{F0A37EE8-36AD-7E5F-1FE2-2E282897C985}"/>
                </a:ext>
              </a:extLst>
            </p:cNvPr>
            <p:cNvSpPr/>
            <p:nvPr/>
          </p:nvSpPr>
          <p:spPr>
            <a:xfrm>
              <a:off x="10956590" y="522096"/>
              <a:ext cx="163608" cy="40468"/>
            </a:xfrm>
            <a:custGeom>
              <a:avLst/>
              <a:gdLst>
                <a:gd name="connsiteX0" fmla="*/ 0 w 1043575"/>
                <a:gd name="connsiteY0" fmla="*/ 257699 h 258125"/>
                <a:gd name="connsiteX1" fmla="*/ 1043576 w 1043575"/>
                <a:gd name="connsiteY1" fmla="*/ 258125 h 258125"/>
                <a:gd name="connsiteX2" fmla="*/ 1043576 w 1043575"/>
                <a:gd name="connsiteY2" fmla="*/ 0 h 258125"/>
                <a:gd name="connsiteX3" fmla="*/ 168676 w 1043575"/>
                <a:gd name="connsiteY3" fmla="*/ 0 h 258125"/>
                <a:gd name="connsiteX4" fmla="*/ 0 w 1043575"/>
                <a:gd name="connsiteY4" fmla="*/ 257699 h 258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3575" h="258125">
                  <a:moveTo>
                    <a:pt x="0" y="257699"/>
                  </a:moveTo>
                  <a:lnTo>
                    <a:pt x="1043576" y="258125"/>
                  </a:lnTo>
                  <a:lnTo>
                    <a:pt x="1043576" y="0"/>
                  </a:lnTo>
                  <a:lnTo>
                    <a:pt x="168676" y="0"/>
                  </a:lnTo>
                  <a:lnTo>
                    <a:pt x="0" y="257699"/>
                  </a:lnTo>
                  <a:close/>
                </a:path>
              </a:pathLst>
            </a:custGeom>
            <a:grpFill/>
            <a:ln w="0" cap="flat">
              <a:noFill/>
              <a:prstDash val="solid"/>
              <a:miter/>
            </a:ln>
          </p:spPr>
          <p:txBody>
            <a:bodyPr rtlCol="0" anchor="ctr"/>
            <a:lstStyle/>
            <a:p>
              <a:endParaRPr lang="en-US">
                <a:solidFill>
                  <a:srgbClr val="23004B"/>
                </a:solidFill>
              </a:endParaRPr>
            </a:p>
          </p:txBody>
        </p:sp>
        <p:sp>
          <p:nvSpPr>
            <p:cNvPr id="23" name="Freeform: Shape 13">
              <a:extLst>
                <a:ext uri="{FF2B5EF4-FFF2-40B4-BE49-F238E27FC236}">
                  <a16:creationId xmlns:a16="http://schemas.microsoft.com/office/drawing/2014/main" id="{2CB94255-FF4F-E486-F788-223713CADCDA}"/>
                </a:ext>
              </a:extLst>
            </p:cNvPr>
            <p:cNvSpPr/>
            <p:nvPr/>
          </p:nvSpPr>
          <p:spPr>
            <a:xfrm>
              <a:off x="10991716" y="424065"/>
              <a:ext cx="107714" cy="84408"/>
            </a:xfrm>
            <a:custGeom>
              <a:avLst/>
              <a:gdLst>
                <a:gd name="connsiteX0" fmla="*/ 0 w 687056"/>
                <a:gd name="connsiteY0" fmla="*/ 538400 h 538399"/>
                <a:gd name="connsiteX1" fmla="*/ 334370 w 687056"/>
                <a:gd name="connsiteY1" fmla="*/ 538400 h 538399"/>
                <a:gd name="connsiteX2" fmla="*/ 687056 w 687056"/>
                <a:gd name="connsiteY2" fmla="*/ 0 h 538399"/>
                <a:gd name="connsiteX3" fmla="*/ 353112 w 687056"/>
                <a:gd name="connsiteY3" fmla="*/ 426 h 538399"/>
                <a:gd name="connsiteX4" fmla="*/ 0 w 687056"/>
                <a:gd name="connsiteY4" fmla="*/ 538400 h 5383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7056" h="538399">
                  <a:moveTo>
                    <a:pt x="0" y="538400"/>
                  </a:moveTo>
                  <a:lnTo>
                    <a:pt x="334370" y="538400"/>
                  </a:lnTo>
                  <a:lnTo>
                    <a:pt x="687056" y="0"/>
                  </a:lnTo>
                  <a:lnTo>
                    <a:pt x="353112" y="426"/>
                  </a:lnTo>
                  <a:lnTo>
                    <a:pt x="0" y="538400"/>
                  </a:lnTo>
                  <a:close/>
                </a:path>
              </a:pathLst>
            </a:custGeom>
            <a:grpFill/>
            <a:ln w="0" cap="flat">
              <a:noFill/>
              <a:prstDash val="solid"/>
              <a:miter/>
            </a:ln>
          </p:spPr>
          <p:txBody>
            <a:bodyPr rtlCol="0" anchor="ctr"/>
            <a:lstStyle/>
            <a:p>
              <a:endParaRPr lang="en-US">
                <a:solidFill>
                  <a:srgbClr val="23004B"/>
                </a:solidFill>
              </a:endParaRPr>
            </a:p>
          </p:txBody>
        </p:sp>
        <p:sp>
          <p:nvSpPr>
            <p:cNvPr id="24" name="Freeform: Shape 14">
              <a:extLst>
                <a:ext uri="{FF2B5EF4-FFF2-40B4-BE49-F238E27FC236}">
                  <a16:creationId xmlns:a16="http://schemas.microsoft.com/office/drawing/2014/main" id="{BBA9A20C-14A4-6F6A-4759-61D9276F0282}"/>
                </a:ext>
              </a:extLst>
            </p:cNvPr>
            <p:cNvSpPr/>
            <p:nvPr/>
          </p:nvSpPr>
          <p:spPr>
            <a:xfrm>
              <a:off x="11660372" y="536254"/>
              <a:ext cx="29115" cy="29115"/>
            </a:xfrm>
            <a:custGeom>
              <a:avLst/>
              <a:gdLst>
                <a:gd name="connsiteX0" fmla="*/ 100524 w 185713"/>
                <a:gd name="connsiteY0" fmla="*/ 52392 h 185713"/>
                <a:gd name="connsiteX1" fmla="*/ 119692 w 185713"/>
                <a:gd name="connsiteY1" fmla="*/ 71985 h 185713"/>
                <a:gd name="connsiteX2" fmla="*/ 100524 w 185713"/>
                <a:gd name="connsiteY2" fmla="*/ 90727 h 185713"/>
                <a:gd name="connsiteX3" fmla="*/ 71133 w 185713"/>
                <a:gd name="connsiteY3" fmla="*/ 90727 h 185713"/>
                <a:gd name="connsiteX4" fmla="*/ 71133 w 185713"/>
                <a:gd name="connsiteY4" fmla="*/ 51966 h 185713"/>
                <a:gd name="connsiteX5" fmla="*/ 100524 w 185713"/>
                <a:gd name="connsiteY5" fmla="*/ 51966 h 185713"/>
                <a:gd name="connsiteX6" fmla="*/ 117988 w 185713"/>
                <a:gd name="connsiteY6" fmla="*/ 146101 h 185713"/>
                <a:gd name="connsiteX7" fmla="*/ 135452 w 185713"/>
                <a:gd name="connsiteY7" fmla="*/ 146101 h 185713"/>
                <a:gd name="connsiteX8" fmla="*/ 106913 w 185713"/>
                <a:gd name="connsiteY8" fmla="*/ 103506 h 185713"/>
                <a:gd name="connsiteX9" fmla="*/ 134174 w 185713"/>
                <a:gd name="connsiteY9" fmla="*/ 71985 h 185713"/>
                <a:gd name="connsiteX10" fmla="*/ 100524 w 185713"/>
                <a:gd name="connsiteY10" fmla="*/ 39613 h 185713"/>
                <a:gd name="connsiteX11" fmla="*/ 57077 w 185713"/>
                <a:gd name="connsiteY11" fmla="*/ 39613 h 185713"/>
                <a:gd name="connsiteX12" fmla="*/ 57077 w 185713"/>
                <a:gd name="connsiteY12" fmla="*/ 146101 h 185713"/>
                <a:gd name="connsiteX13" fmla="*/ 71133 w 185713"/>
                <a:gd name="connsiteY13" fmla="*/ 146101 h 185713"/>
                <a:gd name="connsiteX14" fmla="*/ 71133 w 185713"/>
                <a:gd name="connsiteY14" fmla="*/ 103932 h 185713"/>
                <a:gd name="connsiteX15" fmla="*/ 90301 w 185713"/>
                <a:gd name="connsiteY15" fmla="*/ 103932 h 185713"/>
                <a:gd name="connsiteX16" fmla="*/ 117988 w 185713"/>
                <a:gd name="connsiteY16" fmla="*/ 146101 h 185713"/>
                <a:gd name="connsiteX17" fmla="*/ 92857 w 185713"/>
                <a:gd name="connsiteY17" fmla="*/ 12778 h 185713"/>
                <a:gd name="connsiteX18" fmla="*/ 172510 w 185713"/>
                <a:gd name="connsiteY18" fmla="*/ 92431 h 185713"/>
                <a:gd name="connsiteX19" fmla="*/ 92857 w 185713"/>
                <a:gd name="connsiteY19" fmla="*/ 172509 h 185713"/>
                <a:gd name="connsiteX20" fmla="*/ 12779 w 185713"/>
                <a:gd name="connsiteY20" fmla="*/ 92431 h 185713"/>
                <a:gd name="connsiteX21" fmla="*/ 92857 w 185713"/>
                <a:gd name="connsiteY21" fmla="*/ 12778 h 185713"/>
                <a:gd name="connsiteX22" fmla="*/ 92857 w 185713"/>
                <a:gd name="connsiteY22" fmla="*/ 185714 h 185713"/>
                <a:gd name="connsiteX23" fmla="*/ 185714 w 185713"/>
                <a:gd name="connsiteY23" fmla="*/ 92857 h 185713"/>
                <a:gd name="connsiteX24" fmla="*/ 92857 w 185713"/>
                <a:gd name="connsiteY24" fmla="*/ 0 h 185713"/>
                <a:gd name="connsiteX25" fmla="*/ 0 w 185713"/>
                <a:gd name="connsiteY25" fmla="*/ 92857 h 185713"/>
                <a:gd name="connsiteX26" fmla="*/ 92857 w 185713"/>
                <a:gd name="connsiteY26" fmla="*/ 185714 h 185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85713" h="185713">
                  <a:moveTo>
                    <a:pt x="100524" y="52392"/>
                  </a:moveTo>
                  <a:cubicBezTo>
                    <a:pt x="110747" y="52392"/>
                    <a:pt x="119692" y="60485"/>
                    <a:pt x="119692" y="71985"/>
                  </a:cubicBezTo>
                  <a:cubicBezTo>
                    <a:pt x="119692" y="83060"/>
                    <a:pt x="110321" y="90727"/>
                    <a:pt x="100524" y="90727"/>
                  </a:cubicBezTo>
                  <a:lnTo>
                    <a:pt x="71133" y="90727"/>
                  </a:lnTo>
                  <a:lnTo>
                    <a:pt x="71133" y="51966"/>
                  </a:lnTo>
                  <a:lnTo>
                    <a:pt x="100524" y="51966"/>
                  </a:lnTo>
                  <a:close/>
                  <a:moveTo>
                    <a:pt x="117988" y="146101"/>
                  </a:moveTo>
                  <a:lnTo>
                    <a:pt x="135452" y="146101"/>
                  </a:lnTo>
                  <a:lnTo>
                    <a:pt x="106913" y="103506"/>
                  </a:lnTo>
                  <a:cubicBezTo>
                    <a:pt x="112877" y="103506"/>
                    <a:pt x="134174" y="95413"/>
                    <a:pt x="134174" y="71985"/>
                  </a:cubicBezTo>
                  <a:cubicBezTo>
                    <a:pt x="134174" y="52392"/>
                    <a:pt x="118840" y="39613"/>
                    <a:pt x="100524" y="39613"/>
                  </a:cubicBezTo>
                  <a:lnTo>
                    <a:pt x="57077" y="39613"/>
                  </a:lnTo>
                  <a:lnTo>
                    <a:pt x="57077" y="146101"/>
                  </a:lnTo>
                  <a:lnTo>
                    <a:pt x="71133" y="146101"/>
                  </a:lnTo>
                  <a:lnTo>
                    <a:pt x="71133" y="103932"/>
                  </a:lnTo>
                  <a:lnTo>
                    <a:pt x="90301" y="103932"/>
                  </a:lnTo>
                  <a:lnTo>
                    <a:pt x="117988" y="146101"/>
                  </a:lnTo>
                  <a:close/>
                  <a:moveTo>
                    <a:pt x="92857" y="12778"/>
                  </a:moveTo>
                  <a:cubicBezTo>
                    <a:pt x="137156" y="12778"/>
                    <a:pt x="172510" y="47706"/>
                    <a:pt x="172510" y="92431"/>
                  </a:cubicBezTo>
                  <a:cubicBezTo>
                    <a:pt x="172510" y="137156"/>
                    <a:pt x="137156" y="172509"/>
                    <a:pt x="92857" y="172509"/>
                  </a:cubicBezTo>
                  <a:cubicBezTo>
                    <a:pt x="48558" y="172509"/>
                    <a:pt x="12779" y="136304"/>
                    <a:pt x="12779" y="92431"/>
                  </a:cubicBezTo>
                  <a:cubicBezTo>
                    <a:pt x="12779" y="48558"/>
                    <a:pt x="48558" y="12778"/>
                    <a:pt x="92857" y="12778"/>
                  </a:cubicBezTo>
                  <a:moveTo>
                    <a:pt x="92857" y="185714"/>
                  </a:moveTo>
                  <a:cubicBezTo>
                    <a:pt x="144397" y="185714"/>
                    <a:pt x="185714" y="143971"/>
                    <a:pt x="185714" y="92857"/>
                  </a:cubicBezTo>
                  <a:cubicBezTo>
                    <a:pt x="185714" y="41743"/>
                    <a:pt x="144397" y="0"/>
                    <a:pt x="92857" y="0"/>
                  </a:cubicBezTo>
                  <a:cubicBezTo>
                    <a:pt x="41317" y="0"/>
                    <a:pt x="0" y="41317"/>
                    <a:pt x="0" y="92857"/>
                  </a:cubicBezTo>
                  <a:cubicBezTo>
                    <a:pt x="0" y="144397"/>
                    <a:pt x="41743" y="185714"/>
                    <a:pt x="92857" y="185714"/>
                  </a:cubicBezTo>
                </a:path>
              </a:pathLst>
            </a:custGeom>
            <a:grpFill/>
            <a:ln w="0" cap="flat">
              <a:noFill/>
              <a:prstDash val="solid"/>
              <a:miter/>
            </a:ln>
          </p:spPr>
          <p:txBody>
            <a:bodyPr rtlCol="0" anchor="ctr"/>
            <a:lstStyle/>
            <a:p>
              <a:endParaRPr lang="en-US">
                <a:solidFill>
                  <a:srgbClr val="23004B"/>
                </a:solidFill>
              </a:endParaRPr>
            </a:p>
          </p:txBody>
        </p:sp>
      </p:grpSp>
      <p:sp>
        <p:nvSpPr>
          <p:cNvPr id="7" name="Title 1">
            <a:extLst>
              <a:ext uri="{FF2B5EF4-FFF2-40B4-BE49-F238E27FC236}">
                <a16:creationId xmlns:a16="http://schemas.microsoft.com/office/drawing/2014/main" id="{94DCEB33-0368-2D5B-EFDA-1F6C1D3D5B1C}"/>
              </a:ext>
            </a:extLst>
          </p:cNvPr>
          <p:cNvSpPr>
            <a:spLocks noGrp="1"/>
          </p:cNvSpPr>
          <p:nvPr>
            <p:ph type="title" hasCustomPrompt="1"/>
          </p:nvPr>
        </p:nvSpPr>
        <p:spPr>
          <a:xfrm>
            <a:off x="274320" y="274320"/>
            <a:ext cx="10515600" cy="457200"/>
          </a:xfrm>
        </p:spPr>
        <p:txBody>
          <a:bodyPr>
            <a:normAutofit/>
          </a:bodyPr>
          <a:lstStyle>
            <a:lvl1pPr>
              <a:lnSpc>
                <a:spcPct val="100000"/>
              </a:lnSpc>
              <a:defRPr sz="1800">
                <a:solidFill>
                  <a:schemeClr val="accent4"/>
                </a:solidFill>
              </a:defRPr>
            </a:lvl1pPr>
          </a:lstStyle>
          <a:p>
            <a:r>
              <a:rPr lang="en-US"/>
              <a:t>Slide Title – 18pt</a:t>
            </a:r>
          </a:p>
        </p:txBody>
      </p:sp>
    </p:spTree>
    <p:extLst>
      <p:ext uri="{BB962C8B-B14F-4D97-AF65-F5344CB8AC3E}">
        <p14:creationId xmlns:p14="http://schemas.microsoft.com/office/powerpoint/2010/main" val="384982869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Icon Light">
    <p:bg>
      <p:bgPr>
        <a:solidFill>
          <a:schemeClr val="bg1"/>
        </a:solidFill>
        <a:effectLst/>
      </p:bgPr>
    </p:bg>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66DF1370-E149-18E4-743D-9B868F58F2DF}"/>
              </a:ext>
            </a:extLst>
          </p:cNvPr>
          <p:cNvGrpSpPr/>
          <p:nvPr/>
        </p:nvGrpSpPr>
        <p:grpSpPr>
          <a:xfrm>
            <a:off x="11072849" y="246968"/>
            <a:ext cx="732897" cy="319002"/>
            <a:chOff x="10956590" y="246968"/>
            <a:chExt cx="732897" cy="319002"/>
          </a:xfrm>
          <a:solidFill>
            <a:schemeClr val="bg1"/>
          </a:solidFill>
        </p:grpSpPr>
        <p:sp>
          <p:nvSpPr>
            <p:cNvPr id="23" name="Freeform: Shape 6">
              <a:extLst>
                <a:ext uri="{FF2B5EF4-FFF2-40B4-BE49-F238E27FC236}">
                  <a16:creationId xmlns:a16="http://schemas.microsoft.com/office/drawing/2014/main" id="{E40D92E0-E5E0-2A5D-66AF-450F490ABD65}"/>
                </a:ext>
              </a:extLst>
            </p:cNvPr>
            <p:cNvSpPr/>
            <p:nvPr/>
          </p:nvSpPr>
          <p:spPr>
            <a:xfrm>
              <a:off x="11502373" y="368572"/>
              <a:ext cx="152189" cy="197064"/>
            </a:xfrm>
            <a:custGeom>
              <a:avLst/>
              <a:gdLst>
                <a:gd name="connsiteX0" fmla="*/ 573754 w 970738"/>
                <a:gd name="connsiteY0" fmla="*/ 503046 h 1256976"/>
                <a:gd name="connsiteX1" fmla="*/ 309665 w 970738"/>
                <a:gd name="connsiteY1" fmla="*/ 342037 h 1256976"/>
                <a:gd name="connsiteX2" fmla="*/ 479193 w 970738"/>
                <a:gd name="connsiteY2" fmla="*/ 230013 h 1256976"/>
                <a:gd name="connsiteX3" fmla="*/ 728799 w 970738"/>
                <a:gd name="connsiteY3" fmla="*/ 347575 h 1256976"/>
                <a:gd name="connsiteX4" fmla="*/ 898327 w 970738"/>
                <a:gd name="connsiteY4" fmla="*/ 181028 h 1256976"/>
                <a:gd name="connsiteX5" fmla="*/ 479193 w 970738"/>
                <a:gd name="connsiteY5" fmla="*/ 0 h 1256976"/>
                <a:gd name="connsiteX6" fmla="*/ 48558 w 970738"/>
                <a:gd name="connsiteY6" fmla="*/ 356094 h 1256976"/>
                <a:gd name="connsiteX7" fmla="*/ 404652 w 970738"/>
                <a:gd name="connsiteY7" fmla="*/ 726244 h 1256976"/>
                <a:gd name="connsiteX8" fmla="*/ 697705 w 970738"/>
                <a:gd name="connsiteY8" fmla="*/ 895772 h 1256976"/>
                <a:gd name="connsiteX9" fmla="*/ 485156 w 970738"/>
                <a:gd name="connsiteY9" fmla="*/ 1024834 h 1256976"/>
                <a:gd name="connsiteX10" fmla="*/ 174639 w 970738"/>
                <a:gd name="connsiteY10" fmla="*/ 888105 h 1256976"/>
                <a:gd name="connsiteX11" fmla="*/ 0 w 970738"/>
                <a:gd name="connsiteY11" fmla="*/ 1057632 h 1256976"/>
                <a:gd name="connsiteX12" fmla="*/ 502620 w 970738"/>
                <a:gd name="connsiteY12" fmla="*/ 1256977 h 1256976"/>
                <a:gd name="connsiteX13" fmla="*/ 970738 w 970738"/>
                <a:gd name="connsiteY13" fmla="*/ 880863 h 1256976"/>
                <a:gd name="connsiteX14" fmla="*/ 574606 w 970738"/>
                <a:gd name="connsiteY14" fmla="*/ 501768 h 125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70738" h="1256976">
                  <a:moveTo>
                    <a:pt x="573754" y="503046"/>
                  </a:moveTo>
                  <a:cubicBezTo>
                    <a:pt x="384206" y="454062"/>
                    <a:pt x="309665" y="434042"/>
                    <a:pt x="309665" y="342037"/>
                  </a:cubicBezTo>
                  <a:cubicBezTo>
                    <a:pt x="309665" y="270478"/>
                    <a:pt x="370150" y="230013"/>
                    <a:pt x="479193" y="230013"/>
                  </a:cubicBezTo>
                  <a:cubicBezTo>
                    <a:pt x="588236" y="230013"/>
                    <a:pt x="671722" y="281553"/>
                    <a:pt x="728799" y="347575"/>
                  </a:cubicBezTo>
                  <a:lnTo>
                    <a:pt x="898327" y="181028"/>
                  </a:lnTo>
                  <a:cubicBezTo>
                    <a:pt x="806322" y="80504"/>
                    <a:pt x="671722" y="0"/>
                    <a:pt x="479193" y="0"/>
                  </a:cubicBezTo>
                  <a:cubicBezTo>
                    <a:pt x="241087" y="0"/>
                    <a:pt x="48558" y="115006"/>
                    <a:pt x="48558" y="356094"/>
                  </a:cubicBezTo>
                  <a:cubicBezTo>
                    <a:pt x="48558" y="597181"/>
                    <a:pt x="226605" y="677685"/>
                    <a:pt x="404652" y="726244"/>
                  </a:cubicBezTo>
                  <a:cubicBezTo>
                    <a:pt x="608681" y="783747"/>
                    <a:pt x="697705" y="798229"/>
                    <a:pt x="697705" y="895772"/>
                  </a:cubicBezTo>
                  <a:cubicBezTo>
                    <a:pt x="697705" y="976276"/>
                    <a:pt x="631683" y="1024834"/>
                    <a:pt x="485156" y="1024834"/>
                  </a:cubicBezTo>
                  <a:cubicBezTo>
                    <a:pt x="355668" y="1024834"/>
                    <a:pt x="248754" y="981813"/>
                    <a:pt x="174639" y="888105"/>
                  </a:cubicBezTo>
                  <a:lnTo>
                    <a:pt x="0" y="1057632"/>
                  </a:lnTo>
                  <a:cubicBezTo>
                    <a:pt x="93283" y="1166249"/>
                    <a:pt x="263237" y="1256977"/>
                    <a:pt x="502620" y="1256977"/>
                  </a:cubicBezTo>
                  <a:cubicBezTo>
                    <a:pt x="844232" y="1256977"/>
                    <a:pt x="970738" y="1087449"/>
                    <a:pt x="970738" y="880863"/>
                  </a:cubicBezTo>
                  <a:cubicBezTo>
                    <a:pt x="970738" y="625294"/>
                    <a:pt x="764153" y="550753"/>
                    <a:pt x="574606" y="501768"/>
                  </a:cubicBezTo>
                  <a:close/>
                </a:path>
              </a:pathLst>
            </a:custGeom>
            <a:grpFill/>
            <a:ln w="0" cap="flat">
              <a:noFill/>
              <a:prstDash val="solid"/>
              <a:miter/>
            </a:ln>
          </p:spPr>
          <p:txBody>
            <a:bodyPr rtlCol="0" anchor="ctr"/>
            <a:lstStyle/>
            <a:p>
              <a:endParaRPr lang="en-US">
                <a:solidFill>
                  <a:srgbClr val="23004B"/>
                </a:solidFill>
              </a:endParaRPr>
            </a:p>
          </p:txBody>
        </p:sp>
        <p:sp>
          <p:nvSpPr>
            <p:cNvPr id="24" name="Freeform: Shape 7">
              <a:extLst>
                <a:ext uri="{FF2B5EF4-FFF2-40B4-BE49-F238E27FC236}">
                  <a16:creationId xmlns:a16="http://schemas.microsoft.com/office/drawing/2014/main" id="{4235ACDC-A038-D663-1EA5-DB36EEBAFEC3}"/>
                </a:ext>
              </a:extLst>
            </p:cNvPr>
            <p:cNvSpPr/>
            <p:nvPr/>
          </p:nvSpPr>
          <p:spPr>
            <a:xfrm>
              <a:off x="11129146" y="368572"/>
              <a:ext cx="198854" cy="197398"/>
            </a:xfrm>
            <a:custGeom>
              <a:avLst/>
              <a:gdLst>
                <a:gd name="connsiteX0" fmla="*/ 678111 w 1268394"/>
                <a:gd name="connsiteY0" fmla="*/ 1015037 h 1259106"/>
                <a:gd name="connsiteX1" fmla="*/ 1020149 w 1268394"/>
                <a:gd name="connsiteY1" fmla="*/ 885549 h 1259106"/>
                <a:gd name="connsiteX2" fmla="*/ 1189677 w 1268394"/>
                <a:gd name="connsiteY2" fmla="*/ 1063596 h 1259106"/>
                <a:gd name="connsiteX3" fmla="*/ 681093 w 1268394"/>
                <a:gd name="connsiteY3" fmla="*/ 1259106 h 1259106"/>
                <a:gd name="connsiteX4" fmla="*/ 0 w 1268394"/>
                <a:gd name="connsiteY4" fmla="*/ 629553 h 1259106"/>
                <a:gd name="connsiteX5" fmla="*/ 643610 w 1268394"/>
                <a:gd name="connsiteY5" fmla="*/ 0 h 1259106"/>
                <a:gd name="connsiteX6" fmla="*/ 1267199 w 1268394"/>
                <a:gd name="connsiteY6" fmla="*/ 727096 h 1259106"/>
                <a:gd name="connsiteX7" fmla="*/ 295609 w 1268394"/>
                <a:gd name="connsiteY7" fmla="*/ 727096 h 1259106"/>
                <a:gd name="connsiteX8" fmla="*/ 677685 w 1268394"/>
                <a:gd name="connsiteY8" fmla="*/ 1014611 h 1259106"/>
                <a:gd name="connsiteX9" fmla="*/ 974146 w 1268394"/>
                <a:gd name="connsiteY9" fmla="*/ 526473 h 1259106"/>
                <a:gd name="connsiteX10" fmla="*/ 646591 w 1268394"/>
                <a:gd name="connsiteY10" fmla="*/ 241939 h 1259106"/>
                <a:gd name="connsiteX11" fmla="*/ 296035 w 1268394"/>
                <a:gd name="connsiteY11" fmla="*/ 526473 h 1259106"/>
                <a:gd name="connsiteX12" fmla="*/ 974146 w 1268394"/>
                <a:gd name="connsiteY12" fmla="*/ 526473 h 1259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8394" h="1259106">
                  <a:moveTo>
                    <a:pt x="678111" y="1015037"/>
                  </a:moveTo>
                  <a:cubicBezTo>
                    <a:pt x="836139" y="1015037"/>
                    <a:pt x="951145" y="951997"/>
                    <a:pt x="1020149" y="885549"/>
                  </a:cubicBezTo>
                  <a:lnTo>
                    <a:pt x="1189677" y="1063596"/>
                  </a:lnTo>
                  <a:cubicBezTo>
                    <a:pt x="1077652" y="1175620"/>
                    <a:pt x="922606" y="1259106"/>
                    <a:pt x="681093" y="1259106"/>
                  </a:cubicBezTo>
                  <a:cubicBezTo>
                    <a:pt x="267070" y="1259106"/>
                    <a:pt x="0" y="991610"/>
                    <a:pt x="0" y="629553"/>
                  </a:cubicBezTo>
                  <a:cubicBezTo>
                    <a:pt x="0" y="267496"/>
                    <a:pt x="281553" y="0"/>
                    <a:pt x="643610" y="0"/>
                  </a:cubicBezTo>
                  <a:cubicBezTo>
                    <a:pt x="1054651" y="0"/>
                    <a:pt x="1287219" y="304554"/>
                    <a:pt x="1267199" y="727096"/>
                  </a:cubicBezTo>
                  <a:lnTo>
                    <a:pt x="295609" y="727096"/>
                  </a:lnTo>
                  <a:cubicBezTo>
                    <a:pt x="330111" y="902587"/>
                    <a:pt x="456618" y="1014611"/>
                    <a:pt x="677685" y="1014611"/>
                  </a:cubicBezTo>
                  <a:close/>
                  <a:moveTo>
                    <a:pt x="974146" y="526473"/>
                  </a:moveTo>
                  <a:cubicBezTo>
                    <a:pt x="948163" y="362483"/>
                    <a:pt x="847639" y="241939"/>
                    <a:pt x="646591" y="241939"/>
                  </a:cubicBezTo>
                  <a:cubicBezTo>
                    <a:pt x="459599" y="241939"/>
                    <a:pt x="330537" y="345445"/>
                    <a:pt x="296035" y="526473"/>
                  </a:cubicBezTo>
                  <a:lnTo>
                    <a:pt x="974146" y="526473"/>
                  </a:lnTo>
                  <a:close/>
                </a:path>
              </a:pathLst>
            </a:custGeom>
            <a:grpFill/>
            <a:ln w="0" cap="flat">
              <a:noFill/>
              <a:prstDash val="solid"/>
              <a:miter/>
            </a:ln>
          </p:spPr>
          <p:txBody>
            <a:bodyPr rtlCol="0" anchor="ctr"/>
            <a:lstStyle/>
            <a:p>
              <a:endParaRPr lang="en-US">
                <a:solidFill>
                  <a:srgbClr val="23004B"/>
                </a:solidFill>
              </a:endParaRPr>
            </a:p>
          </p:txBody>
        </p:sp>
        <p:sp>
          <p:nvSpPr>
            <p:cNvPr id="25" name="Freeform: Shape 8">
              <a:extLst>
                <a:ext uri="{FF2B5EF4-FFF2-40B4-BE49-F238E27FC236}">
                  <a16:creationId xmlns:a16="http://schemas.microsoft.com/office/drawing/2014/main" id="{71BBA55D-94A5-CC22-ACC5-1781366E7BA1}"/>
                </a:ext>
              </a:extLst>
            </p:cNvPr>
            <p:cNvSpPr/>
            <p:nvPr/>
          </p:nvSpPr>
          <p:spPr>
            <a:xfrm>
              <a:off x="11359466" y="246968"/>
              <a:ext cx="44074" cy="315262"/>
            </a:xfrm>
            <a:custGeom>
              <a:avLst/>
              <a:gdLst>
                <a:gd name="connsiteX0" fmla="*/ 0 w 281126"/>
                <a:gd name="connsiteY0" fmla="*/ 0 h 2010906"/>
                <a:gd name="connsiteX1" fmla="*/ 281127 w 281126"/>
                <a:gd name="connsiteY1" fmla="*/ 0 h 2010906"/>
                <a:gd name="connsiteX2" fmla="*/ 281127 w 281126"/>
                <a:gd name="connsiteY2" fmla="*/ 2010907 h 2010906"/>
                <a:gd name="connsiteX3" fmla="*/ 0 w 281126"/>
                <a:gd name="connsiteY3" fmla="*/ 2010907 h 2010906"/>
                <a:gd name="connsiteX4" fmla="*/ 0 w 281126"/>
                <a:gd name="connsiteY4" fmla="*/ 0 h 2010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126" h="2010906">
                  <a:moveTo>
                    <a:pt x="0" y="0"/>
                  </a:moveTo>
                  <a:lnTo>
                    <a:pt x="281127" y="0"/>
                  </a:lnTo>
                  <a:lnTo>
                    <a:pt x="281127" y="2010907"/>
                  </a:lnTo>
                  <a:lnTo>
                    <a:pt x="0" y="2010907"/>
                  </a:lnTo>
                  <a:lnTo>
                    <a:pt x="0" y="0"/>
                  </a:lnTo>
                  <a:close/>
                </a:path>
              </a:pathLst>
            </a:custGeom>
            <a:grpFill/>
            <a:ln w="0" cap="flat">
              <a:noFill/>
              <a:prstDash val="solid"/>
              <a:miter/>
            </a:ln>
          </p:spPr>
          <p:txBody>
            <a:bodyPr rtlCol="0" anchor="ctr"/>
            <a:lstStyle/>
            <a:p>
              <a:endParaRPr lang="en-US">
                <a:solidFill>
                  <a:srgbClr val="23004B"/>
                </a:solidFill>
              </a:endParaRPr>
            </a:p>
          </p:txBody>
        </p:sp>
        <p:sp>
          <p:nvSpPr>
            <p:cNvPr id="26" name="Freeform: Shape 9">
              <a:extLst>
                <a:ext uri="{FF2B5EF4-FFF2-40B4-BE49-F238E27FC236}">
                  <a16:creationId xmlns:a16="http://schemas.microsoft.com/office/drawing/2014/main" id="{B30338CD-7B3B-EE37-4A02-A0687081C9DE}"/>
                </a:ext>
              </a:extLst>
            </p:cNvPr>
            <p:cNvSpPr/>
            <p:nvPr/>
          </p:nvSpPr>
          <p:spPr>
            <a:xfrm>
              <a:off x="11434392" y="370442"/>
              <a:ext cx="44541" cy="191588"/>
            </a:xfrm>
            <a:custGeom>
              <a:avLst/>
              <a:gdLst>
                <a:gd name="connsiteX0" fmla="*/ 0 w 284108"/>
                <a:gd name="connsiteY0" fmla="*/ 0 h 1222048"/>
                <a:gd name="connsiteX1" fmla="*/ 284108 w 284108"/>
                <a:gd name="connsiteY1" fmla="*/ 0 h 1222048"/>
                <a:gd name="connsiteX2" fmla="*/ 284108 w 284108"/>
                <a:gd name="connsiteY2" fmla="*/ 1222049 h 1222048"/>
                <a:gd name="connsiteX3" fmla="*/ 0 w 284108"/>
                <a:gd name="connsiteY3" fmla="*/ 1222049 h 1222048"/>
              </a:gdLst>
              <a:ahLst/>
              <a:cxnLst>
                <a:cxn ang="0">
                  <a:pos x="connsiteX0" y="connsiteY0"/>
                </a:cxn>
                <a:cxn ang="0">
                  <a:pos x="connsiteX1" y="connsiteY1"/>
                </a:cxn>
                <a:cxn ang="0">
                  <a:pos x="connsiteX2" y="connsiteY2"/>
                </a:cxn>
                <a:cxn ang="0">
                  <a:pos x="connsiteX3" y="connsiteY3"/>
                </a:cxn>
              </a:cxnLst>
              <a:rect l="l" t="t" r="r" b="b"/>
              <a:pathLst>
                <a:path w="284108" h="1222048">
                  <a:moveTo>
                    <a:pt x="0" y="0"/>
                  </a:moveTo>
                  <a:lnTo>
                    <a:pt x="284108" y="0"/>
                  </a:lnTo>
                  <a:lnTo>
                    <a:pt x="284108" y="1222049"/>
                  </a:lnTo>
                  <a:lnTo>
                    <a:pt x="0" y="1222049"/>
                  </a:lnTo>
                  <a:close/>
                </a:path>
              </a:pathLst>
            </a:custGeom>
            <a:grpFill/>
            <a:ln w="0" cap="flat">
              <a:noFill/>
              <a:prstDash val="solid"/>
              <a:miter/>
            </a:ln>
          </p:spPr>
          <p:txBody>
            <a:bodyPr rtlCol="0" anchor="ctr"/>
            <a:lstStyle/>
            <a:p>
              <a:endParaRPr lang="en-US">
                <a:solidFill>
                  <a:srgbClr val="23004B"/>
                </a:solidFill>
              </a:endParaRPr>
            </a:p>
          </p:txBody>
        </p:sp>
        <p:sp>
          <p:nvSpPr>
            <p:cNvPr id="27" name="Freeform: Shape 10">
              <a:extLst>
                <a:ext uri="{FF2B5EF4-FFF2-40B4-BE49-F238E27FC236}">
                  <a16:creationId xmlns:a16="http://schemas.microsoft.com/office/drawing/2014/main" id="{5D2EB219-E9A6-F88C-38C2-3B1A35072908}"/>
                </a:ext>
              </a:extLst>
            </p:cNvPr>
            <p:cNvSpPr/>
            <p:nvPr/>
          </p:nvSpPr>
          <p:spPr>
            <a:xfrm>
              <a:off x="11427581" y="278020"/>
              <a:ext cx="58498" cy="58097"/>
            </a:xfrm>
            <a:custGeom>
              <a:avLst/>
              <a:gdLst>
                <a:gd name="connsiteX0" fmla="*/ 0 w 373131"/>
                <a:gd name="connsiteY0" fmla="*/ 184010 h 370575"/>
                <a:gd name="connsiteX1" fmla="*/ 186566 w 373131"/>
                <a:gd name="connsiteY1" fmla="*/ 0 h 370575"/>
                <a:gd name="connsiteX2" fmla="*/ 373132 w 373131"/>
                <a:gd name="connsiteY2" fmla="*/ 184010 h 370575"/>
                <a:gd name="connsiteX3" fmla="*/ 186566 w 373131"/>
                <a:gd name="connsiteY3" fmla="*/ 370576 h 370575"/>
                <a:gd name="connsiteX4" fmla="*/ 0 w 373131"/>
                <a:gd name="connsiteY4" fmla="*/ 184010 h 370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3131" h="370575">
                  <a:moveTo>
                    <a:pt x="0" y="184010"/>
                  </a:moveTo>
                  <a:cubicBezTo>
                    <a:pt x="0" y="78375"/>
                    <a:pt x="86468" y="0"/>
                    <a:pt x="186566" y="0"/>
                  </a:cubicBezTo>
                  <a:cubicBezTo>
                    <a:pt x="286664" y="0"/>
                    <a:pt x="373132" y="77949"/>
                    <a:pt x="373132" y="184010"/>
                  </a:cubicBezTo>
                  <a:cubicBezTo>
                    <a:pt x="373132" y="295609"/>
                    <a:pt x="286664" y="370576"/>
                    <a:pt x="186566" y="370576"/>
                  </a:cubicBezTo>
                  <a:cubicBezTo>
                    <a:pt x="86468" y="370576"/>
                    <a:pt x="0" y="295183"/>
                    <a:pt x="0" y="184010"/>
                  </a:cubicBezTo>
                  <a:close/>
                </a:path>
              </a:pathLst>
            </a:custGeom>
            <a:grpFill/>
            <a:ln w="0" cap="flat">
              <a:noFill/>
              <a:prstDash val="solid"/>
              <a:miter/>
            </a:ln>
          </p:spPr>
          <p:txBody>
            <a:bodyPr rtlCol="0" anchor="ctr"/>
            <a:lstStyle/>
            <a:p>
              <a:endParaRPr lang="en-US">
                <a:solidFill>
                  <a:srgbClr val="23004B"/>
                </a:solidFill>
              </a:endParaRPr>
            </a:p>
          </p:txBody>
        </p:sp>
        <p:sp>
          <p:nvSpPr>
            <p:cNvPr id="28" name="Freeform: Shape 11">
              <a:extLst>
                <a:ext uri="{FF2B5EF4-FFF2-40B4-BE49-F238E27FC236}">
                  <a16:creationId xmlns:a16="http://schemas.microsoft.com/office/drawing/2014/main" id="{11240708-072A-0A74-6DC7-003E19A6B2EA}"/>
                </a:ext>
              </a:extLst>
            </p:cNvPr>
            <p:cNvSpPr/>
            <p:nvPr/>
          </p:nvSpPr>
          <p:spPr>
            <a:xfrm>
              <a:off x="10971482" y="370308"/>
              <a:ext cx="163074" cy="40468"/>
            </a:xfrm>
            <a:custGeom>
              <a:avLst/>
              <a:gdLst>
                <a:gd name="connsiteX0" fmla="*/ 871918 w 1040168"/>
                <a:gd name="connsiteY0" fmla="*/ 257273 h 258125"/>
                <a:gd name="connsiteX1" fmla="*/ 1040168 w 1040168"/>
                <a:gd name="connsiteY1" fmla="*/ 0 h 258125"/>
                <a:gd name="connsiteX2" fmla="*/ 0 w 1040168"/>
                <a:gd name="connsiteY2" fmla="*/ 0 h 258125"/>
                <a:gd name="connsiteX3" fmla="*/ 0 w 1040168"/>
                <a:gd name="connsiteY3" fmla="*/ 258125 h 258125"/>
                <a:gd name="connsiteX4" fmla="*/ 871918 w 1040168"/>
                <a:gd name="connsiteY4" fmla="*/ 257273 h 258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168" h="258125">
                  <a:moveTo>
                    <a:pt x="871918" y="257273"/>
                  </a:moveTo>
                  <a:lnTo>
                    <a:pt x="1040168" y="0"/>
                  </a:lnTo>
                  <a:lnTo>
                    <a:pt x="0" y="0"/>
                  </a:lnTo>
                  <a:lnTo>
                    <a:pt x="0" y="258125"/>
                  </a:lnTo>
                  <a:lnTo>
                    <a:pt x="871918" y="257273"/>
                  </a:lnTo>
                  <a:close/>
                </a:path>
              </a:pathLst>
            </a:custGeom>
            <a:grpFill/>
            <a:ln w="0" cap="flat">
              <a:noFill/>
              <a:prstDash val="solid"/>
              <a:miter/>
            </a:ln>
          </p:spPr>
          <p:txBody>
            <a:bodyPr rtlCol="0" anchor="ctr"/>
            <a:lstStyle/>
            <a:p>
              <a:endParaRPr lang="en-US">
                <a:solidFill>
                  <a:srgbClr val="23004B"/>
                </a:solidFill>
              </a:endParaRPr>
            </a:p>
          </p:txBody>
        </p:sp>
        <p:sp>
          <p:nvSpPr>
            <p:cNvPr id="29" name="Freeform: Shape 12">
              <a:extLst>
                <a:ext uri="{FF2B5EF4-FFF2-40B4-BE49-F238E27FC236}">
                  <a16:creationId xmlns:a16="http://schemas.microsoft.com/office/drawing/2014/main" id="{538FBD20-7719-3C99-A8DD-8854C7515516}"/>
                </a:ext>
              </a:extLst>
            </p:cNvPr>
            <p:cNvSpPr/>
            <p:nvPr/>
          </p:nvSpPr>
          <p:spPr>
            <a:xfrm>
              <a:off x="10956590" y="522096"/>
              <a:ext cx="163608" cy="40468"/>
            </a:xfrm>
            <a:custGeom>
              <a:avLst/>
              <a:gdLst>
                <a:gd name="connsiteX0" fmla="*/ 0 w 1043575"/>
                <a:gd name="connsiteY0" fmla="*/ 257699 h 258125"/>
                <a:gd name="connsiteX1" fmla="*/ 1043576 w 1043575"/>
                <a:gd name="connsiteY1" fmla="*/ 258125 h 258125"/>
                <a:gd name="connsiteX2" fmla="*/ 1043576 w 1043575"/>
                <a:gd name="connsiteY2" fmla="*/ 0 h 258125"/>
                <a:gd name="connsiteX3" fmla="*/ 168676 w 1043575"/>
                <a:gd name="connsiteY3" fmla="*/ 0 h 258125"/>
                <a:gd name="connsiteX4" fmla="*/ 0 w 1043575"/>
                <a:gd name="connsiteY4" fmla="*/ 257699 h 258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3575" h="258125">
                  <a:moveTo>
                    <a:pt x="0" y="257699"/>
                  </a:moveTo>
                  <a:lnTo>
                    <a:pt x="1043576" y="258125"/>
                  </a:lnTo>
                  <a:lnTo>
                    <a:pt x="1043576" y="0"/>
                  </a:lnTo>
                  <a:lnTo>
                    <a:pt x="168676" y="0"/>
                  </a:lnTo>
                  <a:lnTo>
                    <a:pt x="0" y="257699"/>
                  </a:lnTo>
                  <a:close/>
                </a:path>
              </a:pathLst>
            </a:custGeom>
            <a:grpFill/>
            <a:ln w="0" cap="flat">
              <a:noFill/>
              <a:prstDash val="solid"/>
              <a:miter/>
            </a:ln>
          </p:spPr>
          <p:txBody>
            <a:bodyPr rtlCol="0" anchor="ctr"/>
            <a:lstStyle/>
            <a:p>
              <a:endParaRPr lang="en-US">
                <a:solidFill>
                  <a:srgbClr val="23004B"/>
                </a:solidFill>
              </a:endParaRPr>
            </a:p>
          </p:txBody>
        </p:sp>
        <p:sp>
          <p:nvSpPr>
            <p:cNvPr id="30" name="Freeform: Shape 13">
              <a:extLst>
                <a:ext uri="{FF2B5EF4-FFF2-40B4-BE49-F238E27FC236}">
                  <a16:creationId xmlns:a16="http://schemas.microsoft.com/office/drawing/2014/main" id="{BA0945B0-A4FD-FF2B-6354-8E51E2F3732A}"/>
                </a:ext>
              </a:extLst>
            </p:cNvPr>
            <p:cNvSpPr/>
            <p:nvPr/>
          </p:nvSpPr>
          <p:spPr>
            <a:xfrm>
              <a:off x="10991716" y="424065"/>
              <a:ext cx="107714" cy="84408"/>
            </a:xfrm>
            <a:custGeom>
              <a:avLst/>
              <a:gdLst>
                <a:gd name="connsiteX0" fmla="*/ 0 w 687056"/>
                <a:gd name="connsiteY0" fmla="*/ 538400 h 538399"/>
                <a:gd name="connsiteX1" fmla="*/ 334370 w 687056"/>
                <a:gd name="connsiteY1" fmla="*/ 538400 h 538399"/>
                <a:gd name="connsiteX2" fmla="*/ 687056 w 687056"/>
                <a:gd name="connsiteY2" fmla="*/ 0 h 538399"/>
                <a:gd name="connsiteX3" fmla="*/ 353112 w 687056"/>
                <a:gd name="connsiteY3" fmla="*/ 426 h 538399"/>
                <a:gd name="connsiteX4" fmla="*/ 0 w 687056"/>
                <a:gd name="connsiteY4" fmla="*/ 538400 h 5383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7056" h="538399">
                  <a:moveTo>
                    <a:pt x="0" y="538400"/>
                  </a:moveTo>
                  <a:lnTo>
                    <a:pt x="334370" y="538400"/>
                  </a:lnTo>
                  <a:lnTo>
                    <a:pt x="687056" y="0"/>
                  </a:lnTo>
                  <a:lnTo>
                    <a:pt x="353112" y="426"/>
                  </a:lnTo>
                  <a:lnTo>
                    <a:pt x="0" y="538400"/>
                  </a:lnTo>
                  <a:close/>
                </a:path>
              </a:pathLst>
            </a:custGeom>
            <a:grpFill/>
            <a:ln w="0" cap="flat">
              <a:noFill/>
              <a:prstDash val="solid"/>
              <a:miter/>
            </a:ln>
          </p:spPr>
          <p:txBody>
            <a:bodyPr rtlCol="0" anchor="ctr"/>
            <a:lstStyle/>
            <a:p>
              <a:endParaRPr lang="en-US">
                <a:solidFill>
                  <a:srgbClr val="23004B"/>
                </a:solidFill>
              </a:endParaRPr>
            </a:p>
          </p:txBody>
        </p:sp>
        <p:sp>
          <p:nvSpPr>
            <p:cNvPr id="31" name="Freeform: Shape 14">
              <a:extLst>
                <a:ext uri="{FF2B5EF4-FFF2-40B4-BE49-F238E27FC236}">
                  <a16:creationId xmlns:a16="http://schemas.microsoft.com/office/drawing/2014/main" id="{39278968-DCCD-D056-D728-56F71D499700}"/>
                </a:ext>
              </a:extLst>
            </p:cNvPr>
            <p:cNvSpPr/>
            <p:nvPr/>
          </p:nvSpPr>
          <p:spPr>
            <a:xfrm>
              <a:off x="11660372" y="536254"/>
              <a:ext cx="29115" cy="29115"/>
            </a:xfrm>
            <a:custGeom>
              <a:avLst/>
              <a:gdLst>
                <a:gd name="connsiteX0" fmla="*/ 100524 w 185713"/>
                <a:gd name="connsiteY0" fmla="*/ 52392 h 185713"/>
                <a:gd name="connsiteX1" fmla="*/ 119692 w 185713"/>
                <a:gd name="connsiteY1" fmla="*/ 71985 h 185713"/>
                <a:gd name="connsiteX2" fmla="*/ 100524 w 185713"/>
                <a:gd name="connsiteY2" fmla="*/ 90727 h 185713"/>
                <a:gd name="connsiteX3" fmla="*/ 71133 w 185713"/>
                <a:gd name="connsiteY3" fmla="*/ 90727 h 185713"/>
                <a:gd name="connsiteX4" fmla="*/ 71133 w 185713"/>
                <a:gd name="connsiteY4" fmla="*/ 51966 h 185713"/>
                <a:gd name="connsiteX5" fmla="*/ 100524 w 185713"/>
                <a:gd name="connsiteY5" fmla="*/ 51966 h 185713"/>
                <a:gd name="connsiteX6" fmla="*/ 117988 w 185713"/>
                <a:gd name="connsiteY6" fmla="*/ 146101 h 185713"/>
                <a:gd name="connsiteX7" fmla="*/ 135452 w 185713"/>
                <a:gd name="connsiteY7" fmla="*/ 146101 h 185713"/>
                <a:gd name="connsiteX8" fmla="*/ 106913 w 185713"/>
                <a:gd name="connsiteY8" fmla="*/ 103506 h 185713"/>
                <a:gd name="connsiteX9" fmla="*/ 134174 w 185713"/>
                <a:gd name="connsiteY9" fmla="*/ 71985 h 185713"/>
                <a:gd name="connsiteX10" fmla="*/ 100524 w 185713"/>
                <a:gd name="connsiteY10" fmla="*/ 39613 h 185713"/>
                <a:gd name="connsiteX11" fmla="*/ 57077 w 185713"/>
                <a:gd name="connsiteY11" fmla="*/ 39613 h 185713"/>
                <a:gd name="connsiteX12" fmla="*/ 57077 w 185713"/>
                <a:gd name="connsiteY12" fmla="*/ 146101 h 185713"/>
                <a:gd name="connsiteX13" fmla="*/ 71133 w 185713"/>
                <a:gd name="connsiteY13" fmla="*/ 146101 h 185713"/>
                <a:gd name="connsiteX14" fmla="*/ 71133 w 185713"/>
                <a:gd name="connsiteY14" fmla="*/ 103932 h 185713"/>
                <a:gd name="connsiteX15" fmla="*/ 90301 w 185713"/>
                <a:gd name="connsiteY15" fmla="*/ 103932 h 185713"/>
                <a:gd name="connsiteX16" fmla="*/ 117988 w 185713"/>
                <a:gd name="connsiteY16" fmla="*/ 146101 h 185713"/>
                <a:gd name="connsiteX17" fmla="*/ 92857 w 185713"/>
                <a:gd name="connsiteY17" fmla="*/ 12778 h 185713"/>
                <a:gd name="connsiteX18" fmla="*/ 172510 w 185713"/>
                <a:gd name="connsiteY18" fmla="*/ 92431 h 185713"/>
                <a:gd name="connsiteX19" fmla="*/ 92857 w 185713"/>
                <a:gd name="connsiteY19" fmla="*/ 172509 h 185713"/>
                <a:gd name="connsiteX20" fmla="*/ 12779 w 185713"/>
                <a:gd name="connsiteY20" fmla="*/ 92431 h 185713"/>
                <a:gd name="connsiteX21" fmla="*/ 92857 w 185713"/>
                <a:gd name="connsiteY21" fmla="*/ 12778 h 185713"/>
                <a:gd name="connsiteX22" fmla="*/ 92857 w 185713"/>
                <a:gd name="connsiteY22" fmla="*/ 185714 h 185713"/>
                <a:gd name="connsiteX23" fmla="*/ 185714 w 185713"/>
                <a:gd name="connsiteY23" fmla="*/ 92857 h 185713"/>
                <a:gd name="connsiteX24" fmla="*/ 92857 w 185713"/>
                <a:gd name="connsiteY24" fmla="*/ 0 h 185713"/>
                <a:gd name="connsiteX25" fmla="*/ 0 w 185713"/>
                <a:gd name="connsiteY25" fmla="*/ 92857 h 185713"/>
                <a:gd name="connsiteX26" fmla="*/ 92857 w 185713"/>
                <a:gd name="connsiteY26" fmla="*/ 185714 h 185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85713" h="185713">
                  <a:moveTo>
                    <a:pt x="100524" y="52392"/>
                  </a:moveTo>
                  <a:cubicBezTo>
                    <a:pt x="110747" y="52392"/>
                    <a:pt x="119692" y="60485"/>
                    <a:pt x="119692" y="71985"/>
                  </a:cubicBezTo>
                  <a:cubicBezTo>
                    <a:pt x="119692" y="83060"/>
                    <a:pt x="110321" y="90727"/>
                    <a:pt x="100524" y="90727"/>
                  </a:cubicBezTo>
                  <a:lnTo>
                    <a:pt x="71133" y="90727"/>
                  </a:lnTo>
                  <a:lnTo>
                    <a:pt x="71133" y="51966"/>
                  </a:lnTo>
                  <a:lnTo>
                    <a:pt x="100524" y="51966"/>
                  </a:lnTo>
                  <a:close/>
                  <a:moveTo>
                    <a:pt x="117988" y="146101"/>
                  </a:moveTo>
                  <a:lnTo>
                    <a:pt x="135452" y="146101"/>
                  </a:lnTo>
                  <a:lnTo>
                    <a:pt x="106913" y="103506"/>
                  </a:lnTo>
                  <a:cubicBezTo>
                    <a:pt x="112877" y="103506"/>
                    <a:pt x="134174" y="95413"/>
                    <a:pt x="134174" y="71985"/>
                  </a:cubicBezTo>
                  <a:cubicBezTo>
                    <a:pt x="134174" y="52392"/>
                    <a:pt x="118840" y="39613"/>
                    <a:pt x="100524" y="39613"/>
                  </a:cubicBezTo>
                  <a:lnTo>
                    <a:pt x="57077" y="39613"/>
                  </a:lnTo>
                  <a:lnTo>
                    <a:pt x="57077" y="146101"/>
                  </a:lnTo>
                  <a:lnTo>
                    <a:pt x="71133" y="146101"/>
                  </a:lnTo>
                  <a:lnTo>
                    <a:pt x="71133" y="103932"/>
                  </a:lnTo>
                  <a:lnTo>
                    <a:pt x="90301" y="103932"/>
                  </a:lnTo>
                  <a:lnTo>
                    <a:pt x="117988" y="146101"/>
                  </a:lnTo>
                  <a:close/>
                  <a:moveTo>
                    <a:pt x="92857" y="12778"/>
                  </a:moveTo>
                  <a:cubicBezTo>
                    <a:pt x="137156" y="12778"/>
                    <a:pt x="172510" y="47706"/>
                    <a:pt x="172510" y="92431"/>
                  </a:cubicBezTo>
                  <a:cubicBezTo>
                    <a:pt x="172510" y="137156"/>
                    <a:pt x="137156" y="172509"/>
                    <a:pt x="92857" y="172509"/>
                  </a:cubicBezTo>
                  <a:cubicBezTo>
                    <a:pt x="48558" y="172509"/>
                    <a:pt x="12779" y="136304"/>
                    <a:pt x="12779" y="92431"/>
                  </a:cubicBezTo>
                  <a:cubicBezTo>
                    <a:pt x="12779" y="48558"/>
                    <a:pt x="48558" y="12778"/>
                    <a:pt x="92857" y="12778"/>
                  </a:cubicBezTo>
                  <a:moveTo>
                    <a:pt x="92857" y="185714"/>
                  </a:moveTo>
                  <a:cubicBezTo>
                    <a:pt x="144397" y="185714"/>
                    <a:pt x="185714" y="143971"/>
                    <a:pt x="185714" y="92857"/>
                  </a:cubicBezTo>
                  <a:cubicBezTo>
                    <a:pt x="185714" y="41743"/>
                    <a:pt x="144397" y="0"/>
                    <a:pt x="92857" y="0"/>
                  </a:cubicBezTo>
                  <a:cubicBezTo>
                    <a:pt x="41317" y="0"/>
                    <a:pt x="0" y="41317"/>
                    <a:pt x="0" y="92857"/>
                  </a:cubicBezTo>
                  <a:cubicBezTo>
                    <a:pt x="0" y="144397"/>
                    <a:pt x="41743" y="185714"/>
                    <a:pt x="92857" y="185714"/>
                  </a:cubicBezTo>
                </a:path>
              </a:pathLst>
            </a:custGeom>
            <a:grpFill/>
            <a:ln w="0" cap="flat">
              <a:noFill/>
              <a:prstDash val="solid"/>
              <a:miter/>
            </a:ln>
          </p:spPr>
          <p:txBody>
            <a:bodyPr rtlCol="0" anchor="ctr"/>
            <a:lstStyle/>
            <a:p>
              <a:endParaRPr lang="en-US">
                <a:solidFill>
                  <a:srgbClr val="23004B"/>
                </a:solidFill>
              </a:endParaRPr>
            </a:p>
          </p:txBody>
        </p:sp>
      </p:grpSp>
      <p:sp>
        <p:nvSpPr>
          <p:cNvPr id="11" name="Rectangle 10">
            <a:extLst>
              <a:ext uri="{FF2B5EF4-FFF2-40B4-BE49-F238E27FC236}">
                <a16:creationId xmlns:a16="http://schemas.microsoft.com/office/drawing/2014/main" id="{01F46010-8AD3-E8EE-4380-F13CCD6804B0}"/>
              </a:ext>
            </a:extLst>
          </p:cNvPr>
          <p:cNvSpPr/>
          <p:nvPr/>
        </p:nvSpPr>
        <p:spPr>
          <a:xfrm>
            <a:off x="368967" y="2234915"/>
            <a:ext cx="11430000" cy="384048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20">
            <a:extLst>
              <a:ext uri="{FF2B5EF4-FFF2-40B4-BE49-F238E27FC236}">
                <a16:creationId xmlns:a16="http://schemas.microsoft.com/office/drawing/2014/main" id="{75DDCFE2-1848-58E3-6ABD-D48FD775151B}"/>
              </a:ext>
            </a:extLst>
          </p:cNvPr>
          <p:cNvSpPr>
            <a:spLocks noGrp="1"/>
          </p:cNvSpPr>
          <p:nvPr>
            <p:ph type="body" sz="quarter" idx="13" hasCustomPrompt="1"/>
          </p:nvPr>
        </p:nvSpPr>
        <p:spPr>
          <a:xfrm>
            <a:off x="742332" y="3601185"/>
            <a:ext cx="1728425" cy="1906680"/>
          </a:xfrm>
        </p:spPr>
        <p:txBody>
          <a:bodyPr>
            <a:normAutofit/>
          </a:bodyPr>
          <a:lstStyle>
            <a:lvl1pPr marL="0" indent="0" algn="ctr">
              <a:buNone/>
              <a:defRPr sz="1200">
                <a:solidFill>
                  <a:schemeClr val="tx1"/>
                </a:solidFill>
                <a:latin typeface="+mn-lt"/>
              </a:defRPr>
            </a:lvl1pPr>
          </a:lstStyle>
          <a:p>
            <a:pPr lvl="0"/>
            <a:r>
              <a:rPr lang="en-US"/>
              <a:t>No more than 2 lines of body copy goes here - 12pt minimum</a:t>
            </a:r>
          </a:p>
        </p:txBody>
      </p:sp>
      <p:cxnSp>
        <p:nvCxnSpPr>
          <p:cNvPr id="4" name="Straight Connector 3">
            <a:extLst>
              <a:ext uri="{FF2B5EF4-FFF2-40B4-BE49-F238E27FC236}">
                <a16:creationId xmlns:a16="http://schemas.microsoft.com/office/drawing/2014/main" id="{BA0A0D7B-8EA5-2D94-1109-0372A6D4DA4B}"/>
              </a:ext>
            </a:extLst>
          </p:cNvPr>
          <p:cNvCxnSpPr>
            <a:cxnSpLocks/>
          </p:cNvCxnSpPr>
          <p:nvPr/>
        </p:nvCxnSpPr>
        <p:spPr>
          <a:xfrm>
            <a:off x="7173125" y="2880997"/>
            <a:ext cx="0" cy="2626868"/>
          </a:xfrm>
          <a:prstGeom prst="line">
            <a:avLst/>
          </a:prstGeom>
          <a:ln>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F87016D0-A123-6C63-38F2-92B17FE44F69}"/>
              </a:ext>
            </a:extLst>
          </p:cNvPr>
          <p:cNvCxnSpPr>
            <a:cxnSpLocks/>
          </p:cNvCxnSpPr>
          <p:nvPr/>
        </p:nvCxnSpPr>
        <p:spPr>
          <a:xfrm>
            <a:off x="9465498" y="2880997"/>
            <a:ext cx="0" cy="2626868"/>
          </a:xfrm>
          <a:prstGeom prst="line">
            <a:avLst/>
          </a:prstGeom>
          <a:ln>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58" name="Freeform: Shape 57">
            <a:extLst>
              <a:ext uri="{FF2B5EF4-FFF2-40B4-BE49-F238E27FC236}">
                <a16:creationId xmlns:a16="http://schemas.microsoft.com/office/drawing/2014/main" id="{1F39D28C-0EDB-085D-7345-3209116E934A}"/>
              </a:ext>
            </a:extLst>
          </p:cNvPr>
          <p:cNvSpPr/>
          <p:nvPr/>
        </p:nvSpPr>
        <p:spPr>
          <a:xfrm>
            <a:off x="10218127" y="1852175"/>
            <a:ext cx="939069" cy="756094"/>
          </a:xfrm>
          <a:custGeom>
            <a:avLst/>
            <a:gdLst>
              <a:gd name="connsiteX0" fmla="*/ 495491 w 939069"/>
              <a:gd name="connsiteY0" fmla="*/ 0 h 756094"/>
              <a:gd name="connsiteX1" fmla="*/ 495491 w 939069"/>
              <a:gd name="connsiteY1" fmla="*/ 0 h 756094"/>
              <a:gd name="connsiteX2" fmla="*/ 0 w 939069"/>
              <a:gd name="connsiteY2" fmla="*/ 754761 h 756094"/>
              <a:gd name="connsiteX3" fmla="*/ 426530 w 939069"/>
              <a:gd name="connsiteY3" fmla="*/ 756095 h 756094"/>
              <a:gd name="connsiteX4" fmla="*/ 939070 w 939069"/>
              <a:gd name="connsiteY4" fmla="*/ 953 h 756094"/>
              <a:gd name="connsiteX5" fmla="*/ 495491 w 939069"/>
              <a:gd name="connsiteY5" fmla="*/ 0 h 756094"/>
              <a:gd name="connsiteX6" fmla="*/ 495491 w 939069"/>
              <a:gd name="connsiteY6" fmla="*/ 0 h 756094"/>
              <a:gd name="connsiteX7" fmla="*/ 495491 w 939069"/>
              <a:gd name="connsiteY7" fmla="*/ 0 h 75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39069" h="756094">
                <a:moveTo>
                  <a:pt x="495491" y="0"/>
                </a:moveTo>
                <a:lnTo>
                  <a:pt x="495491" y="0"/>
                </a:lnTo>
                <a:lnTo>
                  <a:pt x="0" y="754761"/>
                </a:lnTo>
                <a:lnTo>
                  <a:pt x="426530" y="756095"/>
                </a:lnTo>
                <a:lnTo>
                  <a:pt x="939070" y="953"/>
                </a:lnTo>
                <a:lnTo>
                  <a:pt x="495491" y="0"/>
                </a:lnTo>
                <a:lnTo>
                  <a:pt x="495491" y="0"/>
                </a:lnTo>
                <a:lnTo>
                  <a:pt x="495491" y="0"/>
                </a:lnTo>
                <a:close/>
              </a:path>
            </a:pathLst>
          </a:custGeom>
          <a:solidFill>
            <a:srgbClr val="F7B916"/>
          </a:solidFill>
          <a:ln w="0"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CC487D51-4359-7C7E-0F8C-D6CFE7A109BD}"/>
              </a:ext>
            </a:extLst>
          </p:cNvPr>
          <p:cNvSpPr/>
          <p:nvPr/>
        </p:nvSpPr>
        <p:spPr>
          <a:xfrm>
            <a:off x="10374908" y="2035150"/>
            <a:ext cx="806958" cy="644747"/>
          </a:xfrm>
          <a:custGeom>
            <a:avLst/>
            <a:gdLst>
              <a:gd name="connsiteX0" fmla="*/ 0 w 806958"/>
              <a:gd name="connsiteY0" fmla="*/ 644081 h 644747"/>
              <a:gd name="connsiteX1" fmla="*/ 0 w 806958"/>
              <a:gd name="connsiteY1" fmla="*/ 644081 h 644747"/>
              <a:gd name="connsiteX2" fmla="*/ 383858 w 806958"/>
              <a:gd name="connsiteY2" fmla="*/ 644747 h 644747"/>
              <a:gd name="connsiteX3" fmla="*/ 806958 w 806958"/>
              <a:gd name="connsiteY3" fmla="*/ 1143 h 644747"/>
              <a:gd name="connsiteX4" fmla="*/ 437388 w 806958"/>
              <a:gd name="connsiteY4" fmla="*/ 0 h 644747"/>
              <a:gd name="connsiteX5" fmla="*/ 0 w 806958"/>
              <a:gd name="connsiteY5" fmla="*/ 644081 h 644747"/>
              <a:gd name="connsiteX6" fmla="*/ 0 w 806958"/>
              <a:gd name="connsiteY6" fmla="*/ 644081 h 644747"/>
              <a:gd name="connsiteX7" fmla="*/ 16002 w 806958"/>
              <a:gd name="connsiteY7" fmla="*/ 635699 h 644747"/>
              <a:gd name="connsiteX8" fmla="*/ 16002 w 806958"/>
              <a:gd name="connsiteY8" fmla="*/ 635699 h 644747"/>
              <a:gd name="connsiteX9" fmla="*/ 441865 w 806958"/>
              <a:gd name="connsiteY9" fmla="*/ 8382 h 644747"/>
              <a:gd name="connsiteX10" fmla="*/ 791242 w 806958"/>
              <a:gd name="connsiteY10" fmla="*/ 9525 h 644747"/>
              <a:gd name="connsiteX11" fmla="*/ 379190 w 806958"/>
              <a:gd name="connsiteY11" fmla="*/ 636270 h 644747"/>
              <a:gd name="connsiteX12" fmla="*/ 16002 w 806958"/>
              <a:gd name="connsiteY12" fmla="*/ 635603 h 644747"/>
              <a:gd name="connsiteX13" fmla="*/ 16002 w 806958"/>
              <a:gd name="connsiteY13" fmla="*/ 635603 h 644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06958" h="644747">
                <a:moveTo>
                  <a:pt x="0" y="644081"/>
                </a:moveTo>
                <a:lnTo>
                  <a:pt x="0" y="644081"/>
                </a:lnTo>
                <a:lnTo>
                  <a:pt x="383858" y="644747"/>
                </a:lnTo>
                <a:lnTo>
                  <a:pt x="806958" y="1143"/>
                </a:lnTo>
                <a:lnTo>
                  <a:pt x="437388" y="0"/>
                </a:lnTo>
                <a:lnTo>
                  <a:pt x="0" y="644081"/>
                </a:lnTo>
                <a:lnTo>
                  <a:pt x="0" y="644081"/>
                </a:lnTo>
                <a:close/>
                <a:moveTo>
                  <a:pt x="16002" y="635699"/>
                </a:moveTo>
                <a:lnTo>
                  <a:pt x="16002" y="635699"/>
                </a:lnTo>
                <a:lnTo>
                  <a:pt x="441865" y="8382"/>
                </a:lnTo>
                <a:lnTo>
                  <a:pt x="791242" y="9525"/>
                </a:lnTo>
                <a:lnTo>
                  <a:pt x="379190" y="636270"/>
                </a:lnTo>
                <a:lnTo>
                  <a:pt x="16002" y="635603"/>
                </a:lnTo>
                <a:lnTo>
                  <a:pt x="16002" y="635603"/>
                </a:lnTo>
                <a:close/>
              </a:path>
            </a:pathLst>
          </a:custGeom>
          <a:solidFill>
            <a:schemeClr val="accent4"/>
          </a:solidFill>
          <a:ln w="0" cap="flat">
            <a:noFill/>
            <a:prstDash val="solid"/>
            <a:miter/>
          </a:ln>
        </p:spPr>
        <p:txBody>
          <a:bodyPr rtlCol="0" anchor="ctr"/>
          <a:lstStyle/>
          <a:p>
            <a:endParaRPr lang="en-US"/>
          </a:p>
        </p:txBody>
      </p:sp>
      <p:sp>
        <p:nvSpPr>
          <p:cNvPr id="61" name="Freeform 47">
            <a:extLst>
              <a:ext uri="{FF2B5EF4-FFF2-40B4-BE49-F238E27FC236}">
                <a16:creationId xmlns:a16="http://schemas.microsoft.com/office/drawing/2014/main" id="{45A6E0EC-EB69-C942-A809-1284882E74F2}"/>
              </a:ext>
            </a:extLst>
          </p:cNvPr>
          <p:cNvSpPr/>
          <p:nvPr/>
        </p:nvSpPr>
        <p:spPr>
          <a:xfrm>
            <a:off x="10171896" y="1899210"/>
            <a:ext cx="606491" cy="606491"/>
          </a:xfrm>
          <a:custGeom>
            <a:avLst/>
            <a:gdLst>
              <a:gd name="connsiteX0" fmla="*/ 3285879 w 3285878"/>
              <a:gd name="connsiteY0" fmla="*/ 1642939 h 3285878"/>
              <a:gd name="connsiteX1" fmla="*/ 1642939 w 3285878"/>
              <a:gd name="connsiteY1" fmla="*/ 3285879 h 3285878"/>
              <a:gd name="connsiteX2" fmla="*/ 0 w 3285878"/>
              <a:gd name="connsiteY2" fmla="*/ 1642939 h 3285878"/>
              <a:gd name="connsiteX3" fmla="*/ 1642939 w 3285878"/>
              <a:gd name="connsiteY3" fmla="*/ 0 h 3285878"/>
              <a:gd name="connsiteX4" fmla="*/ 3285879 w 3285878"/>
              <a:gd name="connsiteY4" fmla="*/ 1642939 h 3285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5878" h="3285878">
                <a:moveTo>
                  <a:pt x="3285879" y="1642939"/>
                </a:moveTo>
                <a:cubicBezTo>
                  <a:pt x="3285879" y="2550310"/>
                  <a:pt x="2550310" y="3285879"/>
                  <a:pt x="1642939" y="3285879"/>
                </a:cubicBezTo>
                <a:cubicBezTo>
                  <a:pt x="735569" y="3285879"/>
                  <a:pt x="0" y="2550310"/>
                  <a:pt x="0" y="1642939"/>
                </a:cubicBezTo>
                <a:cubicBezTo>
                  <a:pt x="0" y="735569"/>
                  <a:pt x="735569" y="0"/>
                  <a:pt x="1642939" y="0"/>
                </a:cubicBezTo>
                <a:cubicBezTo>
                  <a:pt x="2550310" y="0"/>
                  <a:pt x="3285879" y="735569"/>
                  <a:pt x="3285879" y="1642939"/>
                </a:cubicBezTo>
                <a:close/>
              </a:path>
            </a:pathLst>
          </a:custGeom>
          <a:solidFill>
            <a:schemeClr val="tx2"/>
          </a:solidFill>
          <a:ln w="12575" cap="flat">
            <a:noFill/>
            <a:prstDash val="solid"/>
            <a:miter/>
          </a:ln>
        </p:spPr>
        <p:txBody>
          <a:bodyPr rtlCol="0" anchor="ctr"/>
          <a:lstStyle/>
          <a:p>
            <a:endParaRPr lang="en-US"/>
          </a:p>
        </p:txBody>
      </p:sp>
      <p:sp>
        <p:nvSpPr>
          <p:cNvPr id="63" name="Text Placeholder 20">
            <a:extLst>
              <a:ext uri="{FF2B5EF4-FFF2-40B4-BE49-F238E27FC236}">
                <a16:creationId xmlns:a16="http://schemas.microsoft.com/office/drawing/2014/main" id="{10EA53F0-1E89-7FE1-6F87-3B783C18628F}"/>
              </a:ext>
            </a:extLst>
          </p:cNvPr>
          <p:cNvSpPr>
            <a:spLocks noGrp="1"/>
          </p:cNvSpPr>
          <p:nvPr>
            <p:ph type="body" sz="quarter" idx="14" hasCustomPrompt="1"/>
          </p:nvPr>
        </p:nvSpPr>
        <p:spPr>
          <a:xfrm>
            <a:off x="2891277" y="3601185"/>
            <a:ext cx="1728425" cy="1906680"/>
          </a:xfrm>
        </p:spPr>
        <p:txBody>
          <a:bodyPr>
            <a:normAutofit/>
          </a:bodyPr>
          <a:lstStyle>
            <a:lvl1pPr marL="0" indent="0" algn="ctr">
              <a:buNone/>
              <a:defRPr sz="1200">
                <a:solidFill>
                  <a:schemeClr val="tx1"/>
                </a:solidFill>
                <a:latin typeface="+mn-lt"/>
              </a:defRPr>
            </a:lvl1pPr>
          </a:lstStyle>
          <a:p>
            <a:pPr lvl="0"/>
            <a:r>
              <a:rPr lang="en-US"/>
              <a:t>No more than 2 lines of body copy goes here - 12pt minimum</a:t>
            </a:r>
          </a:p>
        </p:txBody>
      </p:sp>
      <p:sp>
        <p:nvSpPr>
          <p:cNvPr id="64" name="Text Placeholder 20">
            <a:extLst>
              <a:ext uri="{FF2B5EF4-FFF2-40B4-BE49-F238E27FC236}">
                <a16:creationId xmlns:a16="http://schemas.microsoft.com/office/drawing/2014/main" id="{C933F30B-2681-CE34-B9CC-C437D17CAB35}"/>
              </a:ext>
            </a:extLst>
          </p:cNvPr>
          <p:cNvSpPr>
            <a:spLocks noGrp="1"/>
          </p:cNvSpPr>
          <p:nvPr>
            <p:ph type="body" sz="quarter" idx="15" hasCustomPrompt="1"/>
          </p:nvPr>
        </p:nvSpPr>
        <p:spPr>
          <a:xfrm>
            <a:off x="5198373" y="3601185"/>
            <a:ext cx="1728425" cy="1906680"/>
          </a:xfrm>
        </p:spPr>
        <p:txBody>
          <a:bodyPr>
            <a:normAutofit/>
          </a:bodyPr>
          <a:lstStyle>
            <a:lvl1pPr marL="0" indent="0" algn="ctr">
              <a:buNone/>
              <a:defRPr sz="1200">
                <a:solidFill>
                  <a:schemeClr val="tx1"/>
                </a:solidFill>
                <a:latin typeface="+mn-lt"/>
              </a:defRPr>
            </a:lvl1pPr>
          </a:lstStyle>
          <a:p>
            <a:pPr lvl="0"/>
            <a:r>
              <a:rPr lang="en-US"/>
              <a:t>No more than 2 lines of body copy goes here - 12pt minimum</a:t>
            </a:r>
          </a:p>
        </p:txBody>
      </p:sp>
      <p:sp>
        <p:nvSpPr>
          <p:cNvPr id="65" name="Text Placeholder 20">
            <a:extLst>
              <a:ext uri="{FF2B5EF4-FFF2-40B4-BE49-F238E27FC236}">
                <a16:creationId xmlns:a16="http://schemas.microsoft.com/office/drawing/2014/main" id="{BD083A3D-17D6-686E-E99E-2149AF63DEC6}"/>
              </a:ext>
            </a:extLst>
          </p:cNvPr>
          <p:cNvSpPr>
            <a:spLocks noGrp="1"/>
          </p:cNvSpPr>
          <p:nvPr>
            <p:ph type="body" sz="quarter" idx="16" hasCustomPrompt="1"/>
          </p:nvPr>
        </p:nvSpPr>
        <p:spPr>
          <a:xfrm>
            <a:off x="7440274" y="3601185"/>
            <a:ext cx="1728425" cy="1906680"/>
          </a:xfrm>
        </p:spPr>
        <p:txBody>
          <a:bodyPr>
            <a:normAutofit/>
          </a:bodyPr>
          <a:lstStyle>
            <a:lvl1pPr marL="0" indent="0" algn="ctr">
              <a:buNone/>
              <a:defRPr sz="1200">
                <a:solidFill>
                  <a:schemeClr val="tx1"/>
                </a:solidFill>
                <a:latin typeface="+mn-lt"/>
              </a:defRPr>
            </a:lvl1pPr>
          </a:lstStyle>
          <a:p>
            <a:pPr lvl="0"/>
            <a:r>
              <a:rPr lang="en-US"/>
              <a:t>No more than 2 lines of body copy goes here - 12pt minimum</a:t>
            </a:r>
          </a:p>
        </p:txBody>
      </p:sp>
      <p:sp>
        <p:nvSpPr>
          <p:cNvPr id="66" name="Text Placeholder 20">
            <a:extLst>
              <a:ext uri="{FF2B5EF4-FFF2-40B4-BE49-F238E27FC236}">
                <a16:creationId xmlns:a16="http://schemas.microsoft.com/office/drawing/2014/main" id="{AB7CFF9F-82D9-0FE5-532C-DFBBFF416682}"/>
              </a:ext>
            </a:extLst>
          </p:cNvPr>
          <p:cNvSpPr>
            <a:spLocks noGrp="1"/>
          </p:cNvSpPr>
          <p:nvPr>
            <p:ph type="body" sz="quarter" idx="17" hasCustomPrompt="1"/>
          </p:nvPr>
        </p:nvSpPr>
        <p:spPr>
          <a:xfrm>
            <a:off x="9741108" y="3601185"/>
            <a:ext cx="1728425" cy="1906680"/>
          </a:xfrm>
        </p:spPr>
        <p:txBody>
          <a:bodyPr>
            <a:normAutofit/>
          </a:bodyPr>
          <a:lstStyle>
            <a:lvl1pPr marL="0" indent="0" algn="ctr">
              <a:buNone/>
              <a:defRPr sz="1200">
                <a:solidFill>
                  <a:schemeClr val="tx1"/>
                </a:solidFill>
                <a:latin typeface="+mn-lt"/>
              </a:defRPr>
            </a:lvl1pPr>
          </a:lstStyle>
          <a:p>
            <a:pPr lvl="0"/>
            <a:r>
              <a:rPr lang="en-US"/>
              <a:t>No more than 2 lines of body copy goes here - 12pt minimum</a:t>
            </a:r>
          </a:p>
        </p:txBody>
      </p:sp>
      <p:cxnSp>
        <p:nvCxnSpPr>
          <p:cNvPr id="75" name="Straight Connector 74">
            <a:extLst>
              <a:ext uri="{FF2B5EF4-FFF2-40B4-BE49-F238E27FC236}">
                <a16:creationId xmlns:a16="http://schemas.microsoft.com/office/drawing/2014/main" id="{E9E3FFBB-8765-6C5F-8C85-FF3021A2B264}"/>
              </a:ext>
            </a:extLst>
          </p:cNvPr>
          <p:cNvCxnSpPr>
            <a:cxnSpLocks/>
          </p:cNvCxnSpPr>
          <p:nvPr/>
        </p:nvCxnSpPr>
        <p:spPr>
          <a:xfrm>
            <a:off x="4883973" y="2880997"/>
            <a:ext cx="0" cy="2626868"/>
          </a:xfrm>
          <a:prstGeom prst="line">
            <a:avLst/>
          </a:prstGeom>
          <a:ln>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F6967692-C380-BBC5-F2DB-1C6813E795C6}"/>
              </a:ext>
            </a:extLst>
          </p:cNvPr>
          <p:cNvCxnSpPr>
            <a:cxnSpLocks/>
          </p:cNvCxnSpPr>
          <p:nvPr/>
        </p:nvCxnSpPr>
        <p:spPr>
          <a:xfrm>
            <a:off x="2693223" y="2880997"/>
            <a:ext cx="0" cy="2626868"/>
          </a:xfrm>
          <a:prstGeom prst="line">
            <a:avLst/>
          </a:prstGeom>
          <a:ln>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77" name="Freeform: Shape 76">
            <a:extLst>
              <a:ext uri="{FF2B5EF4-FFF2-40B4-BE49-F238E27FC236}">
                <a16:creationId xmlns:a16="http://schemas.microsoft.com/office/drawing/2014/main" id="{826D5FDB-CCA0-BD0A-CE32-45A9569628AE}"/>
              </a:ext>
            </a:extLst>
          </p:cNvPr>
          <p:cNvSpPr/>
          <p:nvPr/>
        </p:nvSpPr>
        <p:spPr>
          <a:xfrm>
            <a:off x="7894027" y="1852175"/>
            <a:ext cx="939069" cy="756094"/>
          </a:xfrm>
          <a:custGeom>
            <a:avLst/>
            <a:gdLst>
              <a:gd name="connsiteX0" fmla="*/ 495491 w 939069"/>
              <a:gd name="connsiteY0" fmla="*/ 0 h 756094"/>
              <a:gd name="connsiteX1" fmla="*/ 495491 w 939069"/>
              <a:gd name="connsiteY1" fmla="*/ 0 h 756094"/>
              <a:gd name="connsiteX2" fmla="*/ 0 w 939069"/>
              <a:gd name="connsiteY2" fmla="*/ 754761 h 756094"/>
              <a:gd name="connsiteX3" fmla="*/ 426530 w 939069"/>
              <a:gd name="connsiteY3" fmla="*/ 756095 h 756094"/>
              <a:gd name="connsiteX4" fmla="*/ 939070 w 939069"/>
              <a:gd name="connsiteY4" fmla="*/ 953 h 756094"/>
              <a:gd name="connsiteX5" fmla="*/ 495491 w 939069"/>
              <a:gd name="connsiteY5" fmla="*/ 0 h 756094"/>
              <a:gd name="connsiteX6" fmla="*/ 495491 w 939069"/>
              <a:gd name="connsiteY6" fmla="*/ 0 h 756094"/>
              <a:gd name="connsiteX7" fmla="*/ 495491 w 939069"/>
              <a:gd name="connsiteY7" fmla="*/ 0 h 75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39069" h="756094">
                <a:moveTo>
                  <a:pt x="495491" y="0"/>
                </a:moveTo>
                <a:lnTo>
                  <a:pt x="495491" y="0"/>
                </a:lnTo>
                <a:lnTo>
                  <a:pt x="0" y="754761"/>
                </a:lnTo>
                <a:lnTo>
                  <a:pt x="426530" y="756095"/>
                </a:lnTo>
                <a:lnTo>
                  <a:pt x="939070" y="953"/>
                </a:lnTo>
                <a:lnTo>
                  <a:pt x="495491" y="0"/>
                </a:lnTo>
                <a:lnTo>
                  <a:pt x="495491" y="0"/>
                </a:lnTo>
                <a:lnTo>
                  <a:pt x="495491" y="0"/>
                </a:lnTo>
                <a:close/>
              </a:path>
            </a:pathLst>
          </a:custGeom>
          <a:solidFill>
            <a:srgbClr val="F7B916"/>
          </a:solidFill>
          <a:ln w="0"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8C9C7B0D-BE20-D670-A154-914A8F9AC9E3}"/>
              </a:ext>
            </a:extLst>
          </p:cNvPr>
          <p:cNvSpPr/>
          <p:nvPr/>
        </p:nvSpPr>
        <p:spPr>
          <a:xfrm>
            <a:off x="8050808" y="2035150"/>
            <a:ext cx="806958" cy="644747"/>
          </a:xfrm>
          <a:custGeom>
            <a:avLst/>
            <a:gdLst>
              <a:gd name="connsiteX0" fmla="*/ 0 w 806958"/>
              <a:gd name="connsiteY0" fmla="*/ 644081 h 644747"/>
              <a:gd name="connsiteX1" fmla="*/ 0 w 806958"/>
              <a:gd name="connsiteY1" fmla="*/ 644081 h 644747"/>
              <a:gd name="connsiteX2" fmla="*/ 383858 w 806958"/>
              <a:gd name="connsiteY2" fmla="*/ 644747 h 644747"/>
              <a:gd name="connsiteX3" fmla="*/ 806958 w 806958"/>
              <a:gd name="connsiteY3" fmla="*/ 1143 h 644747"/>
              <a:gd name="connsiteX4" fmla="*/ 437388 w 806958"/>
              <a:gd name="connsiteY4" fmla="*/ 0 h 644747"/>
              <a:gd name="connsiteX5" fmla="*/ 0 w 806958"/>
              <a:gd name="connsiteY5" fmla="*/ 644081 h 644747"/>
              <a:gd name="connsiteX6" fmla="*/ 0 w 806958"/>
              <a:gd name="connsiteY6" fmla="*/ 644081 h 644747"/>
              <a:gd name="connsiteX7" fmla="*/ 16002 w 806958"/>
              <a:gd name="connsiteY7" fmla="*/ 635699 h 644747"/>
              <a:gd name="connsiteX8" fmla="*/ 16002 w 806958"/>
              <a:gd name="connsiteY8" fmla="*/ 635699 h 644747"/>
              <a:gd name="connsiteX9" fmla="*/ 441865 w 806958"/>
              <a:gd name="connsiteY9" fmla="*/ 8382 h 644747"/>
              <a:gd name="connsiteX10" fmla="*/ 791242 w 806958"/>
              <a:gd name="connsiteY10" fmla="*/ 9525 h 644747"/>
              <a:gd name="connsiteX11" fmla="*/ 379190 w 806958"/>
              <a:gd name="connsiteY11" fmla="*/ 636270 h 644747"/>
              <a:gd name="connsiteX12" fmla="*/ 16002 w 806958"/>
              <a:gd name="connsiteY12" fmla="*/ 635603 h 644747"/>
              <a:gd name="connsiteX13" fmla="*/ 16002 w 806958"/>
              <a:gd name="connsiteY13" fmla="*/ 635603 h 644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06958" h="644747">
                <a:moveTo>
                  <a:pt x="0" y="644081"/>
                </a:moveTo>
                <a:lnTo>
                  <a:pt x="0" y="644081"/>
                </a:lnTo>
                <a:lnTo>
                  <a:pt x="383858" y="644747"/>
                </a:lnTo>
                <a:lnTo>
                  <a:pt x="806958" y="1143"/>
                </a:lnTo>
                <a:lnTo>
                  <a:pt x="437388" y="0"/>
                </a:lnTo>
                <a:lnTo>
                  <a:pt x="0" y="644081"/>
                </a:lnTo>
                <a:lnTo>
                  <a:pt x="0" y="644081"/>
                </a:lnTo>
                <a:close/>
                <a:moveTo>
                  <a:pt x="16002" y="635699"/>
                </a:moveTo>
                <a:lnTo>
                  <a:pt x="16002" y="635699"/>
                </a:lnTo>
                <a:lnTo>
                  <a:pt x="441865" y="8382"/>
                </a:lnTo>
                <a:lnTo>
                  <a:pt x="791242" y="9525"/>
                </a:lnTo>
                <a:lnTo>
                  <a:pt x="379190" y="636270"/>
                </a:lnTo>
                <a:lnTo>
                  <a:pt x="16002" y="635603"/>
                </a:lnTo>
                <a:lnTo>
                  <a:pt x="16002" y="635603"/>
                </a:lnTo>
                <a:close/>
              </a:path>
            </a:pathLst>
          </a:custGeom>
          <a:solidFill>
            <a:schemeClr val="accent4"/>
          </a:solidFill>
          <a:ln w="0" cap="flat">
            <a:noFill/>
            <a:prstDash val="solid"/>
            <a:miter/>
          </a:ln>
        </p:spPr>
        <p:txBody>
          <a:bodyPr rtlCol="0" anchor="ctr"/>
          <a:lstStyle/>
          <a:p>
            <a:endParaRPr lang="en-US"/>
          </a:p>
        </p:txBody>
      </p:sp>
      <p:sp>
        <p:nvSpPr>
          <p:cNvPr id="79" name="Freeform 47">
            <a:extLst>
              <a:ext uri="{FF2B5EF4-FFF2-40B4-BE49-F238E27FC236}">
                <a16:creationId xmlns:a16="http://schemas.microsoft.com/office/drawing/2014/main" id="{9FA64FF9-CB3D-754D-13F6-EA6312640CAE}"/>
              </a:ext>
            </a:extLst>
          </p:cNvPr>
          <p:cNvSpPr/>
          <p:nvPr/>
        </p:nvSpPr>
        <p:spPr>
          <a:xfrm>
            <a:off x="7847796" y="1899210"/>
            <a:ext cx="606491" cy="606491"/>
          </a:xfrm>
          <a:custGeom>
            <a:avLst/>
            <a:gdLst>
              <a:gd name="connsiteX0" fmla="*/ 3285879 w 3285878"/>
              <a:gd name="connsiteY0" fmla="*/ 1642939 h 3285878"/>
              <a:gd name="connsiteX1" fmla="*/ 1642939 w 3285878"/>
              <a:gd name="connsiteY1" fmla="*/ 3285879 h 3285878"/>
              <a:gd name="connsiteX2" fmla="*/ 0 w 3285878"/>
              <a:gd name="connsiteY2" fmla="*/ 1642939 h 3285878"/>
              <a:gd name="connsiteX3" fmla="*/ 1642939 w 3285878"/>
              <a:gd name="connsiteY3" fmla="*/ 0 h 3285878"/>
              <a:gd name="connsiteX4" fmla="*/ 3285879 w 3285878"/>
              <a:gd name="connsiteY4" fmla="*/ 1642939 h 3285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5878" h="3285878">
                <a:moveTo>
                  <a:pt x="3285879" y="1642939"/>
                </a:moveTo>
                <a:cubicBezTo>
                  <a:pt x="3285879" y="2550310"/>
                  <a:pt x="2550310" y="3285879"/>
                  <a:pt x="1642939" y="3285879"/>
                </a:cubicBezTo>
                <a:cubicBezTo>
                  <a:pt x="735569" y="3285879"/>
                  <a:pt x="0" y="2550310"/>
                  <a:pt x="0" y="1642939"/>
                </a:cubicBezTo>
                <a:cubicBezTo>
                  <a:pt x="0" y="735569"/>
                  <a:pt x="735569" y="0"/>
                  <a:pt x="1642939" y="0"/>
                </a:cubicBezTo>
                <a:cubicBezTo>
                  <a:pt x="2550310" y="0"/>
                  <a:pt x="3285879" y="735569"/>
                  <a:pt x="3285879" y="1642939"/>
                </a:cubicBezTo>
                <a:close/>
              </a:path>
            </a:pathLst>
          </a:custGeom>
          <a:solidFill>
            <a:schemeClr val="tx2"/>
          </a:solidFill>
          <a:ln w="1257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F67FED1E-E712-3E9B-9FF1-92BEF341A347}"/>
              </a:ext>
            </a:extLst>
          </p:cNvPr>
          <p:cNvSpPr/>
          <p:nvPr/>
        </p:nvSpPr>
        <p:spPr>
          <a:xfrm>
            <a:off x="5616158" y="1852175"/>
            <a:ext cx="939069" cy="756094"/>
          </a:xfrm>
          <a:custGeom>
            <a:avLst/>
            <a:gdLst>
              <a:gd name="connsiteX0" fmla="*/ 495491 w 939069"/>
              <a:gd name="connsiteY0" fmla="*/ 0 h 756094"/>
              <a:gd name="connsiteX1" fmla="*/ 495491 w 939069"/>
              <a:gd name="connsiteY1" fmla="*/ 0 h 756094"/>
              <a:gd name="connsiteX2" fmla="*/ 0 w 939069"/>
              <a:gd name="connsiteY2" fmla="*/ 754761 h 756094"/>
              <a:gd name="connsiteX3" fmla="*/ 426530 w 939069"/>
              <a:gd name="connsiteY3" fmla="*/ 756095 h 756094"/>
              <a:gd name="connsiteX4" fmla="*/ 939070 w 939069"/>
              <a:gd name="connsiteY4" fmla="*/ 953 h 756094"/>
              <a:gd name="connsiteX5" fmla="*/ 495491 w 939069"/>
              <a:gd name="connsiteY5" fmla="*/ 0 h 756094"/>
              <a:gd name="connsiteX6" fmla="*/ 495491 w 939069"/>
              <a:gd name="connsiteY6" fmla="*/ 0 h 756094"/>
              <a:gd name="connsiteX7" fmla="*/ 495491 w 939069"/>
              <a:gd name="connsiteY7" fmla="*/ 0 h 75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39069" h="756094">
                <a:moveTo>
                  <a:pt x="495491" y="0"/>
                </a:moveTo>
                <a:lnTo>
                  <a:pt x="495491" y="0"/>
                </a:lnTo>
                <a:lnTo>
                  <a:pt x="0" y="754761"/>
                </a:lnTo>
                <a:lnTo>
                  <a:pt x="426530" y="756095"/>
                </a:lnTo>
                <a:lnTo>
                  <a:pt x="939070" y="953"/>
                </a:lnTo>
                <a:lnTo>
                  <a:pt x="495491" y="0"/>
                </a:lnTo>
                <a:lnTo>
                  <a:pt x="495491" y="0"/>
                </a:lnTo>
                <a:lnTo>
                  <a:pt x="495491" y="0"/>
                </a:lnTo>
                <a:close/>
              </a:path>
            </a:pathLst>
          </a:custGeom>
          <a:solidFill>
            <a:srgbClr val="F7B916"/>
          </a:solidFill>
          <a:ln w="0"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9D573EF5-7D0C-2786-B2B2-B9E2D175F096}"/>
              </a:ext>
            </a:extLst>
          </p:cNvPr>
          <p:cNvSpPr/>
          <p:nvPr/>
        </p:nvSpPr>
        <p:spPr>
          <a:xfrm>
            <a:off x="5772939" y="2035150"/>
            <a:ext cx="806958" cy="644747"/>
          </a:xfrm>
          <a:custGeom>
            <a:avLst/>
            <a:gdLst>
              <a:gd name="connsiteX0" fmla="*/ 0 w 806958"/>
              <a:gd name="connsiteY0" fmla="*/ 644081 h 644747"/>
              <a:gd name="connsiteX1" fmla="*/ 0 w 806958"/>
              <a:gd name="connsiteY1" fmla="*/ 644081 h 644747"/>
              <a:gd name="connsiteX2" fmla="*/ 383858 w 806958"/>
              <a:gd name="connsiteY2" fmla="*/ 644747 h 644747"/>
              <a:gd name="connsiteX3" fmla="*/ 806958 w 806958"/>
              <a:gd name="connsiteY3" fmla="*/ 1143 h 644747"/>
              <a:gd name="connsiteX4" fmla="*/ 437388 w 806958"/>
              <a:gd name="connsiteY4" fmla="*/ 0 h 644747"/>
              <a:gd name="connsiteX5" fmla="*/ 0 w 806958"/>
              <a:gd name="connsiteY5" fmla="*/ 644081 h 644747"/>
              <a:gd name="connsiteX6" fmla="*/ 0 w 806958"/>
              <a:gd name="connsiteY6" fmla="*/ 644081 h 644747"/>
              <a:gd name="connsiteX7" fmla="*/ 16002 w 806958"/>
              <a:gd name="connsiteY7" fmla="*/ 635699 h 644747"/>
              <a:gd name="connsiteX8" fmla="*/ 16002 w 806958"/>
              <a:gd name="connsiteY8" fmla="*/ 635699 h 644747"/>
              <a:gd name="connsiteX9" fmla="*/ 441865 w 806958"/>
              <a:gd name="connsiteY9" fmla="*/ 8382 h 644747"/>
              <a:gd name="connsiteX10" fmla="*/ 791242 w 806958"/>
              <a:gd name="connsiteY10" fmla="*/ 9525 h 644747"/>
              <a:gd name="connsiteX11" fmla="*/ 379190 w 806958"/>
              <a:gd name="connsiteY11" fmla="*/ 636270 h 644747"/>
              <a:gd name="connsiteX12" fmla="*/ 16002 w 806958"/>
              <a:gd name="connsiteY12" fmla="*/ 635603 h 644747"/>
              <a:gd name="connsiteX13" fmla="*/ 16002 w 806958"/>
              <a:gd name="connsiteY13" fmla="*/ 635603 h 644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06958" h="644747">
                <a:moveTo>
                  <a:pt x="0" y="644081"/>
                </a:moveTo>
                <a:lnTo>
                  <a:pt x="0" y="644081"/>
                </a:lnTo>
                <a:lnTo>
                  <a:pt x="383858" y="644747"/>
                </a:lnTo>
                <a:lnTo>
                  <a:pt x="806958" y="1143"/>
                </a:lnTo>
                <a:lnTo>
                  <a:pt x="437388" y="0"/>
                </a:lnTo>
                <a:lnTo>
                  <a:pt x="0" y="644081"/>
                </a:lnTo>
                <a:lnTo>
                  <a:pt x="0" y="644081"/>
                </a:lnTo>
                <a:close/>
                <a:moveTo>
                  <a:pt x="16002" y="635699"/>
                </a:moveTo>
                <a:lnTo>
                  <a:pt x="16002" y="635699"/>
                </a:lnTo>
                <a:lnTo>
                  <a:pt x="441865" y="8382"/>
                </a:lnTo>
                <a:lnTo>
                  <a:pt x="791242" y="9525"/>
                </a:lnTo>
                <a:lnTo>
                  <a:pt x="379190" y="636270"/>
                </a:lnTo>
                <a:lnTo>
                  <a:pt x="16002" y="635603"/>
                </a:lnTo>
                <a:lnTo>
                  <a:pt x="16002" y="635603"/>
                </a:lnTo>
                <a:close/>
              </a:path>
            </a:pathLst>
          </a:custGeom>
          <a:solidFill>
            <a:schemeClr val="accent4"/>
          </a:solidFill>
          <a:ln w="0" cap="flat">
            <a:noFill/>
            <a:prstDash val="solid"/>
            <a:miter/>
          </a:ln>
        </p:spPr>
        <p:txBody>
          <a:bodyPr rtlCol="0" anchor="ctr"/>
          <a:lstStyle/>
          <a:p>
            <a:endParaRPr lang="en-US"/>
          </a:p>
        </p:txBody>
      </p:sp>
      <p:sp>
        <p:nvSpPr>
          <p:cNvPr id="82" name="Freeform 47">
            <a:extLst>
              <a:ext uri="{FF2B5EF4-FFF2-40B4-BE49-F238E27FC236}">
                <a16:creationId xmlns:a16="http://schemas.microsoft.com/office/drawing/2014/main" id="{C6232FDC-AE91-B0F2-D50B-DF560D30288F}"/>
              </a:ext>
            </a:extLst>
          </p:cNvPr>
          <p:cNvSpPr/>
          <p:nvPr/>
        </p:nvSpPr>
        <p:spPr>
          <a:xfrm>
            <a:off x="5569927" y="1899210"/>
            <a:ext cx="606491" cy="606491"/>
          </a:xfrm>
          <a:custGeom>
            <a:avLst/>
            <a:gdLst>
              <a:gd name="connsiteX0" fmla="*/ 3285879 w 3285878"/>
              <a:gd name="connsiteY0" fmla="*/ 1642939 h 3285878"/>
              <a:gd name="connsiteX1" fmla="*/ 1642939 w 3285878"/>
              <a:gd name="connsiteY1" fmla="*/ 3285879 h 3285878"/>
              <a:gd name="connsiteX2" fmla="*/ 0 w 3285878"/>
              <a:gd name="connsiteY2" fmla="*/ 1642939 h 3285878"/>
              <a:gd name="connsiteX3" fmla="*/ 1642939 w 3285878"/>
              <a:gd name="connsiteY3" fmla="*/ 0 h 3285878"/>
              <a:gd name="connsiteX4" fmla="*/ 3285879 w 3285878"/>
              <a:gd name="connsiteY4" fmla="*/ 1642939 h 3285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5878" h="3285878">
                <a:moveTo>
                  <a:pt x="3285879" y="1642939"/>
                </a:moveTo>
                <a:cubicBezTo>
                  <a:pt x="3285879" y="2550310"/>
                  <a:pt x="2550310" y="3285879"/>
                  <a:pt x="1642939" y="3285879"/>
                </a:cubicBezTo>
                <a:cubicBezTo>
                  <a:pt x="735569" y="3285879"/>
                  <a:pt x="0" y="2550310"/>
                  <a:pt x="0" y="1642939"/>
                </a:cubicBezTo>
                <a:cubicBezTo>
                  <a:pt x="0" y="735569"/>
                  <a:pt x="735569" y="0"/>
                  <a:pt x="1642939" y="0"/>
                </a:cubicBezTo>
                <a:cubicBezTo>
                  <a:pt x="2550310" y="0"/>
                  <a:pt x="3285879" y="735569"/>
                  <a:pt x="3285879" y="1642939"/>
                </a:cubicBezTo>
                <a:close/>
              </a:path>
            </a:pathLst>
          </a:custGeom>
          <a:solidFill>
            <a:schemeClr val="tx2"/>
          </a:solidFill>
          <a:ln w="1257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85C5DF5D-C4B7-5DC2-2ADA-E30D2D1EC1AF}"/>
              </a:ext>
            </a:extLst>
          </p:cNvPr>
          <p:cNvSpPr/>
          <p:nvPr/>
        </p:nvSpPr>
        <p:spPr>
          <a:xfrm>
            <a:off x="3384520" y="1852175"/>
            <a:ext cx="939069" cy="756094"/>
          </a:xfrm>
          <a:custGeom>
            <a:avLst/>
            <a:gdLst>
              <a:gd name="connsiteX0" fmla="*/ 495491 w 939069"/>
              <a:gd name="connsiteY0" fmla="*/ 0 h 756094"/>
              <a:gd name="connsiteX1" fmla="*/ 495491 w 939069"/>
              <a:gd name="connsiteY1" fmla="*/ 0 h 756094"/>
              <a:gd name="connsiteX2" fmla="*/ 0 w 939069"/>
              <a:gd name="connsiteY2" fmla="*/ 754761 h 756094"/>
              <a:gd name="connsiteX3" fmla="*/ 426530 w 939069"/>
              <a:gd name="connsiteY3" fmla="*/ 756095 h 756094"/>
              <a:gd name="connsiteX4" fmla="*/ 939070 w 939069"/>
              <a:gd name="connsiteY4" fmla="*/ 953 h 756094"/>
              <a:gd name="connsiteX5" fmla="*/ 495491 w 939069"/>
              <a:gd name="connsiteY5" fmla="*/ 0 h 756094"/>
              <a:gd name="connsiteX6" fmla="*/ 495491 w 939069"/>
              <a:gd name="connsiteY6" fmla="*/ 0 h 756094"/>
              <a:gd name="connsiteX7" fmla="*/ 495491 w 939069"/>
              <a:gd name="connsiteY7" fmla="*/ 0 h 75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39069" h="756094">
                <a:moveTo>
                  <a:pt x="495491" y="0"/>
                </a:moveTo>
                <a:lnTo>
                  <a:pt x="495491" y="0"/>
                </a:lnTo>
                <a:lnTo>
                  <a:pt x="0" y="754761"/>
                </a:lnTo>
                <a:lnTo>
                  <a:pt x="426530" y="756095"/>
                </a:lnTo>
                <a:lnTo>
                  <a:pt x="939070" y="953"/>
                </a:lnTo>
                <a:lnTo>
                  <a:pt x="495491" y="0"/>
                </a:lnTo>
                <a:lnTo>
                  <a:pt x="495491" y="0"/>
                </a:lnTo>
                <a:lnTo>
                  <a:pt x="495491" y="0"/>
                </a:lnTo>
                <a:close/>
              </a:path>
            </a:pathLst>
          </a:custGeom>
          <a:solidFill>
            <a:srgbClr val="F7B916"/>
          </a:solidFill>
          <a:ln w="0"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CA90AF2F-2BD3-6E21-BABE-D8ACA1BF17EF}"/>
              </a:ext>
            </a:extLst>
          </p:cNvPr>
          <p:cNvSpPr/>
          <p:nvPr/>
        </p:nvSpPr>
        <p:spPr>
          <a:xfrm>
            <a:off x="3541301" y="2035150"/>
            <a:ext cx="806958" cy="644747"/>
          </a:xfrm>
          <a:custGeom>
            <a:avLst/>
            <a:gdLst>
              <a:gd name="connsiteX0" fmla="*/ 0 w 806958"/>
              <a:gd name="connsiteY0" fmla="*/ 644081 h 644747"/>
              <a:gd name="connsiteX1" fmla="*/ 0 w 806958"/>
              <a:gd name="connsiteY1" fmla="*/ 644081 h 644747"/>
              <a:gd name="connsiteX2" fmla="*/ 383858 w 806958"/>
              <a:gd name="connsiteY2" fmla="*/ 644747 h 644747"/>
              <a:gd name="connsiteX3" fmla="*/ 806958 w 806958"/>
              <a:gd name="connsiteY3" fmla="*/ 1143 h 644747"/>
              <a:gd name="connsiteX4" fmla="*/ 437388 w 806958"/>
              <a:gd name="connsiteY4" fmla="*/ 0 h 644747"/>
              <a:gd name="connsiteX5" fmla="*/ 0 w 806958"/>
              <a:gd name="connsiteY5" fmla="*/ 644081 h 644747"/>
              <a:gd name="connsiteX6" fmla="*/ 0 w 806958"/>
              <a:gd name="connsiteY6" fmla="*/ 644081 h 644747"/>
              <a:gd name="connsiteX7" fmla="*/ 16002 w 806958"/>
              <a:gd name="connsiteY7" fmla="*/ 635699 h 644747"/>
              <a:gd name="connsiteX8" fmla="*/ 16002 w 806958"/>
              <a:gd name="connsiteY8" fmla="*/ 635699 h 644747"/>
              <a:gd name="connsiteX9" fmla="*/ 441865 w 806958"/>
              <a:gd name="connsiteY9" fmla="*/ 8382 h 644747"/>
              <a:gd name="connsiteX10" fmla="*/ 791242 w 806958"/>
              <a:gd name="connsiteY10" fmla="*/ 9525 h 644747"/>
              <a:gd name="connsiteX11" fmla="*/ 379190 w 806958"/>
              <a:gd name="connsiteY11" fmla="*/ 636270 h 644747"/>
              <a:gd name="connsiteX12" fmla="*/ 16002 w 806958"/>
              <a:gd name="connsiteY12" fmla="*/ 635603 h 644747"/>
              <a:gd name="connsiteX13" fmla="*/ 16002 w 806958"/>
              <a:gd name="connsiteY13" fmla="*/ 635603 h 644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06958" h="644747">
                <a:moveTo>
                  <a:pt x="0" y="644081"/>
                </a:moveTo>
                <a:lnTo>
                  <a:pt x="0" y="644081"/>
                </a:lnTo>
                <a:lnTo>
                  <a:pt x="383858" y="644747"/>
                </a:lnTo>
                <a:lnTo>
                  <a:pt x="806958" y="1143"/>
                </a:lnTo>
                <a:lnTo>
                  <a:pt x="437388" y="0"/>
                </a:lnTo>
                <a:lnTo>
                  <a:pt x="0" y="644081"/>
                </a:lnTo>
                <a:lnTo>
                  <a:pt x="0" y="644081"/>
                </a:lnTo>
                <a:close/>
                <a:moveTo>
                  <a:pt x="16002" y="635699"/>
                </a:moveTo>
                <a:lnTo>
                  <a:pt x="16002" y="635699"/>
                </a:lnTo>
                <a:lnTo>
                  <a:pt x="441865" y="8382"/>
                </a:lnTo>
                <a:lnTo>
                  <a:pt x="791242" y="9525"/>
                </a:lnTo>
                <a:lnTo>
                  <a:pt x="379190" y="636270"/>
                </a:lnTo>
                <a:lnTo>
                  <a:pt x="16002" y="635603"/>
                </a:lnTo>
                <a:lnTo>
                  <a:pt x="16002" y="635603"/>
                </a:lnTo>
                <a:close/>
              </a:path>
            </a:pathLst>
          </a:custGeom>
          <a:solidFill>
            <a:schemeClr val="accent4"/>
          </a:solidFill>
          <a:ln w="0" cap="flat">
            <a:noFill/>
            <a:prstDash val="solid"/>
            <a:miter/>
          </a:ln>
        </p:spPr>
        <p:txBody>
          <a:bodyPr rtlCol="0" anchor="ctr"/>
          <a:lstStyle/>
          <a:p>
            <a:endParaRPr lang="en-US"/>
          </a:p>
        </p:txBody>
      </p:sp>
      <p:sp>
        <p:nvSpPr>
          <p:cNvPr id="85" name="Freeform 47">
            <a:extLst>
              <a:ext uri="{FF2B5EF4-FFF2-40B4-BE49-F238E27FC236}">
                <a16:creationId xmlns:a16="http://schemas.microsoft.com/office/drawing/2014/main" id="{B83CC7AE-D95E-23ED-B83B-A655A19A4F9D}"/>
              </a:ext>
            </a:extLst>
          </p:cNvPr>
          <p:cNvSpPr/>
          <p:nvPr/>
        </p:nvSpPr>
        <p:spPr>
          <a:xfrm>
            <a:off x="3338289" y="1899210"/>
            <a:ext cx="606491" cy="606491"/>
          </a:xfrm>
          <a:custGeom>
            <a:avLst/>
            <a:gdLst>
              <a:gd name="connsiteX0" fmla="*/ 3285879 w 3285878"/>
              <a:gd name="connsiteY0" fmla="*/ 1642939 h 3285878"/>
              <a:gd name="connsiteX1" fmla="*/ 1642939 w 3285878"/>
              <a:gd name="connsiteY1" fmla="*/ 3285879 h 3285878"/>
              <a:gd name="connsiteX2" fmla="*/ 0 w 3285878"/>
              <a:gd name="connsiteY2" fmla="*/ 1642939 h 3285878"/>
              <a:gd name="connsiteX3" fmla="*/ 1642939 w 3285878"/>
              <a:gd name="connsiteY3" fmla="*/ 0 h 3285878"/>
              <a:gd name="connsiteX4" fmla="*/ 3285879 w 3285878"/>
              <a:gd name="connsiteY4" fmla="*/ 1642939 h 3285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5878" h="3285878">
                <a:moveTo>
                  <a:pt x="3285879" y="1642939"/>
                </a:moveTo>
                <a:cubicBezTo>
                  <a:pt x="3285879" y="2550310"/>
                  <a:pt x="2550310" y="3285879"/>
                  <a:pt x="1642939" y="3285879"/>
                </a:cubicBezTo>
                <a:cubicBezTo>
                  <a:pt x="735569" y="3285879"/>
                  <a:pt x="0" y="2550310"/>
                  <a:pt x="0" y="1642939"/>
                </a:cubicBezTo>
                <a:cubicBezTo>
                  <a:pt x="0" y="735569"/>
                  <a:pt x="735569" y="0"/>
                  <a:pt x="1642939" y="0"/>
                </a:cubicBezTo>
                <a:cubicBezTo>
                  <a:pt x="2550310" y="0"/>
                  <a:pt x="3285879" y="735569"/>
                  <a:pt x="3285879" y="1642939"/>
                </a:cubicBezTo>
                <a:close/>
              </a:path>
            </a:pathLst>
          </a:custGeom>
          <a:solidFill>
            <a:schemeClr val="tx2"/>
          </a:solidFill>
          <a:ln w="1257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EC6942A2-998A-73F2-C75F-F5BBD5493130}"/>
              </a:ext>
            </a:extLst>
          </p:cNvPr>
          <p:cNvSpPr/>
          <p:nvPr/>
        </p:nvSpPr>
        <p:spPr>
          <a:xfrm>
            <a:off x="1223281" y="1852175"/>
            <a:ext cx="939069" cy="756094"/>
          </a:xfrm>
          <a:custGeom>
            <a:avLst/>
            <a:gdLst>
              <a:gd name="connsiteX0" fmla="*/ 495491 w 939069"/>
              <a:gd name="connsiteY0" fmla="*/ 0 h 756094"/>
              <a:gd name="connsiteX1" fmla="*/ 495491 w 939069"/>
              <a:gd name="connsiteY1" fmla="*/ 0 h 756094"/>
              <a:gd name="connsiteX2" fmla="*/ 0 w 939069"/>
              <a:gd name="connsiteY2" fmla="*/ 754761 h 756094"/>
              <a:gd name="connsiteX3" fmla="*/ 426530 w 939069"/>
              <a:gd name="connsiteY3" fmla="*/ 756095 h 756094"/>
              <a:gd name="connsiteX4" fmla="*/ 939070 w 939069"/>
              <a:gd name="connsiteY4" fmla="*/ 953 h 756094"/>
              <a:gd name="connsiteX5" fmla="*/ 495491 w 939069"/>
              <a:gd name="connsiteY5" fmla="*/ 0 h 756094"/>
              <a:gd name="connsiteX6" fmla="*/ 495491 w 939069"/>
              <a:gd name="connsiteY6" fmla="*/ 0 h 756094"/>
              <a:gd name="connsiteX7" fmla="*/ 495491 w 939069"/>
              <a:gd name="connsiteY7" fmla="*/ 0 h 75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39069" h="756094">
                <a:moveTo>
                  <a:pt x="495491" y="0"/>
                </a:moveTo>
                <a:lnTo>
                  <a:pt x="495491" y="0"/>
                </a:lnTo>
                <a:lnTo>
                  <a:pt x="0" y="754761"/>
                </a:lnTo>
                <a:lnTo>
                  <a:pt x="426530" y="756095"/>
                </a:lnTo>
                <a:lnTo>
                  <a:pt x="939070" y="953"/>
                </a:lnTo>
                <a:lnTo>
                  <a:pt x="495491" y="0"/>
                </a:lnTo>
                <a:lnTo>
                  <a:pt x="495491" y="0"/>
                </a:lnTo>
                <a:lnTo>
                  <a:pt x="495491" y="0"/>
                </a:lnTo>
                <a:close/>
              </a:path>
            </a:pathLst>
          </a:custGeom>
          <a:solidFill>
            <a:srgbClr val="F7B916"/>
          </a:solidFill>
          <a:ln w="0"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8345F839-F4F6-A054-7293-3B03C115724E}"/>
              </a:ext>
            </a:extLst>
          </p:cNvPr>
          <p:cNvSpPr/>
          <p:nvPr/>
        </p:nvSpPr>
        <p:spPr>
          <a:xfrm>
            <a:off x="1380062" y="2035150"/>
            <a:ext cx="806958" cy="644747"/>
          </a:xfrm>
          <a:custGeom>
            <a:avLst/>
            <a:gdLst>
              <a:gd name="connsiteX0" fmla="*/ 0 w 806958"/>
              <a:gd name="connsiteY0" fmla="*/ 644081 h 644747"/>
              <a:gd name="connsiteX1" fmla="*/ 0 w 806958"/>
              <a:gd name="connsiteY1" fmla="*/ 644081 h 644747"/>
              <a:gd name="connsiteX2" fmla="*/ 383858 w 806958"/>
              <a:gd name="connsiteY2" fmla="*/ 644747 h 644747"/>
              <a:gd name="connsiteX3" fmla="*/ 806958 w 806958"/>
              <a:gd name="connsiteY3" fmla="*/ 1143 h 644747"/>
              <a:gd name="connsiteX4" fmla="*/ 437388 w 806958"/>
              <a:gd name="connsiteY4" fmla="*/ 0 h 644747"/>
              <a:gd name="connsiteX5" fmla="*/ 0 w 806958"/>
              <a:gd name="connsiteY5" fmla="*/ 644081 h 644747"/>
              <a:gd name="connsiteX6" fmla="*/ 0 w 806958"/>
              <a:gd name="connsiteY6" fmla="*/ 644081 h 644747"/>
              <a:gd name="connsiteX7" fmla="*/ 16002 w 806958"/>
              <a:gd name="connsiteY7" fmla="*/ 635699 h 644747"/>
              <a:gd name="connsiteX8" fmla="*/ 16002 w 806958"/>
              <a:gd name="connsiteY8" fmla="*/ 635699 h 644747"/>
              <a:gd name="connsiteX9" fmla="*/ 441865 w 806958"/>
              <a:gd name="connsiteY9" fmla="*/ 8382 h 644747"/>
              <a:gd name="connsiteX10" fmla="*/ 791242 w 806958"/>
              <a:gd name="connsiteY10" fmla="*/ 9525 h 644747"/>
              <a:gd name="connsiteX11" fmla="*/ 379190 w 806958"/>
              <a:gd name="connsiteY11" fmla="*/ 636270 h 644747"/>
              <a:gd name="connsiteX12" fmla="*/ 16002 w 806958"/>
              <a:gd name="connsiteY12" fmla="*/ 635603 h 644747"/>
              <a:gd name="connsiteX13" fmla="*/ 16002 w 806958"/>
              <a:gd name="connsiteY13" fmla="*/ 635603 h 644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06958" h="644747">
                <a:moveTo>
                  <a:pt x="0" y="644081"/>
                </a:moveTo>
                <a:lnTo>
                  <a:pt x="0" y="644081"/>
                </a:lnTo>
                <a:lnTo>
                  <a:pt x="383858" y="644747"/>
                </a:lnTo>
                <a:lnTo>
                  <a:pt x="806958" y="1143"/>
                </a:lnTo>
                <a:lnTo>
                  <a:pt x="437388" y="0"/>
                </a:lnTo>
                <a:lnTo>
                  <a:pt x="0" y="644081"/>
                </a:lnTo>
                <a:lnTo>
                  <a:pt x="0" y="644081"/>
                </a:lnTo>
                <a:close/>
                <a:moveTo>
                  <a:pt x="16002" y="635699"/>
                </a:moveTo>
                <a:lnTo>
                  <a:pt x="16002" y="635699"/>
                </a:lnTo>
                <a:lnTo>
                  <a:pt x="441865" y="8382"/>
                </a:lnTo>
                <a:lnTo>
                  <a:pt x="791242" y="9525"/>
                </a:lnTo>
                <a:lnTo>
                  <a:pt x="379190" y="636270"/>
                </a:lnTo>
                <a:lnTo>
                  <a:pt x="16002" y="635603"/>
                </a:lnTo>
                <a:lnTo>
                  <a:pt x="16002" y="635603"/>
                </a:lnTo>
                <a:close/>
              </a:path>
            </a:pathLst>
          </a:custGeom>
          <a:solidFill>
            <a:schemeClr val="accent4"/>
          </a:solidFill>
          <a:ln w="0" cap="flat">
            <a:noFill/>
            <a:prstDash val="solid"/>
            <a:miter/>
          </a:ln>
        </p:spPr>
        <p:txBody>
          <a:bodyPr rtlCol="0" anchor="ctr"/>
          <a:lstStyle/>
          <a:p>
            <a:endParaRPr lang="en-US"/>
          </a:p>
        </p:txBody>
      </p:sp>
      <p:sp>
        <p:nvSpPr>
          <p:cNvPr id="88" name="Freeform 47">
            <a:extLst>
              <a:ext uri="{FF2B5EF4-FFF2-40B4-BE49-F238E27FC236}">
                <a16:creationId xmlns:a16="http://schemas.microsoft.com/office/drawing/2014/main" id="{8D7DCCDB-7F13-C3E3-B99D-C6EA6FAB12D7}"/>
              </a:ext>
            </a:extLst>
          </p:cNvPr>
          <p:cNvSpPr/>
          <p:nvPr/>
        </p:nvSpPr>
        <p:spPr>
          <a:xfrm>
            <a:off x="1177050" y="1899210"/>
            <a:ext cx="606491" cy="606491"/>
          </a:xfrm>
          <a:custGeom>
            <a:avLst/>
            <a:gdLst>
              <a:gd name="connsiteX0" fmla="*/ 3285879 w 3285878"/>
              <a:gd name="connsiteY0" fmla="*/ 1642939 h 3285878"/>
              <a:gd name="connsiteX1" fmla="*/ 1642939 w 3285878"/>
              <a:gd name="connsiteY1" fmla="*/ 3285879 h 3285878"/>
              <a:gd name="connsiteX2" fmla="*/ 0 w 3285878"/>
              <a:gd name="connsiteY2" fmla="*/ 1642939 h 3285878"/>
              <a:gd name="connsiteX3" fmla="*/ 1642939 w 3285878"/>
              <a:gd name="connsiteY3" fmla="*/ 0 h 3285878"/>
              <a:gd name="connsiteX4" fmla="*/ 3285879 w 3285878"/>
              <a:gd name="connsiteY4" fmla="*/ 1642939 h 3285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5878" h="3285878">
                <a:moveTo>
                  <a:pt x="3285879" y="1642939"/>
                </a:moveTo>
                <a:cubicBezTo>
                  <a:pt x="3285879" y="2550310"/>
                  <a:pt x="2550310" y="3285879"/>
                  <a:pt x="1642939" y="3285879"/>
                </a:cubicBezTo>
                <a:cubicBezTo>
                  <a:pt x="735569" y="3285879"/>
                  <a:pt x="0" y="2550310"/>
                  <a:pt x="0" y="1642939"/>
                </a:cubicBezTo>
                <a:cubicBezTo>
                  <a:pt x="0" y="735569"/>
                  <a:pt x="735569" y="0"/>
                  <a:pt x="1642939" y="0"/>
                </a:cubicBezTo>
                <a:cubicBezTo>
                  <a:pt x="2550310" y="0"/>
                  <a:pt x="3285879" y="735569"/>
                  <a:pt x="3285879" y="1642939"/>
                </a:cubicBezTo>
                <a:close/>
              </a:path>
            </a:pathLst>
          </a:custGeom>
          <a:solidFill>
            <a:schemeClr val="tx2"/>
          </a:solidFill>
          <a:ln w="12575" cap="flat">
            <a:noFill/>
            <a:prstDash val="solid"/>
            <a:miter/>
          </a:ln>
        </p:spPr>
        <p:txBody>
          <a:bodyPr rtlCol="0" anchor="ctr"/>
          <a:lstStyle/>
          <a:p>
            <a:endParaRPr lang="en-US"/>
          </a:p>
        </p:txBody>
      </p:sp>
      <p:grpSp>
        <p:nvGrpSpPr>
          <p:cNvPr id="3" name="Group 2">
            <a:extLst>
              <a:ext uri="{FF2B5EF4-FFF2-40B4-BE49-F238E27FC236}">
                <a16:creationId xmlns:a16="http://schemas.microsoft.com/office/drawing/2014/main" id="{18E56CB3-3867-981F-ED2A-A50E032CCA70}"/>
              </a:ext>
            </a:extLst>
          </p:cNvPr>
          <p:cNvGrpSpPr/>
          <p:nvPr/>
        </p:nvGrpSpPr>
        <p:grpSpPr>
          <a:xfrm>
            <a:off x="10972800" y="274320"/>
            <a:ext cx="732897" cy="319002"/>
            <a:chOff x="10956590" y="246968"/>
            <a:chExt cx="732897" cy="319002"/>
          </a:xfrm>
          <a:solidFill>
            <a:srgbClr val="23004B"/>
          </a:solidFill>
        </p:grpSpPr>
        <p:sp>
          <p:nvSpPr>
            <p:cNvPr id="6" name="Freeform: Shape 6">
              <a:extLst>
                <a:ext uri="{FF2B5EF4-FFF2-40B4-BE49-F238E27FC236}">
                  <a16:creationId xmlns:a16="http://schemas.microsoft.com/office/drawing/2014/main" id="{B6D8792F-0EE8-F8CF-6086-71678323FF30}"/>
                </a:ext>
              </a:extLst>
            </p:cNvPr>
            <p:cNvSpPr/>
            <p:nvPr/>
          </p:nvSpPr>
          <p:spPr>
            <a:xfrm>
              <a:off x="11502373" y="368572"/>
              <a:ext cx="152189" cy="197064"/>
            </a:xfrm>
            <a:custGeom>
              <a:avLst/>
              <a:gdLst>
                <a:gd name="connsiteX0" fmla="*/ 573754 w 970738"/>
                <a:gd name="connsiteY0" fmla="*/ 503046 h 1256976"/>
                <a:gd name="connsiteX1" fmla="*/ 309665 w 970738"/>
                <a:gd name="connsiteY1" fmla="*/ 342037 h 1256976"/>
                <a:gd name="connsiteX2" fmla="*/ 479193 w 970738"/>
                <a:gd name="connsiteY2" fmla="*/ 230013 h 1256976"/>
                <a:gd name="connsiteX3" fmla="*/ 728799 w 970738"/>
                <a:gd name="connsiteY3" fmla="*/ 347575 h 1256976"/>
                <a:gd name="connsiteX4" fmla="*/ 898327 w 970738"/>
                <a:gd name="connsiteY4" fmla="*/ 181028 h 1256976"/>
                <a:gd name="connsiteX5" fmla="*/ 479193 w 970738"/>
                <a:gd name="connsiteY5" fmla="*/ 0 h 1256976"/>
                <a:gd name="connsiteX6" fmla="*/ 48558 w 970738"/>
                <a:gd name="connsiteY6" fmla="*/ 356094 h 1256976"/>
                <a:gd name="connsiteX7" fmla="*/ 404652 w 970738"/>
                <a:gd name="connsiteY7" fmla="*/ 726244 h 1256976"/>
                <a:gd name="connsiteX8" fmla="*/ 697705 w 970738"/>
                <a:gd name="connsiteY8" fmla="*/ 895772 h 1256976"/>
                <a:gd name="connsiteX9" fmla="*/ 485156 w 970738"/>
                <a:gd name="connsiteY9" fmla="*/ 1024834 h 1256976"/>
                <a:gd name="connsiteX10" fmla="*/ 174639 w 970738"/>
                <a:gd name="connsiteY10" fmla="*/ 888105 h 1256976"/>
                <a:gd name="connsiteX11" fmla="*/ 0 w 970738"/>
                <a:gd name="connsiteY11" fmla="*/ 1057632 h 1256976"/>
                <a:gd name="connsiteX12" fmla="*/ 502620 w 970738"/>
                <a:gd name="connsiteY12" fmla="*/ 1256977 h 1256976"/>
                <a:gd name="connsiteX13" fmla="*/ 970738 w 970738"/>
                <a:gd name="connsiteY13" fmla="*/ 880863 h 1256976"/>
                <a:gd name="connsiteX14" fmla="*/ 574606 w 970738"/>
                <a:gd name="connsiteY14" fmla="*/ 501768 h 125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70738" h="1256976">
                  <a:moveTo>
                    <a:pt x="573754" y="503046"/>
                  </a:moveTo>
                  <a:cubicBezTo>
                    <a:pt x="384206" y="454062"/>
                    <a:pt x="309665" y="434042"/>
                    <a:pt x="309665" y="342037"/>
                  </a:cubicBezTo>
                  <a:cubicBezTo>
                    <a:pt x="309665" y="270478"/>
                    <a:pt x="370150" y="230013"/>
                    <a:pt x="479193" y="230013"/>
                  </a:cubicBezTo>
                  <a:cubicBezTo>
                    <a:pt x="588236" y="230013"/>
                    <a:pt x="671722" y="281553"/>
                    <a:pt x="728799" y="347575"/>
                  </a:cubicBezTo>
                  <a:lnTo>
                    <a:pt x="898327" y="181028"/>
                  </a:lnTo>
                  <a:cubicBezTo>
                    <a:pt x="806322" y="80504"/>
                    <a:pt x="671722" y="0"/>
                    <a:pt x="479193" y="0"/>
                  </a:cubicBezTo>
                  <a:cubicBezTo>
                    <a:pt x="241087" y="0"/>
                    <a:pt x="48558" y="115006"/>
                    <a:pt x="48558" y="356094"/>
                  </a:cubicBezTo>
                  <a:cubicBezTo>
                    <a:pt x="48558" y="597181"/>
                    <a:pt x="226605" y="677685"/>
                    <a:pt x="404652" y="726244"/>
                  </a:cubicBezTo>
                  <a:cubicBezTo>
                    <a:pt x="608681" y="783747"/>
                    <a:pt x="697705" y="798229"/>
                    <a:pt x="697705" y="895772"/>
                  </a:cubicBezTo>
                  <a:cubicBezTo>
                    <a:pt x="697705" y="976276"/>
                    <a:pt x="631683" y="1024834"/>
                    <a:pt x="485156" y="1024834"/>
                  </a:cubicBezTo>
                  <a:cubicBezTo>
                    <a:pt x="355668" y="1024834"/>
                    <a:pt x="248754" y="981813"/>
                    <a:pt x="174639" y="888105"/>
                  </a:cubicBezTo>
                  <a:lnTo>
                    <a:pt x="0" y="1057632"/>
                  </a:lnTo>
                  <a:cubicBezTo>
                    <a:pt x="93283" y="1166249"/>
                    <a:pt x="263237" y="1256977"/>
                    <a:pt x="502620" y="1256977"/>
                  </a:cubicBezTo>
                  <a:cubicBezTo>
                    <a:pt x="844232" y="1256977"/>
                    <a:pt x="970738" y="1087449"/>
                    <a:pt x="970738" y="880863"/>
                  </a:cubicBezTo>
                  <a:cubicBezTo>
                    <a:pt x="970738" y="625294"/>
                    <a:pt x="764153" y="550753"/>
                    <a:pt x="574606" y="501768"/>
                  </a:cubicBezTo>
                  <a:close/>
                </a:path>
              </a:pathLst>
            </a:custGeom>
            <a:grpFill/>
            <a:ln w="0" cap="flat">
              <a:noFill/>
              <a:prstDash val="solid"/>
              <a:miter/>
            </a:ln>
          </p:spPr>
          <p:txBody>
            <a:bodyPr rtlCol="0" anchor="ctr"/>
            <a:lstStyle/>
            <a:p>
              <a:endParaRPr lang="en-US">
                <a:solidFill>
                  <a:srgbClr val="23004B"/>
                </a:solidFill>
              </a:endParaRPr>
            </a:p>
          </p:txBody>
        </p:sp>
        <p:sp>
          <p:nvSpPr>
            <p:cNvPr id="7" name="Freeform: Shape 7">
              <a:extLst>
                <a:ext uri="{FF2B5EF4-FFF2-40B4-BE49-F238E27FC236}">
                  <a16:creationId xmlns:a16="http://schemas.microsoft.com/office/drawing/2014/main" id="{2F9DCECE-62F8-3149-14BB-B5A2F4AD5564}"/>
                </a:ext>
              </a:extLst>
            </p:cNvPr>
            <p:cNvSpPr/>
            <p:nvPr/>
          </p:nvSpPr>
          <p:spPr>
            <a:xfrm>
              <a:off x="11129146" y="368572"/>
              <a:ext cx="198854" cy="197398"/>
            </a:xfrm>
            <a:custGeom>
              <a:avLst/>
              <a:gdLst>
                <a:gd name="connsiteX0" fmla="*/ 678111 w 1268394"/>
                <a:gd name="connsiteY0" fmla="*/ 1015037 h 1259106"/>
                <a:gd name="connsiteX1" fmla="*/ 1020149 w 1268394"/>
                <a:gd name="connsiteY1" fmla="*/ 885549 h 1259106"/>
                <a:gd name="connsiteX2" fmla="*/ 1189677 w 1268394"/>
                <a:gd name="connsiteY2" fmla="*/ 1063596 h 1259106"/>
                <a:gd name="connsiteX3" fmla="*/ 681093 w 1268394"/>
                <a:gd name="connsiteY3" fmla="*/ 1259106 h 1259106"/>
                <a:gd name="connsiteX4" fmla="*/ 0 w 1268394"/>
                <a:gd name="connsiteY4" fmla="*/ 629553 h 1259106"/>
                <a:gd name="connsiteX5" fmla="*/ 643610 w 1268394"/>
                <a:gd name="connsiteY5" fmla="*/ 0 h 1259106"/>
                <a:gd name="connsiteX6" fmla="*/ 1267199 w 1268394"/>
                <a:gd name="connsiteY6" fmla="*/ 727096 h 1259106"/>
                <a:gd name="connsiteX7" fmla="*/ 295609 w 1268394"/>
                <a:gd name="connsiteY7" fmla="*/ 727096 h 1259106"/>
                <a:gd name="connsiteX8" fmla="*/ 677685 w 1268394"/>
                <a:gd name="connsiteY8" fmla="*/ 1014611 h 1259106"/>
                <a:gd name="connsiteX9" fmla="*/ 974146 w 1268394"/>
                <a:gd name="connsiteY9" fmla="*/ 526473 h 1259106"/>
                <a:gd name="connsiteX10" fmla="*/ 646591 w 1268394"/>
                <a:gd name="connsiteY10" fmla="*/ 241939 h 1259106"/>
                <a:gd name="connsiteX11" fmla="*/ 296035 w 1268394"/>
                <a:gd name="connsiteY11" fmla="*/ 526473 h 1259106"/>
                <a:gd name="connsiteX12" fmla="*/ 974146 w 1268394"/>
                <a:gd name="connsiteY12" fmla="*/ 526473 h 1259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8394" h="1259106">
                  <a:moveTo>
                    <a:pt x="678111" y="1015037"/>
                  </a:moveTo>
                  <a:cubicBezTo>
                    <a:pt x="836139" y="1015037"/>
                    <a:pt x="951145" y="951997"/>
                    <a:pt x="1020149" y="885549"/>
                  </a:cubicBezTo>
                  <a:lnTo>
                    <a:pt x="1189677" y="1063596"/>
                  </a:lnTo>
                  <a:cubicBezTo>
                    <a:pt x="1077652" y="1175620"/>
                    <a:pt x="922606" y="1259106"/>
                    <a:pt x="681093" y="1259106"/>
                  </a:cubicBezTo>
                  <a:cubicBezTo>
                    <a:pt x="267070" y="1259106"/>
                    <a:pt x="0" y="991610"/>
                    <a:pt x="0" y="629553"/>
                  </a:cubicBezTo>
                  <a:cubicBezTo>
                    <a:pt x="0" y="267496"/>
                    <a:pt x="281553" y="0"/>
                    <a:pt x="643610" y="0"/>
                  </a:cubicBezTo>
                  <a:cubicBezTo>
                    <a:pt x="1054651" y="0"/>
                    <a:pt x="1287219" y="304554"/>
                    <a:pt x="1267199" y="727096"/>
                  </a:cubicBezTo>
                  <a:lnTo>
                    <a:pt x="295609" y="727096"/>
                  </a:lnTo>
                  <a:cubicBezTo>
                    <a:pt x="330111" y="902587"/>
                    <a:pt x="456618" y="1014611"/>
                    <a:pt x="677685" y="1014611"/>
                  </a:cubicBezTo>
                  <a:close/>
                  <a:moveTo>
                    <a:pt x="974146" y="526473"/>
                  </a:moveTo>
                  <a:cubicBezTo>
                    <a:pt x="948163" y="362483"/>
                    <a:pt x="847639" y="241939"/>
                    <a:pt x="646591" y="241939"/>
                  </a:cubicBezTo>
                  <a:cubicBezTo>
                    <a:pt x="459599" y="241939"/>
                    <a:pt x="330537" y="345445"/>
                    <a:pt x="296035" y="526473"/>
                  </a:cubicBezTo>
                  <a:lnTo>
                    <a:pt x="974146" y="526473"/>
                  </a:lnTo>
                  <a:close/>
                </a:path>
              </a:pathLst>
            </a:custGeom>
            <a:grpFill/>
            <a:ln w="0" cap="flat">
              <a:noFill/>
              <a:prstDash val="solid"/>
              <a:miter/>
            </a:ln>
          </p:spPr>
          <p:txBody>
            <a:bodyPr rtlCol="0" anchor="ctr"/>
            <a:lstStyle/>
            <a:p>
              <a:endParaRPr lang="en-US">
                <a:solidFill>
                  <a:srgbClr val="23004B"/>
                </a:solidFill>
              </a:endParaRPr>
            </a:p>
          </p:txBody>
        </p:sp>
        <p:sp>
          <p:nvSpPr>
            <p:cNvPr id="8" name="Freeform: Shape 8">
              <a:extLst>
                <a:ext uri="{FF2B5EF4-FFF2-40B4-BE49-F238E27FC236}">
                  <a16:creationId xmlns:a16="http://schemas.microsoft.com/office/drawing/2014/main" id="{323B399C-F1A7-180E-F672-09E4C1239E2A}"/>
                </a:ext>
              </a:extLst>
            </p:cNvPr>
            <p:cNvSpPr/>
            <p:nvPr/>
          </p:nvSpPr>
          <p:spPr>
            <a:xfrm>
              <a:off x="11359466" y="246968"/>
              <a:ext cx="44074" cy="315262"/>
            </a:xfrm>
            <a:custGeom>
              <a:avLst/>
              <a:gdLst>
                <a:gd name="connsiteX0" fmla="*/ 0 w 281126"/>
                <a:gd name="connsiteY0" fmla="*/ 0 h 2010906"/>
                <a:gd name="connsiteX1" fmla="*/ 281127 w 281126"/>
                <a:gd name="connsiteY1" fmla="*/ 0 h 2010906"/>
                <a:gd name="connsiteX2" fmla="*/ 281127 w 281126"/>
                <a:gd name="connsiteY2" fmla="*/ 2010907 h 2010906"/>
                <a:gd name="connsiteX3" fmla="*/ 0 w 281126"/>
                <a:gd name="connsiteY3" fmla="*/ 2010907 h 2010906"/>
                <a:gd name="connsiteX4" fmla="*/ 0 w 281126"/>
                <a:gd name="connsiteY4" fmla="*/ 0 h 2010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126" h="2010906">
                  <a:moveTo>
                    <a:pt x="0" y="0"/>
                  </a:moveTo>
                  <a:lnTo>
                    <a:pt x="281127" y="0"/>
                  </a:lnTo>
                  <a:lnTo>
                    <a:pt x="281127" y="2010907"/>
                  </a:lnTo>
                  <a:lnTo>
                    <a:pt x="0" y="2010907"/>
                  </a:lnTo>
                  <a:lnTo>
                    <a:pt x="0" y="0"/>
                  </a:lnTo>
                  <a:close/>
                </a:path>
              </a:pathLst>
            </a:custGeom>
            <a:grpFill/>
            <a:ln w="0" cap="flat">
              <a:noFill/>
              <a:prstDash val="solid"/>
              <a:miter/>
            </a:ln>
          </p:spPr>
          <p:txBody>
            <a:bodyPr rtlCol="0" anchor="ctr"/>
            <a:lstStyle/>
            <a:p>
              <a:endParaRPr lang="en-US">
                <a:solidFill>
                  <a:srgbClr val="23004B"/>
                </a:solidFill>
              </a:endParaRPr>
            </a:p>
          </p:txBody>
        </p:sp>
        <p:sp>
          <p:nvSpPr>
            <p:cNvPr id="9" name="Freeform: Shape 9">
              <a:extLst>
                <a:ext uri="{FF2B5EF4-FFF2-40B4-BE49-F238E27FC236}">
                  <a16:creationId xmlns:a16="http://schemas.microsoft.com/office/drawing/2014/main" id="{22159771-6073-D706-5879-F4802B145257}"/>
                </a:ext>
              </a:extLst>
            </p:cNvPr>
            <p:cNvSpPr/>
            <p:nvPr/>
          </p:nvSpPr>
          <p:spPr>
            <a:xfrm>
              <a:off x="11434392" y="370442"/>
              <a:ext cx="44541" cy="191588"/>
            </a:xfrm>
            <a:custGeom>
              <a:avLst/>
              <a:gdLst>
                <a:gd name="connsiteX0" fmla="*/ 0 w 284108"/>
                <a:gd name="connsiteY0" fmla="*/ 0 h 1222048"/>
                <a:gd name="connsiteX1" fmla="*/ 284108 w 284108"/>
                <a:gd name="connsiteY1" fmla="*/ 0 h 1222048"/>
                <a:gd name="connsiteX2" fmla="*/ 284108 w 284108"/>
                <a:gd name="connsiteY2" fmla="*/ 1222049 h 1222048"/>
                <a:gd name="connsiteX3" fmla="*/ 0 w 284108"/>
                <a:gd name="connsiteY3" fmla="*/ 1222049 h 1222048"/>
              </a:gdLst>
              <a:ahLst/>
              <a:cxnLst>
                <a:cxn ang="0">
                  <a:pos x="connsiteX0" y="connsiteY0"/>
                </a:cxn>
                <a:cxn ang="0">
                  <a:pos x="connsiteX1" y="connsiteY1"/>
                </a:cxn>
                <a:cxn ang="0">
                  <a:pos x="connsiteX2" y="connsiteY2"/>
                </a:cxn>
                <a:cxn ang="0">
                  <a:pos x="connsiteX3" y="connsiteY3"/>
                </a:cxn>
              </a:cxnLst>
              <a:rect l="l" t="t" r="r" b="b"/>
              <a:pathLst>
                <a:path w="284108" h="1222048">
                  <a:moveTo>
                    <a:pt x="0" y="0"/>
                  </a:moveTo>
                  <a:lnTo>
                    <a:pt x="284108" y="0"/>
                  </a:lnTo>
                  <a:lnTo>
                    <a:pt x="284108" y="1222049"/>
                  </a:lnTo>
                  <a:lnTo>
                    <a:pt x="0" y="1222049"/>
                  </a:lnTo>
                  <a:close/>
                </a:path>
              </a:pathLst>
            </a:custGeom>
            <a:grpFill/>
            <a:ln w="0" cap="flat">
              <a:noFill/>
              <a:prstDash val="solid"/>
              <a:miter/>
            </a:ln>
          </p:spPr>
          <p:txBody>
            <a:bodyPr rtlCol="0" anchor="ctr"/>
            <a:lstStyle/>
            <a:p>
              <a:endParaRPr lang="en-US">
                <a:solidFill>
                  <a:srgbClr val="23004B"/>
                </a:solidFill>
              </a:endParaRPr>
            </a:p>
          </p:txBody>
        </p:sp>
        <p:sp>
          <p:nvSpPr>
            <p:cNvPr id="32" name="Freeform: Shape 10">
              <a:extLst>
                <a:ext uri="{FF2B5EF4-FFF2-40B4-BE49-F238E27FC236}">
                  <a16:creationId xmlns:a16="http://schemas.microsoft.com/office/drawing/2014/main" id="{512DEA55-25B8-7048-1646-D20813B6174B}"/>
                </a:ext>
              </a:extLst>
            </p:cNvPr>
            <p:cNvSpPr/>
            <p:nvPr/>
          </p:nvSpPr>
          <p:spPr>
            <a:xfrm>
              <a:off x="11427581" y="278020"/>
              <a:ext cx="58498" cy="58097"/>
            </a:xfrm>
            <a:custGeom>
              <a:avLst/>
              <a:gdLst>
                <a:gd name="connsiteX0" fmla="*/ 0 w 373131"/>
                <a:gd name="connsiteY0" fmla="*/ 184010 h 370575"/>
                <a:gd name="connsiteX1" fmla="*/ 186566 w 373131"/>
                <a:gd name="connsiteY1" fmla="*/ 0 h 370575"/>
                <a:gd name="connsiteX2" fmla="*/ 373132 w 373131"/>
                <a:gd name="connsiteY2" fmla="*/ 184010 h 370575"/>
                <a:gd name="connsiteX3" fmla="*/ 186566 w 373131"/>
                <a:gd name="connsiteY3" fmla="*/ 370576 h 370575"/>
                <a:gd name="connsiteX4" fmla="*/ 0 w 373131"/>
                <a:gd name="connsiteY4" fmla="*/ 184010 h 370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3131" h="370575">
                  <a:moveTo>
                    <a:pt x="0" y="184010"/>
                  </a:moveTo>
                  <a:cubicBezTo>
                    <a:pt x="0" y="78375"/>
                    <a:pt x="86468" y="0"/>
                    <a:pt x="186566" y="0"/>
                  </a:cubicBezTo>
                  <a:cubicBezTo>
                    <a:pt x="286664" y="0"/>
                    <a:pt x="373132" y="77949"/>
                    <a:pt x="373132" y="184010"/>
                  </a:cubicBezTo>
                  <a:cubicBezTo>
                    <a:pt x="373132" y="295609"/>
                    <a:pt x="286664" y="370576"/>
                    <a:pt x="186566" y="370576"/>
                  </a:cubicBezTo>
                  <a:cubicBezTo>
                    <a:pt x="86468" y="370576"/>
                    <a:pt x="0" y="295183"/>
                    <a:pt x="0" y="184010"/>
                  </a:cubicBezTo>
                  <a:close/>
                </a:path>
              </a:pathLst>
            </a:custGeom>
            <a:grpFill/>
            <a:ln w="0" cap="flat">
              <a:noFill/>
              <a:prstDash val="solid"/>
              <a:miter/>
            </a:ln>
          </p:spPr>
          <p:txBody>
            <a:bodyPr rtlCol="0" anchor="ctr"/>
            <a:lstStyle/>
            <a:p>
              <a:endParaRPr lang="en-US">
                <a:solidFill>
                  <a:srgbClr val="23004B"/>
                </a:solidFill>
              </a:endParaRPr>
            </a:p>
          </p:txBody>
        </p:sp>
        <p:sp>
          <p:nvSpPr>
            <p:cNvPr id="33" name="Freeform: Shape 11">
              <a:extLst>
                <a:ext uri="{FF2B5EF4-FFF2-40B4-BE49-F238E27FC236}">
                  <a16:creationId xmlns:a16="http://schemas.microsoft.com/office/drawing/2014/main" id="{6DF13E95-343D-72F4-54DE-3D50D508296A}"/>
                </a:ext>
              </a:extLst>
            </p:cNvPr>
            <p:cNvSpPr/>
            <p:nvPr/>
          </p:nvSpPr>
          <p:spPr>
            <a:xfrm>
              <a:off x="10971482" y="370308"/>
              <a:ext cx="163074" cy="40468"/>
            </a:xfrm>
            <a:custGeom>
              <a:avLst/>
              <a:gdLst>
                <a:gd name="connsiteX0" fmla="*/ 871918 w 1040168"/>
                <a:gd name="connsiteY0" fmla="*/ 257273 h 258125"/>
                <a:gd name="connsiteX1" fmla="*/ 1040168 w 1040168"/>
                <a:gd name="connsiteY1" fmla="*/ 0 h 258125"/>
                <a:gd name="connsiteX2" fmla="*/ 0 w 1040168"/>
                <a:gd name="connsiteY2" fmla="*/ 0 h 258125"/>
                <a:gd name="connsiteX3" fmla="*/ 0 w 1040168"/>
                <a:gd name="connsiteY3" fmla="*/ 258125 h 258125"/>
                <a:gd name="connsiteX4" fmla="*/ 871918 w 1040168"/>
                <a:gd name="connsiteY4" fmla="*/ 257273 h 258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168" h="258125">
                  <a:moveTo>
                    <a:pt x="871918" y="257273"/>
                  </a:moveTo>
                  <a:lnTo>
                    <a:pt x="1040168" y="0"/>
                  </a:lnTo>
                  <a:lnTo>
                    <a:pt x="0" y="0"/>
                  </a:lnTo>
                  <a:lnTo>
                    <a:pt x="0" y="258125"/>
                  </a:lnTo>
                  <a:lnTo>
                    <a:pt x="871918" y="257273"/>
                  </a:lnTo>
                  <a:close/>
                </a:path>
              </a:pathLst>
            </a:custGeom>
            <a:grpFill/>
            <a:ln w="0" cap="flat">
              <a:noFill/>
              <a:prstDash val="solid"/>
              <a:miter/>
            </a:ln>
          </p:spPr>
          <p:txBody>
            <a:bodyPr rtlCol="0" anchor="ctr"/>
            <a:lstStyle/>
            <a:p>
              <a:endParaRPr lang="en-US">
                <a:solidFill>
                  <a:srgbClr val="23004B"/>
                </a:solidFill>
              </a:endParaRPr>
            </a:p>
          </p:txBody>
        </p:sp>
        <p:sp>
          <p:nvSpPr>
            <p:cNvPr id="34" name="Freeform: Shape 12">
              <a:extLst>
                <a:ext uri="{FF2B5EF4-FFF2-40B4-BE49-F238E27FC236}">
                  <a16:creationId xmlns:a16="http://schemas.microsoft.com/office/drawing/2014/main" id="{51BC4A14-E2E5-D354-3FF2-E81581863FF5}"/>
                </a:ext>
              </a:extLst>
            </p:cNvPr>
            <p:cNvSpPr/>
            <p:nvPr/>
          </p:nvSpPr>
          <p:spPr>
            <a:xfrm>
              <a:off x="10956590" y="522096"/>
              <a:ext cx="163608" cy="40468"/>
            </a:xfrm>
            <a:custGeom>
              <a:avLst/>
              <a:gdLst>
                <a:gd name="connsiteX0" fmla="*/ 0 w 1043575"/>
                <a:gd name="connsiteY0" fmla="*/ 257699 h 258125"/>
                <a:gd name="connsiteX1" fmla="*/ 1043576 w 1043575"/>
                <a:gd name="connsiteY1" fmla="*/ 258125 h 258125"/>
                <a:gd name="connsiteX2" fmla="*/ 1043576 w 1043575"/>
                <a:gd name="connsiteY2" fmla="*/ 0 h 258125"/>
                <a:gd name="connsiteX3" fmla="*/ 168676 w 1043575"/>
                <a:gd name="connsiteY3" fmla="*/ 0 h 258125"/>
                <a:gd name="connsiteX4" fmla="*/ 0 w 1043575"/>
                <a:gd name="connsiteY4" fmla="*/ 257699 h 258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3575" h="258125">
                  <a:moveTo>
                    <a:pt x="0" y="257699"/>
                  </a:moveTo>
                  <a:lnTo>
                    <a:pt x="1043576" y="258125"/>
                  </a:lnTo>
                  <a:lnTo>
                    <a:pt x="1043576" y="0"/>
                  </a:lnTo>
                  <a:lnTo>
                    <a:pt x="168676" y="0"/>
                  </a:lnTo>
                  <a:lnTo>
                    <a:pt x="0" y="257699"/>
                  </a:lnTo>
                  <a:close/>
                </a:path>
              </a:pathLst>
            </a:custGeom>
            <a:grpFill/>
            <a:ln w="0" cap="flat">
              <a:noFill/>
              <a:prstDash val="solid"/>
              <a:miter/>
            </a:ln>
          </p:spPr>
          <p:txBody>
            <a:bodyPr rtlCol="0" anchor="ctr"/>
            <a:lstStyle/>
            <a:p>
              <a:endParaRPr lang="en-US">
                <a:solidFill>
                  <a:srgbClr val="23004B"/>
                </a:solidFill>
              </a:endParaRPr>
            </a:p>
          </p:txBody>
        </p:sp>
        <p:sp>
          <p:nvSpPr>
            <p:cNvPr id="35" name="Freeform: Shape 13">
              <a:extLst>
                <a:ext uri="{FF2B5EF4-FFF2-40B4-BE49-F238E27FC236}">
                  <a16:creationId xmlns:a16="http://schemas.microsoft.com/office/drawing/2014/main" id="{FEC0C3F0-9308-B8CE-0B5B-5A7412634068}"/>
                </a:ext>
              </a:extLst>
            </p:cNvPr>
            <p:cNvSpPr/>
            <p:nvPr/>
          </p:nvSpPr>
          <p:spPr>
            <a:xfrm>
              <a:off x="10991716" y="424065"/>
              <a:ext cx="107714" cy="84408"/>
            </a:xfrm>
            <a:custGeom>
              <a:avLst/>
              <a:gdLst>
                <a:gd name="connsiteX0" fmla="*/ 0 w 687056"/>
                <a:gd name="connsiteY0" fmla="*/ 538400 h 538399"/>
                <a:gd name="connsiteX1" fmla="*/ 334370 w 687056"/>
                <a:gd name="connsiteY1" fmla="*/ 538400 h 538399"/>
                <a:gd name="connsiteX2" fmla="*/ 687056 w 687056"/>
                <a:gd name="connsiteY2" fmla="*/ 0 h 538399"/>
                <a:gd name="connsiteX3" fmla="*/ 353112 w 687056"/>
                <a:gd name="connsiteY3" fmla="*/ 426 h 538399"/>
                <a:gd name="connsiteX4" fmla="*/ 0 w 687056"/>
                <a:gd name="connsiteY4" fmla="*/ 538400 h 5383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7056" h="538399">
                  <a:moveTo>
                    <a:pt x="0" y="538400"/>
                  </a:moveTo>
                  <a:lnTo>
                    <a:pt x="334370" y="538400"/>
                  </a:lnTo>
                  <a:lnTo>
                    <a:pt x="687056" y="0"/>
                  </a:lnTo>
                  <a:lnTo>
                    <a:pt x="353112" y="426"/>
                  </a:lnTo>
                  <a:lnTo>
                    <a:pt x="0" y="538400"/>
                  </a:lnTo>
                  <a:close/>
                </a:path>
              </a:pathLst>
            </a:custGeom>
            <a:grpFill/>
            <a:ln w="0" cap="flat">
              <a:noFill/>
              <a:prstDash val="solid"/>
              <a:miter/>
            </a:ln>
          </p:spPr>
          <p:txBody>
            <a:bodyPr rtlCol="0" anchor="ctr"/>
            <a:lstStyle/>
            <a:p>
              <a:endParaRPr lang="en-US">
                <a:solidFill>
                  <a:srgbClr val="23004B"/>
                </a:solidFill>
              </a:endParaRPr>
            </a:p>
          </p:txBody>
        </p:sp>
        <p:sp>
          <p:nvSpPr>
            <p:cNvPr id="36" name="Freeform: Shape 14">
              <a:extLst>
                <a:ext uri="{FF2B5EF4-FFF2-40B4-BE49-F238E27FC236}">
                  <a16:creationId xmlns:a16="http://schemas.microsoft.com/office/drawing/2014/main" id="{6598B9B1-6A4E-FBFA-E247-2B66857BB3C5}"/>
                </a:ext>
              </a:extLst>
            </p:cNvPr>
            <p:cNvSpPr/>
            <p:nvPr/>
          </p:nvSpPr>
          <p:spPr>
            <a:xfrm>
              <a:off x="11660372" y="536254"/>
              <a:ext cx="29115" cy="29115"/>
            </a:xfrm>
            <a:custGeom>
              <a:avLst/>
              <a:gdLst>
                <a:gd name="connsiteX0" fmla="*/ 100524 w 185713"/>
                <a:gd name="connsiteY0" fmla="*/ 52392 h 185713"/>
                <a:gd name="connsiteX1" fmla="*/ 119692 w 185713"/>
                <a:gd name="connsiteY1" fmla="*/ 71985 h 185713"/>
                <a:gd name="connsiteX2" fmla="*/ 100524 w 185713"/>
                <a:gd name="connsiteY2" fmla="*/ 90727 h 185713"/>
                <a:gd name="connsiteX3" fmla="*/ 71133 w 185713"/>
                <a:gd name="connsiteY3" fmla="*/ 90727 h 185713"/>
                <a:gd name="connsiteX4" fmla="*/ 71133 w 185713"/>
                <a:gd name="connsiteY4" fmla="*/ 51966 h 185713"/>
                <a:gd name="connsiteX5" fmla="*/ 100524 w 185713"/>
                <a:gd name="connsiteY5" fmla="*/ 51966 h 185713"/>
                <a:gd name="connsiteX6" fmla="*/ 117988 w 185713"/>
                <a:gd name="connsiteY6" fmla="*/ 146101 h 185713"/>
                <a:gd name="connsiteX7" fmla="*/ 135452 w 185713"/>
                <a:gd name="connsiteY7" fmla="*/ 146101 h 185713"/>
                <a:gd name="connsiteX8" fmla="*/ 106913 w 185713"/>
                <a:gd name="connsiteY8" fmla="*/ 103506 h 185713"/>
                <a:gd name="connsiteX9" fmla="*/ 134174 w 185713"/>
                <a:gd name="connsiteY9" fmla="*/ 71985 h 185713"/>
                <a:gd name="connsiteX10" fmla="*/ 100524 w 185713"/>
                <a:gd name="connsiteY10" fmla="*/ 39613 h 185713"/>
                <a:gd name="connsiteX11" fmla="*/ 57077 w 185713"/>
                <a:gd name="connsiteY11" fmla="*/ 39613 h 185713"/>
                <a:gd name="connsiteX12" fmla="*/ 57077 w 185713"/>
                <a:gd name="connsiteY12" fmla="*/ 146101 h 185713"/>
                <a:gd name="connsiteX13" fmla="*/ 71133 w 185713"/>
                <a:gd name="connsiteY13" fmla="*/ 146101 h 185713"/>
                <a:gd name="connsiteX14" fmla="*/ 71133 w 185713"/>
                <a:gd name="connsiteY14" fmla="*/ 103932 h 185713"/>
                <a:gd name="connsiteX15" fmla="*/ 90301 w 185713"/>
                <a:gd name="connsiteY15" fmla="*/ 103932 h 185713"/>
                <a:gd name="connsiteX16" fmla="*/ 117988 w 185713"/>
                <a:gd name="connsiteY16" fmla="*/ 146101 h 185713"/>
                <a:gd name="connsiteX17" fmla="*/ 92857 w 185713"/>
                <a:gd name="connsiteY17" fmla="*/ 12778 h 185713"/>
                <a:gd name="connsiteX18" fmla="*/ 172510 w 185713"/>
                <a:gd name="connsiteY18" fmla="*/ 92431 h 185713"/>
                <a:gd name="connsiteX19" fmla="*/ 92857 w 185713"/>
                <a:gd name="connsiteY19" fmla="*/ 172509 h 185713"/>
                <a:gd name="connsiteX20" fmla="*/ 12779 w 185713"/>
                <a:gd name="connsiteY20" fmla="*/ 92431 h 185713"/>
                <a:gd name="connsiteX21" fmla="*/ 92857 w 185713"/>
                <a:gd name="connsiteY21" fmla="*/ 12778 h 185713"/>
                <a:gd name="connsiteX22" fmla="*/ 92857 w 185713"/>
                <a:gd name="connsiteY22" fmla="*/ 185714 h 185713"/>
                <a:gd name="connsiteX23" fmla="*/ 185714 w 185713"/>
                <a:gd name="connsiteY23" fmla="*/ 92857 h 185713"/>
                <a:gd name="connsiteX24" fmla="*/ 92857 w 185713"/>
                <a:gd name="connsiteY24" fmla="*/ 0 h 185713"/>
                <a:gd name="connsiteX25" fmla="*/ 0 w 185713"/>
                <a:gd name="connsiteY25" fmla="*/ 92857 h 185713"/>
                <a:gd name="connsiteX26" fmla="*/ 92857 w 185713"/>
                <a:gd name="connsiteY26" fmla="*/ 185714 h 185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85713" h="185713">
                  <a:moveTo>
                    <a:pt x="100524" y="52392"/>
                  </a:moveTo>
                  <a:cubicBezTo>
                    <a:pt x="110747" y="52392"/>
                    <a:pt x="119692" y="60485"/>
                    <a:pt x="119692" y="71985"/>
                  </a:cubicBezTo>
                  <a:cubicBezTo>
                    <a:pt x="119692" y="83060"/>
                    <a:pt x="110321" y="90727"/>
                    <a:pt x="100524" y="90727"/>
                  </a:cubicBezTo>
                  <a:lnTo>
                    <a:pt x="71133" y="90727"/>
                  </a:lnTo>
                  <a:lnTo>
                    <a:pt x="71133" y="51966"/>
                  </a:lnTo>
                  <a:lnTo>
                    <a:pt x="100524" y="51966"/>
                  </a:lnTo>
                  <a:close/>
                  <a:moveTo>
                    <a:pt x="117988" y="146101"/>
                  </a:moveTo>
                  <a:lnTo>
                    <a:pt x="135452" y="146101"/>
                  </a:lnTo>
                  <a:lnTo>
                    <a:pt x="106913" y="103506"/>
                  </a:lnTo>
                  <a:cubicBezTo>
                    <a:pt x="112877" y="103506"/>
                    <a:pt x="134174" y="95413"/>
                    <a:pt x="134174" y="71985"/>
                  </a:cubicBezTo>
                  <a:cubicBezTo>
                    <a:pt x="134174" y="52392"/>
                    <a:pt x="118840" y="39613"/>
                    <a:pt x="100524" y="39613"/>
                  </a:cubicBezTo>
                  <a:lnTo>
                    <a:pt x="57077" y="39613"/>
                  </a:lnTo>
                  <a:lnTo>
                    <a:pt x="57077" y="146101"/>
                  </a:lnTo>
                  <a:lnTo>
                    <a:pt x="71133" y="146101"/>
                  </a:lnTo>
                  <a:lnTo>
                    <a:pt x="71133" y="103932"/>
                  </a:lnTo>
                  <a:lnTo>
                    <a:pt x="90301" y="103932"/>
                  </a:lnTo>
                  <a:lnTo>
                    <a:pt x="117988" y="146101"/>
                  </a:lnTo>
                  <a:close/>
                  <a:moveTo>
                    <a:pt x="92857" y="12778"/>
                  </a:moveTo>
                  <a:cubicBezTo>
                    <a:pt x="137156" y="12778"/>
                    <a:pt x="172510" y="47706"/>
                    <a:pt x="172510" y="92431"/>
                  </a:cubicBezTo>
                  <a:cubicBezTo>
                    <a:pt x="172510" y="137156"/>
                    <a:pt x="137156" y="172509"/>
                    <a:pt x="92857" y="172509"/>
                  </a:cubicBezTo>
                  <a:cubicBezTo>
                    <a:pt x="48558" y="172509"/>
                    <a:pt x="12779" y="136304"/>
                    <a:pt x="12779" y="92431"/>
                  </a:cubicBezTo>
                  <a:cubicBezTo>
                    <a:pt x="12779" y="48558"/>
                    <a:pt x="48558" y="12778"/>
                    <a:pt x="92857" y="12778"/>
                  </a:cubicBezTo>
                  <a:moveTo>
                    <a:pt x="92857" y="185714"/>
                  </a:moveTo>
                  <a:cubicBezTo>
                    <a:pt x="144397" y="185714"/>
                    <a:pt x="185714" y="143971"/>
                    <a:pt x="185714" y="92857"/>
                  </a:cubicBezTo>
                  <a:cubicBezTo>
                    <a:pt x="185714" y="41743"/>
                    <a:pt x="144397" y="0"/>
                    <a:pt x="92857" y="0"/>
                  </a:cubicBezTo>
                  <a:cubicBezTo>
                    <a:pt x="41317" y="0"/>
                    <a:pt x="0" y="41317"/>
                    <a:pt x="0" y="92857"/>
                  </a:cubicBezTo>
                  <a:cubicBezTo>
                    <a:pt x="0" y="144397"/>
                    <a:pt x="41743" y="185714"/>
                    <a:pt x="92857" y="185714"/>
                  </a:cubicBezTo>
                </a:path>
              </a:pathLst>
            </a:custGeom>
            <a:grpFill/>
            <a:ln w="0" cap="flat">
              <a:noFill/>
              <a:prstDash val="solid"/>
              <a:miter/>
            </a:ln>
          </p:spPr>
          <p:txBody>
            <a:bodyPr rtlCol="0" anchor="ctr"/>
            <a:lstStyle/>
            <a:p>
              <a:endParaRPr lang="en-US">
                <a:solidFill>
                  <a:srgbClr val="23004B"/>
                </a:solidFill>
              </a:endParaRPr>
            </a:p>
          </p:txBody>
        </p:sp>
      </p:grpSp>
      <p:sp>
        <p:nvSpPr>
          <p:cNvPr id="37" name="Text Placeholder 20">
            <a:extLst>
              <a:ext uri="{FF2B5EF4-FFF2-40B4-BE49-F238E27FC236}">
                <a16:creationId xmlns:a16="http://schemas.microsoft.com/office/drawing/2014/main" id="{FC97E33A-866F-0AA6-BC1F-10A20F009E9E}"/>
              </a:ext>
            </a:extLst>
          </p:cNvPr>
          <p:cNvSpPr>
            <a:spLocks noGrp="1"/>
          </p:cNvSpPr>
          <p:nvPr>
            <p:ph type="body" sz="quarter" idx="18" hasCustomPrompt="1"/>
          </p:nvPr>
        </p:nvSpPr>
        <p:spPr>
          <a:xfrm>
            <a:off x="742332" y="2995131"/>
            <a:ext cx="1728425" cy="392362"/>
          </a:xfrm>
        </p:spPr>
        <p:txBody>
          <a:bodyPr>
            <a:normAutofit/>
          </a:bodyPr>
          <a:lstStyle>
            <a:lvl1pPr marL="0" indent="0" algn="ctr">
              <a:buNone/>
              <a:defRPr sz="1200">
                <a:solidFill>
                  <a:schemeClr val="tx1"/>
                </a:solidFill>
                <a:latin typeface="+mj-lt"/>
              </a:defRPr>
            </a:lvl1pPr>
          </a:lstStyle>
          <a:p>
            <a:pPr lvl="0"/>
            <a:r>
              <a:rPr lang="en-US"/>
              <a:t>Heading – 12pt</a:t>
            </a:r>
          </a:p>
        </p:txBody>
      </p:sp>
      <p:sp>
        <p:nvSpPr>
          <p:cNvPr id="38" name="Text Placeholder 20">
            <a:extLst>
              <a:ext uri="{FF2B5EF4-FFF2-40B4-BE49-F238E27FC236}">
                <a16:creationId xmlns:a16="http://schemas.microsoft.com/office/drawing/2014/main" id="{F85F72A6-E71E-823E-FAB3-34F20385542A}"/>
              </a:ext>
            </a:extLst>
          </p:cNvPr>
          <p:cNvSpPr>
            <a:spLocks noGrp="1"/>
          </p:cNvSpPr>
          <p:nvPr>
            <p:ph type="body" sz="quarter" idx="19" hasCustomPrompt="1"/>
          </p:nvPr>
        </p:nvSpPr>
        <p:spPr>
          <a:xfrm>
            <a:off x="2891277" y="2995131"/>
            <a:ext cx="1728425" cy="392362"/>
          </a:xfrm>
        </p:spPr>
        <p:txBody>
          <a:bodyPr>
            <a:normAutofit/>
          </a:bodyPr>
          <a:lstStyle>
            <a:lvl1pPr marL="0" indent="0" algn="ctr">
              <a:buNone/>
              <a:defRPr sz="1200">
                <a:solidFill>
                  <a:schemeClr val="tx1"/>
                </a:solidFill>
                <a:latin typeface="+mj-lt"/>
              </a:defRPr>
            </a:lvl1pPr>
          </a:lstStyle>
          <a:p>
            <a:pPr lvl="0"/>
            <a:r>
              <a:rPr lang="en-US"/>
              <a:t>Heading – 12pt</a:t>
            </a:r>
          </a:p>
        </p:txBody>
      </p:sp>
      <p:sp>
        <p:nvSpPr>
          <p:cNvPr id="39" name="Text Placeholder 20">
            <a:extLst>
              <a:ext uri="{FF2B5EF4-FFF2-40B4-BE49-F238E27FC236}">
                <a16:creationId xmlns:a16="http://schemas.microsoft.com/office/drawing/2014/main" id="{3280FD68-FB1C-D892-63E9-DAB30311AED4}"/>
              </a:ext>
            </a:extLst>
          </p:cNvPr>
          <p:cNvSpPr>
            <a:spLocks noGrp="1"/>
          </p:cNvSpPr>
          <p:nvPr>
            <p:ph type="body" sz="quarter" idx="20" hasCustomPrompt="1"/>
          </p:nvPr>
        </p:nvSpPr>
        <p:spPr>
          <a:xfrm>
            <a:off x="5198373" y="2995131"/>
            <a:ext cx="1728425" cy="392362"/>
          </a:xfrm>
        </p:spPr>
        <p:txBody>
          <a:bodyPr>
            <a:normAutofit/>
          </a:bodyPr>
          <a:lstStyle>
            <a:lvl1pPr marL="0" indent="0" algn="ctr">
              <a:buNone/>
              <a:defRPr sz="1200">
                <a:solidFill>
                  <a:schemeClr val="tx1"/>
                </a:solidFill>
                <a:latin typeface="+mj-lt"/>
              </a:defRPr>
            </a:lvl1pPr>
          </a:lstStyle>
          <a:p>
            <a:pPr lvl="0"/>
            <a:r>
              <a:rPr lang="en-US"/>
              <a:t>Heading – 12pt</a:t>
            </a:r>
          </a:p>
        </p:txBody>
      </p:sp>
      <p:sp>
        <p:nvSpPr>
          <p:cNvPr id="40" name="Text Placeholder 20">
            <a:extLst>
              <a:ext uri="{FF2B5EF4-FFF2-40B4-BE49-F238E27FC236}">
                <a16:creationId xmlns:a16="http://schemas.microsoft.com/office/drawing/2014/main" id="{BD95520D-6ACF-AF2F-9A77-589C84A7D450}"/>
              </a:ext>
            </a:extLst>
          </p:cNvPr>
          <p:cNvSpPr>
            <a:spLocks noGrp="1"/>
          </p:cNvSpPr>
          <p:nvPr>
            <p:ph type="body" sz="quarter" idx="21" hasCustomPrompt="1"/>
          </p:nvPr>
        </p:nvSpPr>
        <p:spPr>
          <a:xfrm>
            <a:off x="7440274" y="2995131"/>
            <a:ext cx="1728425" cy="392362"/>
          </a:xfrm>
        </p:spPr>
        <p:txBody>
          <a:bodyPr>
            <a:normAutofit/>
          </a:bodyPr>
          <a:lstStyle>
            <a:lvl1pPr marL="0" indent="0" algn="ctr">
              <a:buNone/>
              <a:defRPr sz="1200">
                <a:solidFill>
                  <a:schemeClr val="tx1"/>
                </a:solidFill>
                <a:latin typeface="+mj-lt"/>
              </a:defRPr>
            </a:lvl1pPr>
          </a:lstStyle>
          <a:p>
            <a:pPr lvl="0"/>
            <a:r>
              <a:rPr lang="en-US"/>
              <a:t>Heading – 12pt</a:t>
            </a:r>
          </a:p>
        </p:txBody>
      </p:sp>
      <p:sp>
        <p:nvSpPr>
          <p:cNvPr id="41" name="Text Placeholder 20">
            <a:extLst>
              <a:ext uri="{FF2B5EF4-FFF2-40B4-BE49-F238E27FC236}">
                <a16:creationId xmlns:a16="http://schemas.microsoft.com/office/drawing/2014/main" id="{F6E89782-7A76-6291-D6C8-3EAD21E90D0B}"/>
              </a:ext>
            </a:extLst>
          </p:cNvPr>
          <p:cNvSpPr>
            <a:spLocks noGrp="1"/>
          </p:cNvSpPr>
          <p:nvPr>
            <p:ph type="body" sz="quarter" idx="22" hasCustomPrompt="1"/>
          </p:nvPr>
        </p:nvSpPr>
        <p:spPr>
          <a:xfrm>
            <a:off x="9741108" y="2995131"/>
            <a:ext cx="1728425" cy="392362"/>
          </a:xfrm>
        </p:spPr>
        <p:txBody>
          <a:bodyPr>
            <a:normAutofit/>
          </a:bodyPr>
          <a:lstStyle>
            <a:lvl1pPr marL="0" indent="0" algn="ctr">
              <a:buNone/>
              <a:defRPr sz="1200">
                <a:solidFill>
                  <a:schemeClr val="tx1"/>
                </a:solidFill>
                <a:latin typeface="+mj-lt"/>
              </a:defRPr>
            </a:lvl1pPr>
          </a:lstStyle>
          <a:p>
            <a:pPr lvl="0"/>
            <a:r>
              <a:rPr lang="en-US"/>
              <a:t>Heading – 12pt</a:t>
            </a:r>
          </a:p>
        </p:txBody>
      </p:sp>
      <p:sp>
        <p:nvSpPr>
          <p:cNvPr id="13" name="Subtitle 2">
            <a:extLst>
              <a:ext uri="{FF2B5EF4-FFF2-40B4-BE49-F238E27FC236}">
                <a16:creationId xmlns:a16="http://schemas.microsoft.com/office/drawing/2014/main" id="{BFB29FCA-6F7E-C166-DD2A-E6334984AB02}"/>
              </a:ext>
            </a:extLst>
          </p:cNvPr>
          <p:cNvSpPr>
            <a:spLocks noGrp="1"/>
          </p:cNvSpPr>
          <p:nvPr>
            <p:ph type="subTitle" idx="1" hasCustomPrompt="1"/>
          </p:nvPr>
        </p:nvSpPr>
        <p:spPr>
          <a:xfrm>
            <a:off x="274320" y="914400"/>
            <a:ext cx="10972800" cy="731520"/>
          </a:xfrm>
          <a:prstGeom prst="rect">
            <a:avLst/>
          </a:prstGeom>
        </p:spPr>
        <p:txBody>
          <a:bodyPr>
            <a:normAutofit/>
          </a:bodyPr>
          <a:lstStyle>
            <a:lvl1pPr marL="0" indent="0" algn="l">
              <a:lnSpc>
                <a:spcPct val="100000"/>
              </a:lnSpc>
              <a:buNone/>
              <a:defRPr sz="1600">
                <a:solidFill>
                  <a:srgbClr val="23004B"/>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Summary statement, may underline or bold 1-2 words for emphasis and extend 1-2 lines. Text should be 16pt. Delete this box if not needed.</a:t>
            </a:r>
          </a:p>
        </p:txBody>
      </p:sp>
      <p:sp>
        <p:nvSpPr>
          <p:cNvPr id="20" name="Picture Placeholder 19">
            <a:extLst>
              <a:ext uri="{FF2B5EF4-FFF2-40B4-BE49-F238E27FC236}">
                <a16:creationId xmlns:a16="http://schemas.microsoft.com/office/drawing/2014/main" id="{CD8F375D-71E9-5EF3-230F-30AAF77053D3}"/>
              </a:ext>
            </a:extLst>
          </p:cNvPr>
          <p:cNvSpPr>
            <a:spLocks noGrp="1"/>
          </p:cNvSpPr>
          <p:nvPr>
            <p:ph type="pic" sz="quarter" idx="23" hasCustomPrompt="1"/>
          </p:nvPr>
        </p:nvSpPr>
        <p:spPr>
          <a:xfrm>
            <a:off x="1260654" y="2053278"/>
            <a:ext cx="453845" cy="282729"/>
          </a:xfrm>
        </p:spPr>
        <p:txBody>
          <a:bodyPr>
            <a:noAutofit/>
          </a:bodyPr>
          <a:lstStyle>
            <a:lvl1pPr marL="0" indent="0">
              <a:buNone/>
              <a:defRPr sz="1050">
                <a:solidFill>
                  <a:schemeClr val="bg1"/>
                </a:solidFill>
              </a:defRPr>
            </a:lvl1pPr>
          </a:lstStyle>
          <a:p>
            <a:r>
              <a:rPr lang="en-US"/>
              <a:t>ICON</a:t>
            </a:r>
          </a:p>
        </p:txBody>
      </p:sp>
      <p:sp>
        <p:nvSpPr>
          <p:cNvPr id="21" name="Picture Placeholder 19">
            <a:extLst>
              <a:ext uri="{FF2B5EF4-FFF2-40B4-BE49-F238E27FC236}">
                <a16:creationId xmlns:a16="http://schemas.microsoft.com/office/drawing/2014/main" id="{06696F81-3F7F-F4A0-5046-1068F71BB4B2}"/>
              </a:ext>
            </a:extLst>
          </p:cNvPr>
          <p:cNvSpPr>
            <a:spLocks noGrp="1"/>
          </p:cNvSpPr>
          <p:nvPr>
            <p:ph type="pic" sz="quarter" idx="24" hasCustomPrompt="1"/>
          </p:nvPr>
        </p:nvSpPr>
        <p:spPr>
          <a:xfrm>
            <a:off x="3429000" y="2057400"/>
            <a:ext cx="453845" cy="282729"/>
          </a:xfrm>
        </p:spPr>
        <p:txBody>
          <a:bodyPr>
            <a:noAutofit/>
          </a:bodyPr>
          <a:lstStyle>
            <a:lvl1pPr marL="0" indent="0">
              <a:buNone/>
              <a:defRPr sz="1050">
                <a:solidFill>
                  <a:schemeClr val="bg1"/>
                </a:solidFill>
              </a:defRPr>
            </a:lvl1pPr>
          </a:lstStyle>
          <a:p>
            <a:r>
              <a:rPr lang="en-US"/>
              <a:t>ICON</a:t>
            </a:r>
          </a:p>
        </p:txBody>
      </p:sp>
      <p:sp>
        <p:nvSpPr>
          <p:cNvPr id="42" name="Picture Placeholder 19">
            <a:extLst>
              <a:ext uri="{FF2B5EF4-FFF2-40B4-BE49-F238E27FC236}">
                <a16:creationId xmlns:a16="http://schemas.microsoft.com/office/drawing/2014/main" id="{A05110A3-A8B2-674D-5493-349F6D583B15}"/>
              </a:ext>
            </a:extLst>
          </p:cNvPr>
          <p:cNvSpPr>
            <a:spLocks noGrp="1"/>
          </p:cNvSpPr>
          <p:nvPr>
            <p:ph type="pic" sz="quarter" idx="25" hasCustomPrompt="1"/>
          </p:nvPr>
        </p:nvSpPr>
        <p:spPr>
          <a:xfrm>
            <a:off x="5638800" y="2057400"/>
            <a:ext cx="453845" cy="282729"/>
          </a:xfrm>
        </p:spPr>
        <p:txBody>
          <a:bodyPr>
            <a:noAutofit/>
          </a:bodyPr>
          <a:lstStyle>
            <a:lvl1pPr marL="0" indent="0">
              <a:buNone/>
              <a:defRPr sz="1050">
                <a:solidFill>
                  <a:schemeClr val="bg1"/>
                </a:solidFill>
              </a:defRPr>
            </a:lvl1pPr>
          </a:lstStyle>
          <a:p>
            <a:r>
              <a:rPr lang="en-US"/>
              <a:t>ICON</a:t>
            </a:r>
          </a:p>
        </p:txBody>
      </p:sp>
      <p:sp>
        <p:nvSpPr>
          <p:cNvPr id="43" name="Picture Placeholder 19">
            <a:extLst>
              <a:ext uri="{FF2B5EF4-FFF2-40B4-BE49-F238E27FC236}">
                <a16:creationId xmlns:a16="http://schemas.microsoft.com/office/drawing/2014/main" id="{DF70423F-10B4-A8C1-CAE8-16356DD8323C}"/>
              </a:ext>
            </a:extLst>
          </p:cNvPr>
          <p:cNvSpPr>
            <a:spLocks noGrp="1"/>
          </p:cNvSpPr>
          <p:nvPr>
            <p:ph type="pic" sz="quarter" idx="26" hasCustomPrompt="1"/>
          </p:nvPr>
        </p:nvSpPr>
        <p:spPr>
          <a:xfrm>
            <a:off x="7924800" y="2057400"/>
            <a:ext cx="453845" cy="282729"/>
          </a:xfrm>
        </p:spPr>
        <p:txBody>
          <a:bodyPr>
            <a:noAutofit/>
          </a:bodyPr>
          <a:lstStyle>
            <a:lvl1pPr marL="0" indent="0">
              <a:buNone/>
              <a:defRPr sz="1050">
                <a:solidFill>
                  <a:schemeClr val="bg1"/>
                </a:solidFill>
              </a:defRPr>
            </a:lvl1pPr>
          </a:lstStyle>
          <a:p>
            <a:r>
              <a:rPr lang="en-US"/>
              <a:t>ICON</a:t>
            </a:r>
          </a:p>
        </p:txBody>
      </p:sp>
      <p:sp>
        <p:nvSpPr>
          <p:cNvPr id="44" name="Picture Placeholder 19">
            <a:extLst>
              <a:ext uri="{FF2B5EF4-FFF2-40B4-BE49-F238E27FC236}">
                <a16:creationId xmlns:a16="http://schemas.microsoft.com/office/drawing/2014/main" id="{F8BA530D-7252-67EC-A961-8B2451365663}"/>
              </a:ext>
            </a:extLst>
          </p:cNvPr>
          <p:cNvSpPr>
            <a:spLocks noGrp="1"/>
          </p:cNvSpPr>
          <p:nvPr>
            <p:ph type="pic" sz="quarter" idx="27" hasCustomPrompt="1"/>
          </p:nvPr>
        </p:nvSpPr>
        <p:spPr>
          <a:xfrm>
            <a:off x="10287000" y="2057400"/>
            <a:ext cx="453845" cy="282729"/>
          </a:xfrm>
        </p:spPr>
        <p:txBody>
          <a:bodyPr>
            <a:noAutofit/>
          </a:bodyPr>
          <a:lstStyle>
            <a:lvl1pPr marL="0" indent="0">
              <a:buNone/>
              <a:defRPr sz="1050">
                <a:solidFill>
                  <a:schemeClr val="bg1"/>
                </a:solidFill>
              </a:defRPr>
            </a:lvl1pPr>
          </a:lstStyle>
          <a:p>
            <a:r>
              <a:rPr lang="en-US"/>
              <a:t>ICON</a:t>
            </a:r>
          </a:p>
        </p:txBody>
      </p:sp>
      <p:sp>
        <p:nvSpPr>
          <p:cNvPr id="45" name="Title 1">
            <a:extLst>
              <a:ext uri="{FF2B5EF4-FFF2-40B4-BE49-F238E27FC236}">
                <a16:creationId xmlns:a16="http://schemas.microsoft.com/office/drawing/2014/main" id="{AB7FF981-7F09-F844-0104-6CB9596BAF21}"/>
              </a:ext>
            </a:extLst>
          </p:cNvPr>
          <p:cNvSpPr>
            <a:spLocks noGrp="1"/>
          </p:cNvSpPr>
          <p:nvPr>
            <p:ph type="title" hasCustomPrompt="1"/>
          </p:nvPr>
        </p:nvSpPr>
        <p:spPr>
          <a:xfrm>
            <a:off x="274320" y="274320"/>
            <a:ext cx="10515600" cy="457200"/>
          </a:xfrm>
        </p:spPr>
        <p:txBody>
          <a:bodyPr>
            <a:normAutofit/>
          </a:bodyPr>
          <a:lstStyle>
            <a:lvl1pPr>
              <a:lnSpc>
                <a:spcPct val="100000"/>
              </a:lnSpc>
              <a:defRPr sz="1800">
                <a:solidFill>
                  <a:schemeClr val="accent4"/>
                </a:solidFill>
              </a:defRPr>
            </a:lvl1pPr>
          </a:lstStyle>
          <a:p>
            <a:r>
              <a:rPr lang="en-US"/>
              <a:t>Slide Title – 18pt</a:t>
            </a:r>
          </a:p>
        </p:txBody>
      </p:sp>
    </p:spTree>
    <p:extLst>
      <p:ext uri="{BB962C8B-B14F-4D97-AF65-F5344CB8AC3E}">
        <p14:creationId xmlns:p14="http://schemas.microsoft.com/office/powerpoint/2010/main" val="23266229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xt List Table Light">
    <p:spTree>
      <p:nvGrpSpPr>
        <p:cNvPr id="1" name=""/>
        <p:cNvGrpSpPr/>
        <p:nvPr/>
      </p:nvGrpSpPr>
      <p:grpSpPr>
        <a:xfrm>
          <a:off x="0" y="0"/>
          <a:ext cx="0" cy="0"/>
          <a:chOff x="0" y="0"/>
          <a:chExt cx="0" cy="0"/>
        </a:xfrm>
      </p:grpSpPr>
      <p:sp>
        <p:nvSpPr>
          <p:cNvPr id="11" name="Google Shape;614;p70">
            <a:extLst>
              <a:ext uri="{FF2B5EF4-FFF2-40B4-BE49-F238E27FC236}">
                <a16:creationId xmlns:a16="http://schemas.microsoft.com/office/drawing/2014/main" id="{91CD4F10-1914-26EC-3863-A6C33B515106}"/>
              </a:ext>
            </a:extLst>
          </p:cNvPr>
          <p:cNvSpPr txBox="1"/>
          <p:nvPr/>
        </p:nvSpPr>
        <p:spPr>
          <a:xfrm>
            <a:off x="342900" y="1742094"/>
            <a:ext cx="605014" cy="461635"/>
          </a:xfrm>
          <a:prstGeom prst="rect">
            <a:avLst/>
          </a:prstGeom>
          <a:noFill/>
          <a:ln>
            <a:noFill/>
          </a:ln>
        </p:spPr>
        <p:txBody>
          <a:bodyPr spcFirstLastPara="1" wrap="square" lIns="91425" tIns="91425" rIns="91425" bIns="91425" anchor="t" anchorCtr="0">
            <a:spAutoFit/>
          </a:bodyPr>
          <a:lstStyle/>
          <a:p>
            <a:pPr marR="0" lvl="0" algn="l" defTabSz="914400" rtl="0" eaLnBrk="1" fontAlgn="base" latinLnBrk="0" hangingPunct="1">
              <a:lnSpc>
                <a:spcPct val="100000"/>
              </a:lnSpc>
              <a:spcBef>
                <a:spcPts val="0"/>
              </a:spcBef>
              <a:spcAft>
                <a:spcPts val="0"/>
              </a:spcAft>
              <a:buClrTx/>
              <a:buSzTx/>
              <a:tabLst/>
              <a:defRPr/>
            </a:pPr>
            <a:r>
              <a:rPr kumimoji="0" lang="en-GB" b="0" i="0" u="none" strike="noStrike" kern="1200" cap="none" spc="0" normalizeH="0" baseline="0" noProof="0">
                <a:ln>
                  <a:noFill/>
                </a:ln>
                <a:solidFill>
                  <a:schemeClr val="tx2"/>
                </a:solidFill>
                <a:effectLst/>
                <a:uLnTx/>
                <a:uFillTx/>
                <a:latin typeface="+mj-lt"/>
                <a:ea typeface="Open Sans"/>
                <a:cs typeface="Arial" panose="020B0604020202020204" pitchFamily="34" charset="0"/>
                <a:sym typeface="Open Sans"/>
              </a:rPr>
              <a:t>01</a:t>
            </a:r>
            <a:endParaRPr kumimoji="0" b="0" i="0" u="none" strike="noStrike" kern="1200" cap="none" spc="0" normalizeH="0" baseline="0" noProof="0">
              <a:ln>
                <a:noFill/>
              </a:ln>
              <a:solidFill>
                <a:schemeClr val="tx2"/>
              </a:solidFill>
              <a:effectLst/>
              <a:uLnTx/>
              <a:uFillTx/>
              <a:latin typeface="+mj-lt"/>
              <a:ea typeface="Open Sans"/>
              <a:cs typeface="Arial" panose="020B0604020202020204" pitchFamily="34" charset="0"/>
              <a:sym typeface="Open Sans"/>
            </a:endParaRPr>
          </a:p>
        </p:txBody>
      </p:sp>
      <p:sp>
        <p:nvSpPr>
          <p:cNvPr id="12" name="Google Shape;614;p70">
            <a:extLst>
              <a:ext uri="{FF2B5EF4-FFF2-40B4-BE49-F238E27FC236}">
                <a16:creationId xmlns:a16="http://schemas.microsoft.com/office/drawing/2014/main" id="{C1839FB7-1B6B-7027-D8EB-C6FAA4E614BE}"/>
              </a:ext>
            </a:extLst>
          </p:cNvPr>
          <p:cNvSpPr txBox="1"/>
          <p:nvPr/>
        </p:nvSpPr>
        <p:spPr>
          <a:xfrm>
            <a:off x="342900" y="2446613"/>
            <a:ext cx="605014" cy="461635"/>
          </a:xfrm>
          <a:prstGeom prst="rect">
            <a:avLst/>
          </a:prstGeom>
          <a:noFill/>
          <a:ln>
            <a:noFill/>
          </a:ln>
        </p:spPr>
        <p:txBody>
          <a:bodyPr spcFirstLastPara="1" wrap="square" lIns="91425" tIns="91425" rIns="91425" bIns="91425" anchor="t" anchorCtr="0">
            <a:spAutoFit/>
          </a:bodyPr>
          <a:lstStyle/>
          <a:p>
            <a:pPr marR="0" lvl="0" algn="l" defTabSz="914400" rtl="0" eaLnBrk="1" fontAlgn="base" latinLnBrk="0" hangingPunct="1">
              <a:lnSpc>
                <a:spcPct val="100000"/>
              </a:lnSpc>
              <a:spcBef>
                <a:spcPts val="0"/>
              </a:spcBef>
              <a:spcAft>
                <a:spcPts val="0"/>
              </a:spcAft>
              <a:buClrTx/>
              <a:buSzTx/>
              <a:tabLst/>
              <a:defRPr/>
            </a:pPr>
            <a:r>
              <a:rPr kumimoji="0" lang="en-GB" b="0" i="0" u="none" strike="noStrike" kern="1200" cap="none" spc="0" normalizeH="0" baseline="0" noProof="0">
                <a:ln>
                  <a:noFill/>
                </a:ln>
                <a:solidFill>
                  <a:schemeClr val="tx2"/>
                </a:solidFill>
                <a:effectLst/>
                <a:uLnTx/>
                <a:uFillTx/>
                <a:latin typeface="+mj-lt"/>
                <a:ea typeface="Open Sans"/>
                <a:cs typeface="Arial" panose="020B0604020202020204" pitchFamily="34" charset="0"/>
                <a:sym typeface="Open Sans"/>
              </a:rPr>
              <a:t>02</a:t>
            </a:r>
            <a:endParaRPr kumimoji="0" b="0" i="0" u="none" strike="noStrike" kern="1200" cap="none" spc="0" normalizeH="0" baseline="0" noProof="0">
              <a:ln>
                <a:noFill/>
              </a:ln>
              <a:solidFill>
                <a:schemeClr val="tx2"/>
              </a:solidFill>
              <a:effectLst/>
              <a:uLnTx/>
              <a:uFillTx/>
              <a:latin typeface="+mj-lt"/>
              <a:ea typeface="Open Sans"/>
              <a:cs typeface="Arial" panose="020B0604020202020204" pitchFamily="34" charset="0"/>
              <a:sym typeface="Open Sans"/>
            </a:endParaRPr>
          </a:p>
        </p:txBody>
      </p:sp>
      <p:sp>
        <p:nvSpPr>
          <p:cNvPr id="13" name="Google Shape;614;p70">
            <a:extLst>
              <a:ext uri="{FF2B5EF4-FFF2-40B4-BE49-F238E27FC236}">
                <a16:creationId xmlns:a16="http://schemas.microsoft.com/office/drawing/2014/main" id="{B8850DFB-CA1A-4037-B89A-488A0D9338AF}"/>
              </a:ext>
            </a:extLst>
          </p:cNvPr>
          <p:cNvSpPr txBox="1"/>
          <p:nvPr/>
        </p:nvSpPr>
        <p:spPr>
          <a:xfrm>
            <a:off x="342900" y="3144235"/>
            <a:ext cx="605014" cy="461635"/>
          </a:xfrm>
          <a:prstGeom prst="rect">
            <a:avLst/>
          </a:prstGeom>
          <a:noFill/>
          <a:ln>
            <a:noFill/>
          </a:ln>
        </p:spPr>
        <p:txBody>
          <a:bodyPr spcFirstLastPara="1" wrap="square" lIns="91425" tIns="91425" rIns="91425" bIns="91425" anchor="t" anchorCtr="0">
            <a:spAutoFit/>
          </a:bodyPr>
          <a:lstStyle/>
          <a:p>
            <a:pPr marR="0" lvl="0" algn="l" defTabSz="914400" rtl="0" eaLnBrk="1" fontAlgn="base" latinLnBrk="0" hangingPunct="1">
              <a:lnSpc>
                <a:spcPct val="100000"/>
              </a:lnSpc>
              <a:spcBef>
                <a:spcPts val="0"/>
              </a:spcBef>
              <a:spcAft>
                <a:spcPts val="0"/>
              </a:spcAft>
              <a:buClrTx/>
              <a:buSzTx/>
              <a:tabLst/>
              <a:defRPr/>
            </a:pPr>
            <a:r>
              <a:rPr kumimoji="0" lang="en-GB" b="0" i="0" u="none" strike="noStrike" kern="1200" cap="none" spc="0" normalizeH="0" baseline="0" noProof="0">
                <a:ln>
                  <a:noFill/>
                </a:ln>
                <a:solidFill>
                  <a:schemeClr val="tx2"/>
                </a:solidFill>
                <a:effectLst/>
                <a:uLnTx/>
                <a:uFillTx/>
                <a:latin typeface="+mj-lt"/>
                <a:ea typeface="Open Sans"/>
                <a:cs typeface="Arial" panose="020B0604020202020204" pitchFamily="34" charset="0"/>
                <a:sym typeface="Open Sans"/>
              </a:rPr>
              <a:t>03</a:t>
            </a:r>
            <a:endParaRPr kumimoji="0" b="0" i="0" u="none" strike="noStrike" kern="1200" cap="none" spc="0" normalizeH="0" baseline="0" noProof="0">
              <a:ln>
                <a:noFill/>
              </a:ln>
              <a:solidFill>
                <a:schemeClr val="tx2"/>
              </a:solidFill>
              <a:effectLst/>
              <a:uLnTx/>
              <a:uFillTx/>
              <a:latin typeface="+mj-lt"/>
              <a:ea typeface="Open Sans"/>
              <a:cs typeface="Arial" panose="020B0604020202020204" pitchFamily="34" charset="0"/>
              <a:sym typeface="Open Sans"/>
            </a:endParaRPr>
          </a:p>
        </p:txBody>
      </p:sp>
      <p:sp>
        <p:nvSpPr>
          <p:cNvPr id="14" name="Google Shape;614;p70">
            <a:extLst>
              <a:ext uri="{FF2B5EF4-FFF2-40B4-BE49-F238E27FC236}">
                <a16:creationId xmlns:a16="http://schemas.microsoft.com/office/drawing/2014/main" id="{27307CD9-21DB-332D-24A9-7538AC221E08}"/>
              </a:ext>
            </a:extLst>
          </p:cNvPr>
          <p:cNvSpPr txBox="1"/>
          <p:nvPr/>
        </p:nvSpPr>
        <p:spPr>
          <a:xfrm>
            <a:off x="342900" y="3828604"/>
            <a:ext cx="605014" cy="461635"/>
          </a:xfrm>
          <a:prstGeom prst="rect">
            <a:avLst/>
          </a:prstGeom>
          <a:noFill/>
          <a:ln>
            <a:noFill/>
          </a:ln>
        </p:spPr>
        <p:txBody>
          <a:bodyPr spcFirstLastPara="1" wrap="square" lIns="91425" tIns="91425" rIns="91425" bIns="91425" anchor="t" anchorCtr="0">
            <a:spAutoFit/>
          </a:bodyPr>
          <a:lstStyle/>
          <a:p>
            <a:pPr marR="0" lvl="0" algn="l" defTabSz="914400" rtl="0" eaLnBrk="1" fontAlgn="base" latinLnBrk="0" hangingPunct="1">
              <a:lnSpc>
                <a:spcPct val="100000"/>
              </a:lnSpc>
              <a:spcBef>
                <a:spcPts val="0"/>
              </a:spcBef>
              <a:spcAft>
                <a:spcPts val="0"/>
              </a:spcAft>
              <a:buClrTx/>
              <a:buSzTx/>
              <a:tabLst/>
              <a:defRPr/>
            </a:pPr>
            <a:r>
              <a:rPr kumimoji="0" lang="en-GB" b="0" i="0" u="none" strike="noStrike" kern="1200" cap="none" spc="0" normalizeH="0" baseline="0" noProof="0">
                <a:ln>
                  <a:noFill/>
                </a:ln>
                <a:solidFill>
                  <a:schemeClr val="tx2"/>
                </a:solidFill>
                <a:effectLst/>
                <a:uLnTx/>
                <a:uFillTx/>
                <a:latin typeface="+mj-lt"/>
                <a:ea typeface="Open Sans"/>
                <a:cs typeface="Arial" panose="020B0604020202020204" pitchFamily="34" charset="0"/>
                <a:sym typeface="Open Sans"/>
              </a:rPr>
              <a:t>04</a:t>
            </a:r>
            <a:endParaRPr kumimoji="0" b="0" i="0" u="none" strike="noStrike" kern="1200" cap="none" spc="0" normalizeH="0" baseline="0" noProof="0">
              <a:ln>
                <a:noFill/>
              </a:ln>
              <a:solidFill>
                <a:schemeClr val="tx2"/>
              </a:solidFill>
              <a:effectLst/>
              <a:uLnTx/>
              <a:uFillTx/>
              <a:latin typeface="+mj-lt"/>
              <a:ea typeface="Open Sans"/>
              <a:cs typeface="Arial" panose="020B0604020202020204" pitchFamily="34" charset="0"/>
              <a:sym typeface="Open Sans"/>
            </a:endParaRPr>
          </a:p>
        </p:txBody>
      </p:sp>
      <p:sp>
        <p:nvSpPr>
          <p:cNvPr id="15" name="Google Shape;614;p70">
            <a:extLst>
              <a:ext uri="{FF2B5EF4-FFF2-40B4-BE49-F238E27FC236}">
                <a16:creationId xmlns:a16="http://schemas.microsoft.com/office/drawing/2014/main" id="{792E981A-296E-2E71-E5EE-DBF964B39494}"/>
              </a:ext>
            </a:extLst>
          </p:cNvPr>
          <p:cNvSpPr txBox="1"/>
          <p:nvPr/>
        </p:nvSpPr>
        <p:spPr>
          <a:xfrm>
            <a:off x="356152" y="4546103"/>
            <a:ext cx="605014" cy="461635"/>
          </a:xfrm>
          <a:prstGeom prst="rect">
            <a:avLst/>
          </a:prstGeom>
          <a:noFill/>
          <a:ln>
            <a:noFill/>
          </a:ln>
        </p:spPr>
        <p:txBody>
          <a:bodyPr spcFirstLastPara="1" wrap="square" lIns="91425" tIns="91425" rIns="91425" bIns="91425" anchor="t" anchorCtr="0">
            <a:spAutoFit/>
          </a:bodyPr>
          <a:lstStyle/>
          <a:p>
            <a:pPr marR="0" lvl="0" algn="l" defTabSz="914400" rtl="0" eaLnBrk="1" fontAlgn="base" latinLnBrk="0" hangingPunct="1">
              <a:lnSpc>
                <a:spcPct val="100000"/>
              </a:lnSpc>
              <a:spcBef>
                <a:spcPts val="0"/>
              </a:spcBef>
              <a:spcAft>
                <a:spcPts val="0"/>
              </a:spcAft>
              <a:buClrTx/>
              <a:buSzTx/>
              <a:tabLst/>
              <a:defRPr/>
            </a:pPr>
            <a:r>
              <a:rPr kumimoji="0" lang="en-GB" b="0" i="0" u="none" strike="noStrike" kern="1200" cap="none" spc="0" normalizeH="0" baseline="0" noProof="0">
                <a:ln>
                  <a:noFill/>
                </a:ln>
                <a:solidFill>
                  <a:schemeClr val="tx2"/>
                </a:solidFill>
                <a:effectLst/>
                <a:uLnTx/>
                <a:uFillTx/>
                <a:latin typeface="+mj-lt"/>
                <a:ea typeface="Open Sans"/>
                <a:cs typeface="Arial" panose="020B0604020202020204" pitchFamily="34" charset="0"/>
                <a:sym typeface="Open Sans"/>
              </a:rPr>
              <a:t>05</a:t>
            </a:r>
            <a:endParaRPr kumimoji="0" b="0" i="0" u="none" strike="noStrike" kern="1200" cap="none" spc="0" normalizeH="0" baseline="0" noProof="0">
              <a:ln>
                <a:noFill/>
              </a:ln>
              <a:solidFill>
                <a:schemeClr val="tx2"/>
              </a:solidFill>
              <a:effectLst/>
              <a:uLnTx/>
              <a:uFillTx/>
              <a:latin typeface="+mj-lt"/>
              <a:ea typeface="Open Sans"/>
              <a:cs typeface="Arial" panose="020B0604020202020204" pitchFamily="34" charset="0"/>
              <a:sym typeface="Open Sans"/>
            </a:endParaRPr>
          </a:p>
        </p:txBody>
      </p:sp>
      <p:sp>
        <p:nvSpPr>
          <p:cNvPr id="16" name="Google Shape;614;p70">
            <a:extLst>
              <a:ext uri="{FF2B5EF4-FFF2-40B4-BE49-F238E27FC236}">
                <a16:creationId xmlns:a16="http://schemas.microsoft.com/office/drawing/2014/main" id="{D50AC39B-81EE-1552-7C8E-C96EEA04386A}"/>
              </a:ext>
            </a:extLst>
          </p:cNvPr>
          <p:cNvSpPr txBox="1"/>
          <p:nvPr/>
        </p:nvSpPr>
        <p:spPr>
          <a:xfrm>
            <a:off x="356152" y="5237100"/>
            <a:ext cx="605014" cy="461635"/>
          </a:xfrm>
          <a:prstGeom prst="rect">
            <a:avLst/>
          </a:prstGeom>
          <a:noFill/>
          <a:ln>
            <a:noFill/>
          </a:ln>
        </p:spPr>
        <p:txBody>
          <a:bodyPr spcFirstLastPara="1" wrap="square" lIns="91425" tIns="91425" rIns="91425" bIns="91425" anchor="t" anchorCtr="0">
            <a:spAutoFit/>
          </a:bodyPr>
          <a:lstStyle/>
          <a:p>
            <a:pPr marR="0" lvl="0" algn="l" defTabSz="914400" rtl="0" eaLnBrk="1" fontAlgn="base" latinLnBrk="0" hangingPunct="1">
              <a:lnSpc>
                <a:spcPct val="100000"/>
              </a:lnSpc>
              <a:spcBef>
                <a:spcPts val="0"/>
              </a:spcBef>
              <a:spcAft>
                <a:spcPts val="0"/>
              </a:spcAft>
              <a:buClrTx/>
              <a:buSzTx/>
              <a:tabLst/>
              <a:defRPr/>
            </a:pPr>
            <a:r>
              <a:rPr kumimoji="0" lang="en-GB" b="0" i="0" u="none" strike="noStrike" kern="1200" cap="none" spc="0" normalizeH="0" baseline="0" noProof="0">
                <a:ln>
                  <a:noFill/>
                </a:ln>
                <a:solidFill>
                  <a:schemeClr val="tx2"/>
                </a:solidFill>
                <a:effectLst/>
                <a:uLnTx/>
                <a:uFillTx/>
                <a:latin typeface="+mj-lt"/>
                <a:ea typeface="Open Sans"/>
                <a:cs typeface="Arial" panose="020B0604020202020204" pitchFamily="34" charset="0"/>
                <a:sym typeface="Open Sans"/>
              </a:rPr>
              <a:t>06</a:t>
            </a:r>
            <a:endParaRPr kumimoji="0" b="0" i="0" u="none" strike="noStrike" kern="1200" cap="none" spc="0" normalizeH="0" baseline="0" noProof="0">
              <a:ln>
                <a:noFill/>
              </a:ln>
              <a:solidFill>
                <a:schemeClr val="tx2"/>
              </a:solidFill>
              <a:effectLst/>
              <a:uLnTx/>
              <a:uFillTx/>
              <a:latin typeface="+mj-lt"/>
              <a:ea typeface="Open Sans"/>
              <a:cs typeface="Arial" panose="020B0604020202020204" pitchFamily="34" charset="0"/>
              <a:sym typeface="Open Sans"/>
            </a:endParaRPr>
          </a:p>
        </p:txBody>
      </p:sp>
      <p:sp>
        <p:nvSpPr>
          <p:cNvPr id="19" name="Text Placeholder 18">
            <a:extLst>
              <a:ext uri="{FF2B5EF4-FFF2-40B4-BE49-F238E27FC236}">
                <a16:creationId xmlns:a16="http://schemas.microsoft.com/office/drawing/2014/main" id="{B604B23E-0E5A-B45E-2DBA-357F2E35D404}"/>
              </a:ext>
            </a:extLst>
          </p:cNvPr>
          <p:cNvSpPr>
            <a:spLocks noGrp="1"/>
          </p:cNvSpPr>
          <p:nvPr>
            <p:ph type="body" sz="quarter" idx="10" hasCustomPrompt="1"/>
          </p:nvPr>
        </p:nvSpPr>
        <p:spPr>
          <a:xfrm>
            <a:off x="870585" y="1787843"/>
            <a:ext cx="3065621" cy="335597"/>
          </a:xfrm>
        </p:spPr>
        <p:txBody>
          <a:bodyPr>
            <a:normAutofit/>
          </a:bodyPr>
          <a:lstStyle>
            <a:lvl1pPr marL="0" indent="0">
              <a:buNone/>
              <a:defRPr sz="1400">
                <a:solidFill>
                  <a:schemeClr val="tx1"/>
                </a:solidFill>
              </a:defRPr>
            </a:lvl1pPr>
          </a:lstStyle>
          <a:p>
            <a:pPr lvl="0"/>
            <a:r>
              <a:rPr lang="en-US"/>
              <a:t>Body text should be 14pt.</a:t>
            </a:r>
          </a:p>
        </p:txBody>
      </p:sp>
      <p:sp>
        <p:nvSpPr>
          <p:cNvPr id="20" name="Text Placeholder 18">
            <a:extLst>
              <a:ext uri="{FF2B5EF4-FFF2-40B4-BE49-F238E27FC236}">
                <a16:creationId xmlns:a16="http://schemas.microsoft.com/office/drawing/2014/main" id="{814C08B9-CDC5-C9B5-8B4C-DB2E7B9F945A}"/>
              </a:ext>
            </a:extLst>
          </p:cNvPr>
          <p:cNvSpPr>
            <a:spLocks noGrp="1"/>
          </p:cNvSpPr>
          <p:nvPr>
            <p:ph type="body" sz="quarter" idx="11" hasCustomPrompt="1"/>
          </p:nvPr>
        </p:nvSpPr>
        <p:spPr>
          <a:xfrm>
            <a:off x="870585" y="2484120"/>
            <a:ext cx="3065621" cy="335597"/>
          </a:xfrm>
        </p:spPr>
        <p:txBody>
          <a:bodyPr>
            <a:normAutofit/>
          </a:bodyPr>
          <a:lstStyle>
            <a:lvl1pPr marL="0" indent="0">
              <a:buNone/>
              <a:defRPr sz="1400">
                <a:solidFill>
                  <a:schemeClr val="tx1"/>
                </a:solidFill>
              </a:defRPr>
            </a:lvl1pPr>
          </a:lstStyle>
          <a:p>
            <a:pPr lvl="0"/>
            <a:r>
              <a:rPr lang="en-US"/>
              <a:t>Body text should be 14pt.</a:t>
            </a:r>
          </a:p>
        </p:txBody>
      </p:sp>
      <p:sp>
        <p:nvSpPr>
          <p:cNvPr id="21" name="Text Placeholder 18">
            <a:extLst>
              <a:ext uri="{FF2B5EF4-FFF2-40B4-BE49-F238E27FC236}">
                <a16:creationId xmlns:a16="http://schemas.microsoft.com/office/drawing/2014/main" id="{9431D52B-92B0-4869-CDE7-B988A00F027C}"/>
              </a:ext>
            </a:extLst>
          </p:cNvPr>
          <p:cNvSpPr>
            <a:spLocks noGrp="1"/>
          </p:cNvSpPr>
          <p:nvPr>
            <p:ph type="body" sz="quarter" idx="12" hasCustomPrompt="1"/>
          </p:nvPr>
        </p:nvSpPr>
        <p:spPr>
          <a:xfrm>
            <a:off x="870585" y="3169920"/>
            <a:ext cx="3065621" cy="335597"/>
          </a:xfrm>
        </p:spPr>
        <p:txBody>
          <a:bodyPr>
            <a:normAutofit/>
          </a:bodyPr>
          <a:lstStyle>
            <a:lvl1pPr marL="0" indent="0">
              <a:buNone/>
              <a:defRPr sz="1400">
                <a:solidFill>
                  <a:schemeClr val="tx1"/>
                </a:solidFill>
              </a:defRPr>
            </a:lvl1pPr>
          </a:lstStyle>
          <a:p>
            <a:pPr lvl="0"/>
            <a:r>
              <a:rPr lang="en-US"/>
              <a:t>Body text should be 14pt.</a:t>
            </a:r>
          </a:p>
        </p:txBody>
      </p:sp>
      <p:sp>
        <p:nvSpPr>
          <p:cNvPr id="22" name="Text Placeholder 18">
            <a:extLst>
              <a:ext uri="{FF2B5EF4-FFF2-40B4-BE49-F238E27FC236}">
                <a16:creationId xmlns:a16="http://schemas.microsoft.com/office/drawing/2014/main" id="{43CE8657-951A-B69D-11F3-04A21CA871BD}"/>
              </a:ext>
            </a:extLst>
          </p:cNvPr>
          <p:cNvSpPr>
            <a:spLocks noGrp="1"/>
          </p:cNvSpPr>
          <p:nvPr>
            <p:ph type="body" sz="quarter" idx="13" hasCustomPrompt="1"/>
          </p:nvPr>
        </p:nvSpPr>
        <p:spPr>
          <a:xfrm>
            <a:off x="870585" y="3855720"/>
            <a:ext cx="3065621" cy="335597"/>
          </a:xfrm>
        </p:spPr>
        <p:txBody>
          <a:bodyPr>
            <a:normAutofit/>
          </a:bodyPr>
          <a:lstStyle>
            <a:lvl1pPr marL="0" indent="0">
              <a:buNone/>
              <a:defRPr sz="1400">
                <a:solidFill>
                  <a:schemeClr val="tx1"/>
                </a:solidFill>
              </a:defRPr>
            </a:lvl1pPr>
          </a:lstStyle>
          <a:p>
            <a:pPr lvl="0"/>
            <a:r>
              <a:rPr lang="en-US"/>
              <a:t>Body text should be 14pt.</a:t>
            </a:r>
          </a:p>
        </p:txBody>
      </p:sp>
      <p:sp>
        <p:nvSpPr>
          <p:cNvPr id="23" name="Text Placeholder 18">
            <a:extLst>
              <a:ext uri="{FF2B5EF4-FFF2-40B4-BE49-F238E27FC236}">
                <a16:creationId xmlns:a16="http://schemas.microsoft.com/office/drawing/2014/main" id="{D9F6BC02-7D0F-3F8B-3292-35977CD7E7D3}"/>
              </a:ext>
            </a:extLst>
          </p:cNvPr>
          <p:cNvSpPr>
            <a:spLocks noGrp="1"/>
          </p:cNvSpPr>
          <p:nvPr>
            <p:ph type="body" sz="quarter" idx="14" hasCustomPrompt="1"/>
          </p:nvPr>
        </p:nvSpPr>
        <p:spPr>
          <a:xfrm>
            <a:off x="870585" y="4617720"/>
            <a:ext cx="3065621" cy="335597"/>
          </a:xfrm>
        </p:spPr>
        <p:txBody>
          <a:bodyPr>
            <a:normAutofit/>
          </a:bodyPr>
          <a:lstStyle>
            <a:lvl1pPr marL="0" indent="0">
              <a:buNone/>
              <a:defRPr sz="1400">
                <a:solidFill>
                  <a:schemeClr val="tx1"/>
                </a:solidFill>
              </a:defRPr>
            </a:lvl1pPr>
          </a:lstStyle>
          <a:p>
            <a:pPr lvl="0"/>
            <a:r>
              <a:rPr lang="en-US"/>
              <a:t>Body text should be 14pt.</a:t>
            </a:r>
          </a:p>
        </p:txBody>
      </p:sp>
      <p:sp>
        <p:nvSpPr>
          <p:cNvPr id="24" name="Text Placeholder 18">
            <a:extLst>
              <a:ext uri="{FF2B5EF4-FFF2-40B4-BE49-F238E27FC236}">
                <a16:creationId xmlns:a16="http://schemas.microsoft.com/office/drawing/2014/main" id="{5459CE17-549D-A725-32EC-594BF24CFF5F}"/>
              </a:ext>
            </a:extLst>
          </p:cNvPr>
          <p:cNvSpPr>
            <a:spLocks noGrp="1"/>
          </p:cNvSpPr>
          <p:nvPr>
            <p:ph type="body" sz="quarter" idx="15" hasCustomPrompt="1"/>
          </p:nvPr>
        </p:nvSpPr>
        <p:spPr>
          <a:xfrm>
            <a:off x="870585" y="5303520"/>
            <a:ext cx="3065621" cy="335597"/>
          </a:xfrm>
        </p:spPr>
        <p:txBody>
          <a:bodyPr>
            <a:normAutofit/>
          </a:bodyPr>
          <a:lstStyle>
            <a:lvl1pPr marL="0" indent="0">
              <a:buNone/>
              <a:defRPr sz="1400">
                <a:solidFill>
                  <a:schemeClr val="tx1"/>
                </a:solidFill>
              </a:defRPr>
            </a:lvl1pPr>
          </a:lstStyle>
          <a:p>
            <a:pPr lvl="0"/>
            <a:r>
              <a:rPr lang="en-US"/>
              <a:t>Body text should be 14pt.</a:t>
            </a:r>
          </a:p>
        </p:txBody>
      </p:sp>
      <p:sp>
        <p:nvSpPr>
          <p:cNvPr id="26" name="Subtitle 2">
            <a:extLst>
              <a:ext uri="{FF2B5EF4-FFF2-40B4-BE49-F238E27FC236}">
                <a16:creationId xmlns:a16="http://schemas.microsoft.com/office/drawing/2014/main" id="{BE64F4F7-60DB-5625-9700-ED190206745A}"/>
              </a:ext>
            </a:extLst>
          </p:cNvPr>
          <p:cNvSpPr>
            <a:spLocks noGrp="1"/>
          </p:cNvSpPr>
          <p:nvPr>
            <p:ph type="subTitle" idx="1" hasCustomPrompt="1"/>
          </p:nvPr>
        </p:nvSpPr>
        <p:spPr>
          <a:xfrm>
            <a:off x="274320" y="914400"/>
            <a:ext cx="10972800" cy="731520"/>
          </a:xfrm>
          <a:prstGeom prst="rect">
            <a:avLst/>
          </a:prstGeom>
        </p:spPr>
        <p:txBody>
          <a:bodyPr>
            <a:normAutofit/>
          </a:bodyPr>
          <a:lstStyle>
            <a:lvl1pPr marL="0" indent="0" algn="l">
              <a:lnSpc>
                <a:spcPts val="1920"/>
              </a:lnSpc>
              <a:buNone/>
              <a:defRPr sz="1600">
                <a:solidFill>
                  <a:srgbClr val="23004B"/>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Summary statement, may underline or bold 1-2 words for emphasis and extend 1-2 lines. Text should be 16pt. Delete this box if not needed.</a:t>
            </a:r>
          </a:p>
        </p:txBody>
      </p:sp>
      <p:sp>
        <p:nvSpPr>
          <p:cNvPr id="3" name="Title 1">
            <a:extLst>
              <a:ext uri="{FF2B5EF4-FFF2-40B4-BE49-F238E27FC236}">
                <a16:creationId xmlns:a16="http://schemas.microsoft.com/office/drawing/2014/main" id="{2931DB5C-D441-BDE5-97E3-7B51505B81F6}"/>
              </a:ext>
            </a:extLst>
          </p:cNvPr>
          <p:cNvSpPr>
            <a:spLocks noGrp="1"/>
          </p:cNvSpPr>
          <p:nvPr>
            <p:ph type="title" hasCustomPrompt="1"/>
          </p:nvPr>
        </p:nvSpPr>
        <p:spPr>
          <a:xfrm>
            <a:off x="274320" y="274320"/>
            <a:ext cx="10515600" cy="457200"/>
          </a:xfrm>
        </p:spPr>
        <p:txBody>
          <a:bodyPr>
            <a:normAutofit/>
          </a:bodyPr>
          <a:lstStyle>
            <a:lvl1pPr>
              <a:defRPr sz="1800">
                <a:solidFill>
                  <a:schemeClr val="accent4"/>
                </a:solidFill>
              </a:defRPr>
            </a:lvl1pPr>
          </a:lstStyle>
          <a:p>
            <a:r>
              <a:rPr lang="en-US"/>
              <a:t>Slide Title – 18pt</a:t>
            </a:r>
          </a:p>
        </p:txBody>
      </p:sp>
      <p:pic>
        <p:nvPicPr>
          <p:cNvPr id="2" name="Picture 1" descr="A blue and black logo&#10;&#10;Description automatically generated">
            <a:extLst>
              <a:ext uri="{FF2B5EF4-FFF2-40B4-BE49-F238E27FC236}">
                <a16:creationId xmlns:a16="http://schemas.microsoft.com/office/drawing/2014/main" id="{A946D179-337E-4747-968E-B4AC01B8636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5760" y="6217602"/>
            <a:ext cx="773561" cy="457200"/>
          </a:xfrm>
          <a:prstGeom prst="rect">
            <a:avLst/>
          </a:prstGeom>
        </p:spPr>
      </p:pic>
    </p:spTree>
    <p:extLst>
      <p:ext uri="{BB962C8B-B14F-4D97-AF65-F5344CB8AC3E}">
        <p14:creationId xmlns:p14="http://schemas.microsoft.com/office/powerpoint/2010/main" val="74897064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UI Mockup Light">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1127D296-704C-D344-2A66-3C1D4C58E008}"/>
              </a:ext>
            </a:extLst>
          </p:cNvPr>
          <p:cNvPicPr>
            <a:picLocks noChangeAspect="1"/>
          </p:cNvPicPr>
          <p:nvPr/>
        </p:nvPicPr>
        <p:blipFill>
          <a:blip>
            <a:extLst>
              <a:ext uri="{96DAC541-7B7A-43D3-8B79-37D633B846F1}">
                <asvg:svgBlip xmlns:asvg="http://schemas.microsoft.com/office/drawing/2016/SVG/main" r:embed="rId2"/>
              </a:ext>
            </a:extLst>
          </a:blip>
          <a:srcRect r="29892"/>
          <a:stretch/>
        </p:blipFill>
        <p:spPr>
          <a:xfrm>
            <a:off x="7075017" y="938591"/>
            <a:ext cx="5116983" cy="5919409"/>
          </a:xfrm>
          <a:prstGeom prst="rect">
            <a:avLst/>
          </a:prstGeom>
        </p:spPr>
      </p:pic>
      <p:sp>
        <p:nvSpPr>
          <p:cNvPr id="30" name="Rectangle: Rounded Corners 29">
            <a:extLst>
              <a:ext uri="{FF2B5EF4-FFF2-40B4-BE49-F238E27FC236}">
                <a16:creationId xmlns:a16="http://schemas.microsoft.com/office/drawing/2014/main" id="{96E19CDF-9D99-9529-A517-07A31A472ACB}"/>
              </a:ext>
            </a:extLst>
          </p:cNvPr>
          <p:cNvSpPr>
            <a:spLocks noGrp="1" noRot="1" noMove="1" noResize="1" noEditPoints="1" noAdjustHandles="1" noChangeArrowheads="1" noChangeShapeType="1"/>
          </p:cNvSpPr>
          <p:nvPr/>
        </p:nvSpPr>
        <p:spPr>
          <a:xfrm>
            <a:off x="385604" y="1644316"/>
            <a:ext cx="4467133" cy="4755026"/>
          </a:xfrm>
          <a:prstGeom prst="roundRect">
            <a:avLst>
              <a:gd name="adj" fmla="val 281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Graphic 30">
            <a:extLst>
              <a:ext uri="{FF2B5EF4-FFF2-40B4-BE49-F238E27FC236}">
                <a16:creationId xmlns:a16="http://schemas.microsoft.com/office/drawing/2014/main" id="{EB8FF886-E36D-9F2C-28C5-C9350FC29048}"/>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3"/>
              </a:ext>
            </a:extLst>
          </a:blip>
          <a:srcRect r="52050" b="30017"/>
          <a:stretch>
            <a:fillRect/>
          </a:stretch>
        </p:blipFill>
        <p:spPr>
          <a:xfrm>
            <a:off x="4348777" y="5834388"/>
            <a:ext cx="503596" cy="571662"/>
          </a:xfrm>
          <a:custGeom>
            <a:avLst/>
            <a:gdLst>
              <a:gd name="connsiteX0" fmla="*/ 0 w 924133"/>
              <a:gd name="connsiteY0" fmla="*/ 0 h 1049039"/>
              <a:gd name="connsiteX1" fmla="*/ 924133 w 924133"/>
              <a:gd name="connsiteY1" fmla="*/ 0 h 1049039"/>
              <a:gd name="connsiteX2" fmla="*/ 924133 w 924133"/>
              <a:gd name="connsiteY2" fmla="*/ 879764 h 1049039"/>
              <a:gd name="connsiteX3" fmla="*/ 754858 w 924133"/>
              <a:gd name="connsiteY3" fmla="*/ 1049039 h 1049039"/>
              <a:gd name="connsiteX4" fmla="*/ 0 w 924133"/>
              <a:gd name="connsiteY4" fmla="*/ 1049039 h 1049039"/>
              <a:gd name="connsiteX5" fmla="*/ 0 w 924133"/>
              <a:gd name="connsiteY5" fmla="*/ 0 h 104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4133" h="1049039">
                <a:moveTo>
                  <a:pt x="0" y="0"/>
                </a:moveTo>
                <a:lnTo>
                  <a:pt x="924133" y="0"/>
                </a:lnTo>
                <a:lnTo>
                  <a:pt x="924133" y="879764"/>
                </a:lnTo>
                <a:cubicBezTo>
                  <a:pt x="924133" y="973252"/>
                  <a:pt x="848346" y="1049039"/>
                  <a:pt x="754858" y="1049039"/>
                </a:cubicBezTo>
                <a:lnTo>
                  <a:pt x="0" y="1049039"/>
                </a:lnTo>
                <a:lnTo>
                  <a:pt x="0" y="0"/>
                </a:lnTo>
                <a:close/>
              </a:path>
            </a:pathLst>
          </a:custGeom>
        </p:spPr>
      </p:pic>
      <p:sp>
        <p:nvSpPr>
          <p:cNvPr id="34" name="Text Placeholder 20">
            <a:extLst>
              <a:ext uri="{FF2B5EF4-FFF2-40B4-BE49-F238E27FC236}">
                <a16:creationId xmlns:a16="http://schemas.microsoft.com/office/drawing/2014/main" id="{DDDCC710-AF38-2666-B969-4238FA143268}"/>
              </a:ext>
            </a:extLst>
          </p:cNvPr>
          <p:cNvSpPr>
            <a:spLocks noGrp="1"/>
          </p:cNvSpPr>
          <p:nvPr>
            <p:ph type="body" sz="quarter" idx="15" hasCustomPrompt="1"/>
          </p:nvPr>
        </p:nvSpPr>
        <p:spPr>
          <a:xfrm>
            <a:off x="621350" y="1827887"/>
            <a:ext cx="3982734" cy="4322073"/>
          </a:xfrm>
        </p:spPr>
        <p:txBody>
          <a:bodyPr>
            <a:normAutofit/>
          </a:bodyPr>
          <a:lstStyle>
            <a:lvl1pPr marL="0" indent="0">
              <a:buNone/>
              <a:defRPr sz="1400">
                <a:solidFill>
                  <a:schemeClr val="tx1"/>
                </a:solidFill>
                <a:latin typeface="+mn-lt"/>
              </a:defRPr>
            </a:lvl1pPr>
          </a:lstStyle>
          <a:p>
            <a:pPr lvl="0"/>
            <a:r>
              <a:rPr lang="en-US"/>
              <a:t>Body text should be 14pt.</a:t>
            </a:r>
          </a:p>
        </p:txBody>
      </p:sp>
      <p:pic>
        <p:nvPicPr>
          <p:cNvPr id="35" name="Graphic 34">
            <a:extLst>
              <a:ext uri="{FF2B5EF4-FFF2-40B4-BE49-F238E27FC236}">
                <a16:creationId xmlns:a16="http://schemas.microsoft.com/office/drawing/2014/main" id="{1D3176D8-C6B5-3888-75B9-211439681800}"/>
              </a:ext>
            </a:extLst>
          </p:cNvPr>
          <p:cNvPicPr>
            <a:picLocks noChangeAspect="1"/>
          </p:cNvPicPr>
          <p:nvPr/>
        </p:nvPicPr>
        <p:blipFill>
          <a:blip>
            <a:extLst>
              <a:ext uri="{96DAC541-7B7A-43D3-8B79-37D633B846F1}">
                <asvg:svgBlip xmlns:asvg="http://schemas.microsoft.com/office/drawing/2016/SVG/main" r:embed="rId4"/>
              </a:ext>
            </a:extLst>
          </a:blip>
          <a:srcRect r="9107"/>
          <a:stretch/>
        </p:blipFill>
        <p:spPr>
          <a:xfrm>
            <a:off x="6107948" y="2117145"/>
            <a:ext cx="6084052" cy="3797709"/>
          </a:xfrm>
          <a:prstGeom prst="rect">
            <a:avLst/>
          </a:prstGeom>
        </p:spPr>
      </p:pic>
      <p:sp>
        <p:nvSpPr>
          <p:cNvPr id="47" name="Picture Placeholder 46">
            <a:extLst>
              <a:ext uri="{FF2B5EF4-FFF2-40B4-BE49-F238E27FC236}">
                <a16:creationId xmlns:a16="http://schemas.microsoft.com/office/drawing/2014/main" id="{7B041DE1-B4CE-3523-C1AF-6165618A0302}"/>
              </a:ext>
            </a:extLst>
          </p:cNvPr>
          <p:cNvSpPr>
            <a:spLocks noGrp="1"/>
          </p:cNvSpPr>
          <p:nvPr>
            <p:ph type="pic" sz="quarter" idx="16" hasCustomPrompt="1"/>
          </p:nvPr>
        </p:nvSpPr>
        <p:spPr>
          <a:xfrm>
            <a:off x="6943474" y="2380978"/>
            <a:ext cx="5144043" cy="3181695"/>
          </a:xfrm>
        </p:spPr>
        <p:txBody>
          <a:bodyPr>
            <a:normAutofit/>
          </a:bodyPr>
          <a:lstStyle>
            <a:lvl1pPr marL="0" indent="0">
              <a:buNone/>
              <a:defRPr sz="1600"/>
            </a:lvl1pPr>
          </a:lstStyle>
          <a:p>
            <a:r>
              <a:rPr lang="en-US"/>
              <a:t>Click icon to add a picture</a:t>
            </a:r>
          </a:p>
        </p:txBody>
      </p:sp>
      <p:pic>
        <p:nvPicPr>
          <p:cNvPr id="2" name="Graphic 1">
            <a:extLst>
              <a:ext uri="{FF2B5EF4-FFF2-40B4-BE49-F238E27FC236}">
                <a16:creationId xmlns:a16="http://schemas.microsoft.com/office/drawing/2014/main" id="{3409F0BE-C704-B254-BC81-C144B5519ACC}"/>
              </a:ext>
            </a:extLst>
          </p:cNvPr>
          <p:cNvPicPr>
            <a:picLocks noChangeAspect="1"/>
          </p:cNvPicPr>
          <p:nvPr/>
        </p:nvPicPr>
        <p:blipFill>
          <a:blip>
            <a:extLst>
              <a:ext uri="{96DAC541-7B7A-43D3-8B79-37D633B846F1}">
                <asvg:svgBlip xmlns:asvg="http://schemas.microsoft.com/office/drawing/2016/SVG/main" r:embed="rId5"/>
              </a:ext>
            </a:extLst>
          </a:blip>
          <a:srcRect r="50436" b="26891"/>
          <a:stretch>
            <a:fillRect/>
          </a:stretch>
        </p:blipFill>
        <p:spPr>
          <a:xfrm>
            <a:off x="11566359" y="6140229"/>
            <a:ext cx="625642" cy="717771"/>
          </a:xfrm>
          <a:custGeom>
            <a:avLst/>
            <a:gdLst>
              <a:gd name="connsiteX0" fmla="*/ 0 w 749037"/>
              <a:gd name="connsiteY0" fmla="*/ 0 h 859337"/>
              <a:gd name="connsiteX1" fmla="*/ 749037 w 749037"/>
              <a:gd name="connsiteY1" fmla="*/ 0 h 859337"/>
              <a:gd name="connsiteX2" fmla="*/ 749037 w 749037"/>
              <a:gd name="connsiteY2" fmla="*/ 859337 h 859337"/>
              <a:gd name="connsiteX3" fmla="*/ 0 w 749037"/>
              <a:gd name="connsiteY3" fmla="*/ 859337 h 859337"/>
              <a:gd name="connsiteX4" fmla="*/ 0 w 749037"/>
              <a:gd name="connsiteY4" fmla="*/ 0 h 859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037" h="859337">
                <a:moveTo>
                  <a:pt x="0" y="0"/>
                </a:moveTo>
                <a:lnTo>
                  <a:pt x="749037" y="0"/>
                </a:lnTo>
                <a:lnTo>
                  <a:pt x="749037" y="859337"/>
                </a:lnTo>
                <a:lnTo>
                  <a:pt x="0" y="859337"/>
                </a:lnTo>
                <a:lnTo>
                  <a:pt x="0" y="0"/>
                </a:lnTo>
                <a:close/>
              </a:path>
            </a:pathLst>
          </a:custGeom>
        </p:spPr>
      </p:pic>
      <p:sp>
        <p:nvSpPr>
          <p:cNvPr id="3" name="Slide Number Placeholder 5">
            <a:extLst>
              <a:ext uri="{FF2B5EF4-FFF2-40B4-BE49-F238E27FC236}">
                <a16:creationId xmlns:a16="http://schemas.microsoft.com/office/drawing/2014/main" id="{BDFC85C0-FF3A-7796-955A-0FE2833429D4}"/>
              </a:ext>
            </a:extLst>
          </p:cNvPr>
          <p:cNvSpPr txBox="1">
            <a:spLocks/>
          </p:cNvSpPr>
          <p:nvPr/>
        </p:nvSpPr>
        <p:spPr>
          <a:xfrm>
            <a:off x="11834190" y="6492875"/>
            <a:ext cx="261769" cy="365125"/>
          </a:xfrm>
          <a:prstGeom prst="rect">
            <a:avLst/>
          </a:prstGeom>
        </p:spPr>
        <p:txBody>
          <a:bodyPr vert="horz" lIns="0" tIns="45720" rIns="0" bIns="45720" rtlCol="0" anchor="ctr"/>
          <a:lstStyle>
            <a:defPPr>
              <a:defRPr lang="en-US"/>
            </a:defPPr>
            <a:lvl1pPr marL="0" algn="r" defTabSz="914400" rtl="0" eaLnBrk="1" latinLnBrk="0" hangingPunct="1">
              <a:defRPr sz="1100" b="1" kern="1200">
                <a:solidFill>
                  <a:schemeClr val="tx1"/>
                </a:solidFill>
                <a:latin typeface="AvenirNext LT Pro Medium" panose="020B05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8C158F0-531B-4D8F-B6F9-8CC09C40F2A5}" type="slidenum">
              <a:rPr lang="en-US" sz="800" b="1" smtClean="0">
                <a:latin typeface="+mn-lt"/>
              </a:rPr>
              <a:pPr/>
              <a:t>‹#›</a:t>
            </a:fld>
            <a:endParaRPr lang="en-US" sz="800" b="1">
              <a:latin typeface="+mn-lt"/>
            </a:endParaRPr>
          </a:p>
        </p:txBody>
      </p:sp>
      <p:sp>
        <p:nvSpPr>
          <p:cNvPr id="6" name="Freeform: Shape 85">
            <a:extLst>
              <a:ext uri="{FF2B5EF4-FFF2-40B4-BE49-F238E27FC236}">
                <a16:creationId xmlns:a16="http://schemas.microsoft.com/office/drawing/2014/main" id="{2A885DA8-2D7D-04B3-D1ED-3D9517C728B7}"/>
              </a:ext>
            </a:extLst>
          </p:cNvPr>
          <p:cNvSpPr/>
          <p:nvPr/>
        </p:nvSpPr>
        <p:spPr>
          <a:xfrm>
            <a:off x="6225840" y="1693747"/>
            <a:ext cx="939069" cy="756094"/>
          </a:xfrm>
          <a:custGeom>
            <a:avLst/>
            <a:gdLst>
              <a:gd name="connsiteX0" fmla="*/ 495491 w 939069"/>
              <a:gd name="connsiteY0" fmla="*/ 0 h 756094"/>
              <a:gd name="connsiteX1" fmla="*/ 495491 w 939069"/>
              <a:gd name="connsiteY1" fmla="*/ 0 h 756094"/>
              <a:gd name="connsiteX2" fmla="*/ 0 w 939069"/>
              <a:gd name="connsiteY2" fmla="*/ 754761 h 756094"/>
              <a:gd name="connsiteX3" fmla="*/ 426530 w 939069"/>
              <a:gd name="connsiteY3" fmla="*/ 756095 h 756094"/>
              <a:gd name="connsiteX4" fmla="*/ 939070 w 939069"/>
              <a:gd name="connsiteY4" fmla="*/ 953 h 756094"/>
              <a:gd name="connsiteX5" fmla="*/ 495491 w 939069"/>
              <a:gd name="connsiteY5" fmla="*/ 0 h 756094"/>
              <a:gd name="connsiteX6" fmla="*/ 495491 w 939069"/>
              <a:gd name="connsiteY6" fmla="*/ 0 h 756094"/>
              <a:gd name="connsiteX7" fmla="*/ 495491 w 939069"/>
              <a:gd name="connsiteY7" fmla="*/ 0 h 75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39069" h="756094">
                <a:moveTo>
                  <a:pt x="495491" y="0"/>
                </a:moveTo>
                <a:lnTo>
                  <a:pt x="495491" y="0"/>
                </a:lnTo>
                <a:lnTo>
                  <a:pt x="0" y="754761"/>
                </a:lnTo>
                <a:lnTo>
                  <a:pt x="426530" y="756095"/>
                </a:lnTo>
                <a:lnTo>
                  <a:pt x="939070" y="953"/>
                </a:lnTo>
                <a:lnTo>
                  <a:pt x="495491" y="0"/>
                </a:lnTo>
                <a:lnTo>
                  <a:pt x="495491" y="0"/>
                </a:lnTo>
                <a:lnTo>
                  <a:pt x="495491" y="0"/>
                </a:lnTo>
                <a:close/>
              </a:path>
            </a:pathLst>
          </a:custGeom>
          <a:solidFill>
            <a:schemeClr val="accent4">
              <a:lumMod val="20000"/>
              <a:lumOff val="80000"/>
            </a:schemeClr>
          </a:solidFill>
          <a:ln w="0" cap="flat">
            <a:noFill/>
            <a:prstDash val="solid"/>
            <a:miter/>
          </a:ln>
        </p:spPr>
        <p:txBody>
          <a:bodyPr rtlCol="0" anchor="ctr"/>
          <a:lstStyle/>
          <a:p>
            <a:endParaRPr lang="en-US"/>
          </a:p>
        </p:txBody>
      </p:sp>
      <p:sp>
        <p:nvSpPr>
          <p:cNvPr id="7" name="Freeform: Shape 86">
            <a:extLst>
              <a:ext uri="{FF2B5EF4-FFF2-40B4-BE49-F238E27FC236}">
                <a16:creationId xmlns:a16="http://schemas.microsoft.com/office/drawing/2014/main" id="{ABA88093-0F9F-ACCE-D13D-530F97FE9B79}"/>
              </a:ext>
            </a:extLst>
          </p:cNvPr>
          <p:cNvSpPr/>
          <p:nvPr/>
        </p:nvSpPr>
        <p:spPr>
          <a:xfrm>
            <a:off x="6382621" y="1876722"/>
            <a:ext cx="806958" cy="644747"/>
          </a:xfrm>
          <a:custGeom>
            <a:avLst/>
            <a:gdLst>
              <a:gd name="connsiteX0" fmla="*/ 0 w 806958"/>
              <a:gd name="connsiteY0" fmla="*/ 644081 h 644747"/>
              <a:gd name="connsiteX1" fmla="*/ 0 w 806958"/>
              <a:gd name="connsiteY1" fmla="*/ 644081 h 644747"/>
              <a:gd name="connsiteX2" fmla="*/ 383858 w 806958"/>
              <a:gd name="connsiteY2" fmla="*/ 644747 h 644747"/>
              <a:gd name="connsiteX3" fmla="*/ 806958 w 806958"/>
              <a:gd name="connsiteY3" fmla="*/ 1143 h 644747"/>
              <a:gd name="connsiteX4" fmla="*/ 437388 w 806958"/>
              <a:gd name="connsiteY4" fmla="*/ 0 h 644747"/>
              <a:gd name="connsiteX5" fmla="*/ 0 w 806958"/>
              <a:gd name="connsiteY5" fmla="*/ 644081 h 644747"/>
              <a:gd name="connsiteX6" fmla="*/ 0 w 806958"/>
              <a:gd name="connsiteY6" fmla="*/ 644081 h 644747"/>
              <a:gd name="connsiteX7" fmla="*/ 16002 w 806958"/>
              <a:gd name="connsiteY7" fmla="*/ 635699 h 644747"/>
              <a:gd name="connsiteX8" fmla="*/ 16002 w 806958"/>
              <a:gd name="connsiteY8" fmla="*/ 635699 h 644747"/>
              <a:gd name="connsiteX9" fmla="*/ 441865 w 806958"/>
              <a:gd name="connsiteY9" fmla="*/ 8382 h 644747"/>
              <a:gd name="connsiteX10" fmla="*/ 791242 w 806958"/>
              <a:gd name="connsiteY10" fmla="*/ 9525 h 644747"/>
              <a:gd name="connsiteX11" fmla="*/ 379190 w 806958"/>
              <a:gd name="connsiteY11" fmla="*/ 636270 h 644747"/>
              <a:gd name="connsiteX12" fmla="*/ 16002 w 806958"/>
              <a:gd name="connsiteY12" fmla="*/ 635603 h 644747"/>
              <a:gd name="connsiteX13" fmla="*/ 16002 w 806958"/>
              <a:gd name="connsiteY13" fmla="*/ 635603 h 644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06958" h="644747">
                <a:moveTo>
                  <a:pt x="0" y="644081"/>
                </a:moveTo>
                <a:lnTo>
                  <a:pt x="0" y="644081"/>
                </a:lnTo>
                <a:lnTo>
                  <a:pt x="383858" y="644747"/>
                </a:lnTo>
                <a:lnTo>
                  <a:pt x="806958" y="1143"/>
                </a:lnTo>
                <a:lnTo>
                  <a:pt x="437388" y="0"/>
                </a:lnTo>
                <a:lnTo>
                  <a:pt x="0" y="644081"/>
                </a:lnTo>
                <a:lnTo>
                  <a:pt x="0" y="644081"/>
                </a:lnTo>
                <a:close/>
                <a:moveTo>
                  <a:pt x="16002" y="635699"/>
                </a:moveTo>
                <a:lnTo>
                  <a:pt x="16002" y="635699"/>
                </a:lnTo>
                <a:lnTo>
                  <a:pt x="441865" y="8382"/>
                </a:lnTo>
                <a:lnTo>
                  <a:pt x="791242" y="9525"/>
                </a:lnTo>
                <a:lnTo>
                  <a:pt x="379190" y="636270"/>
                </a:lnTo>
                <a:lnTo>
                  <a:pt x="16002" y="635603"/>
                </a:lnTo>
                <a:lnTo>
                  <a:pt x="16002" y="635603"/>
                </a:lnTo>
                <a:close/>
              </a:path>
            </a:pathLst>
          </a:custGeom>
          <a:solidFill>
            <a:schemeClr val="accent4"/>
          </a:solidFill>
          <a:ln w="0" cap="flat">
            <a:noFill/>
            <a:prstDash val="solid"/>
            <a:miter/>
          </a:ln>
        </p:spPr>
        <p:txBody>
          <a:bodyPr rtlCol="0" anchor="ctr"/>
          <a:lstStyle/>
          <a:p>
            <a:endParaRPr lang="en-US"/>
          </a:p>
        </p:txBody>
      </p:sp>
      <p:sp>
        <p:nvSpPr>
          <p:cNvPr id="4" name="Subtitle 2">
            <a:extLst>
              <a:ext uri="{FF2B5EF4-FFF2-40B4-BE49-F238E27FC236}">
                <a16:creationId xmlns:a16="http://schemas.microsoft.com/office/drawing/2014/main" id="{6B8EC6D9-DE21-47B1-1F0B-48D36DF85202}"/>
              </a:ext>
            </a:extLst>
          </p:cNvPr>
          <p:cNvSpPr>
            <a:spLocks noGrp="1"/>
          </p:cNvSpPr>
          <p:nvPr>
            <p:ph type="subTitle" idx="1" hasCustomPrompt="1"/>
          </p:nvPr>
        </p:nvSpPr>
        <p:spPr>
          <a:xfrm>
            <a:off x="274320" y="914399"/>
            <a:ext cx="10972800" cy="640080"/>
          </a:xfrm>
          <a:prstGeom prst="rect">
            <a:avLst/>
          </a:prstGeom>
        </p:spPr>
        <p:txBody>
          <a:bodyPr>
            <a:normAutofit/>
          </a:bodyPr>
          <a:lstStyle>
            <a:lvl1pPr marL="0" indent="0" algn="l">
              <a:lnSpc>
                <a:spcPct val="100000"/>
              </a:lnSpc>
              <a:buNone/>
              <a:defRPr sz="1600">
                <a:solidFill>
                  <a:srgbClr val="23004B"/>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Key takeaway statement, may underline 1-2 words for emphasis and extend 1-2 lines. </a:t>
            </a:r>
            <a:br>
              <a:rPr lang="en-US"/>
            </a:br>
            <a:r>
              <a:rPr lang="en-US"/>
              <a:t>Text should be 16pt. Delete this box if not needed.</a:t>
            </a:r>
          </a:p>
        </p:txBody>
      </p:sp>
      <p:sp>
        <p:nvSpPr>
          <p:cNvPr id="13" name="Title 1">
            <a:extLst>
              <a:ext uri="{FF2B5EF4-FFF2-40B4-BE49-F238E27FC236}">
                <a16:creationId xmlns:a16="http://schemas.microsoft.com/office/drawing/2014/main" id="{0FFE7A73-FFC0-43D5-2637-BF6C1B5AB023}"/>
              </a:ext>
            </a:extLst>
          </p:cNvPr>
          <p:cNvSpPr>
            <a:spLocks noGrp="1"/>
          </p:cNvSpPr>
          <p:nvPr>
            <p:ph type="title" hasCustomPrompt="1"/>
          </p:nvPr>
        </p:nvSpPr>
        <p:spPr>
          <a:xfrm>
            <a:off x="274320" y="274320"/>
            <a:ext cx="10515600" cy="457200"/>
          </a:xfrm>
        </p:spPr>
        <p:txBody>
          <a:bodyPr>
            <a:normAutofit/>
          </a:bodyPr>
          <a:lstStyle>
            <a:lvl1pPr>
              <a:defRPr sz="1800">
                <a:solidFill>
                  <a:schemeClr val="accent4"/>
                </a:solidFill>
              </a:defRPr>
            </a:lvl1pPr>
          </a:lstStyle>
          <a:p>
            <a:r>
              <a:rPr lang="en-US"/>
              <a:t>Slide Title – 18pt</a:t>
            </a:r>
          </a:p>
        </p:txBody>
      </p:sp>
      <p:grpSp>
        <p:nvGrpSpPr>
          <p:cNvPr id="19" name="Group 18">
            <a:extLst>
              <a:ext uri="{FF2B5EF4-FFF2-40B4-BE49-F238E27FC236}">
                <a16:creationId xmlns:a16="http://schemas.microsoft.com/office/drawing/2014/main" id="{D9E6486C-7F02-C67C-C7D6-56FB94172C20}"/>
              </a:ext>
            </a:extLst>
          </p:cNvPr>
          <p:cNvGrpSpPr/>
          <p:nvPr/>
        </p:nvGrpSpPr>
        <p:grpSpPr>
          <a:xfrm>
            <a:off x="10972800" y="274320"/>
            <a:ext cx="732897" cy="319002"/>
            <a:chOff x="10956590" y="246968"/>
            <a:chExt cx="732897" cy="319002"/>
          </a:xfrm>
          <a:solidFill>
            <a:srgbClr val="23004B"/>
          </a:solidFill>
        </p:grpSpPr>
        <p:sp>
          <p:nvSpPr>
            <p:cNvPr id="20" name="Freeform: Shape 6">
              <a:extLst>
                <a:ext uri="{FF2B5EF4-FFF2-40B4-BE49-F238E27FC236}">
                  <a16:creationId xmlns:a16="http://schemas.microsoft.com/office/drawing/2014/main" id="{58B1917F-789A-D72F-E1CE-4AE9EA8DF67E}"/>
                </a:ext>
              </a:extLst>
            </p:cNvPr>
            <p:cNvSpPr/>
            <p:nvPr/>
          </p:nvSpPr>
          <p:spPr>
            <a:xfrm>
              <a:off x="11502373" y="368572"/>
              <a:ext cx="152189" cy="197064"/>
            </a:xfrm>
            <a:custGeom>
              <a:avLst/>
              <a:gdLst>
                <a:gd name="connsiteX0" fmla="*/ 573754 w 970738"/>
                <a:gd name="connsiteY0" fmla="*/ 503046 h 1256976"/>
                <a:gd name="connsiteX1" fmla="*/ 309665 w 970738"/>
                <a:gd name="connsiteY1" fmla="*/ 342037 h 1256976"/>
                <a:gd name="connsiteX2" fmla="*/ 479193 w 970738"/>
                <a:gd name="connsiteY2" fmla="*/ 230013 h 1256976"/>
                <a:gd name="connsiteX3" fmla="*/ 728799 w 970738"/>
                <a:gd name="connsiteY3" fmla="*/ 347575 h 1256976"/>
                <a:gd name="connsiteX4" fmla="*/ 898327 w 970738"/>
                <a:gd name="connsiteY4" fmla="*/ 181028 h 1256976"/>
                <a:gd name="connsiteX5" fmla="*/ 479193 w 970738"/>
                <a:gd name="connsiteY5" fmla="*/ 0 h 1256976"/>
                <a:gd name="connsiteX6" fmla="*/ 48558 w 970738"/>
                <a:gd name="connsiteY6" fmla="*/ 356094 h 1256976"/>
                <a:gd name="connsiteX7" fmla="*/ 404652 w 970738"/>
                <a:gd name="connsiteY7" fmla="*/ 726244 h 1256976"/>
                <a:gd name="connsiteX8" fmla="*/ 697705 w 970738"/>
                <a:gd name="connsiteY8" fmla="*/ 895772 h 1256976"/>
                <a:gd name="connsiteX9" fmla="*/ 485156 w 970738"/>
                <a:gd name="connsiteY9" fmla="*/ 1024834 h 1256976"/>
                <a:gd name="connsiteX10" fmla="*/ 174639 w 970738"/>
                <a:gd name="connsiteY10" fmla="*/ 888105 h 1256976"/>
                <a:gd name="connsiteX11" fmla="*/ 0 w 970738"/>
                <a:gd name="connsiteY11" fmla="*/ 1057632 h 1256976"/>
                <a:gd name="connsiteX12" fmla="*/ 502620 w 970738"/>
                <a:gd name="connsiteY12" fmla="*/ 1256977 h 1256976"/>
                <a:gd name="connsiteX13" fmla="*/ 970738 w 970738"/>
                <a:gd name="connsiteY13" fmla="*/ 880863 h 1256976"/>
                <a:gd name="connsiteX14" fmla="*/ 574606 w 970738"/>
                <a:gd name="connsiteY14" fmla="*/ 501768 h 125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70738" h="1256976">
                  <a:moveTo>
                    <a:pt x="573754" y="503046"/>
                  </a:moveTo>
                  <a:cubicBezTo>
                    <a:pt x="384206" y="454062"/>
                    <a:pt x="309665" y="434042"/>
                    <a:pt x="309665" y="342037"/>
                  </a:cubicBezTo>
                  <a:cubicBezTo>
                    <a:pt x="309665" y="270478"/>
                    <a:pt x="370150" y="230013"/>
                    <a:pt x="479193" y="230013"/>
                  </a:cubicBezTo>
                  <a:cubicBezTo>
                    <a:pt x="588236" y="230013"/>
                    <a:pt x="671722" y="281553"/>
                    <a:pt x="728799" y="347575"/>
                  </a:cubicBezTo>
                  <a:lnTo>
                    <a:pt x="898327" y="181028"/>
                  </a:lnTo>
                  <a:cubicBezTo>
                    <a:pt x="806322" y="80504"/>
                    <a:pt x="671722" y="0"/>
                    <a:pt x="479193" y="0"/>
                  </a:cubicBezTo>
                  <a:cubicBezTo>
                    <a:pt x="241087" y="0"/>
                    <a:pt x="48558" y="115006"/>
                    <a:pt x="48558" y="356094"/>
                  </a:cubicBezTo>
                  <a:cubicBezTo>
                    <a:pt x="48558" y="597181"/>
                    <a:pt x="226605" y="677685"/>
                    <a:pt x="404652" y="726244"/>
                  </a:cubicBezTo>
                  <a:cubicBezTo>
                    <a:pt x="608681" y="783747"/>
                    <a:pt x="697705" y="798229"/>
                    <a:pt x="697705" y="895772"/>
                  </a:cubicBezTo>
                  <a:cubicBezTo>
                    <a:pt x="697705" y="976276"/>
                    <a:pt x="631683" y="1024834"/>
                    <a:pt x="485156" y="1024834"/>
                  </a:cubicBezTo>
                  <a:cubicBezTo>
                    <a:pt x="355668" y="1024834"/>
                    <a:pt x="248754" y="981813"/>
                    <a:pt x="174639" y="888105"/>
                  </a:cubicBezTo>
                  <a:lnTo>
                    <a:pt x="0" y="1057632"/>
                  </a:lnTo>
                  <a:cubicBezTo>
                    <a:pt x="93283" y="1166249"/>
                    <a:pt x="263237" y="1256977"/>
                    <a:pt x="502620" y="1256977"/>
                  </a:cubicBezTo>
                  <a:cubicBezTo>
                    <a:pt x="844232" y="1256977"/>
                    <a:pt x="970738" y="1087449"/>
                    <a:pt x="970738" y="880863"/>
                  </a:cubicBezTo>
                  <a:cubicBezTo>
                    <a:pt x="970738" y="625294"/>
                    <a:pt x="764153" y="550753"/>
                    <a:pt x="574606" y="501768"/>
                  </a:cubicBezTo>
                  <a:close/>
                </a:path>
              </a:pathLst>
            </a:custGeom>
            <a:grpFill/>
            <a:ln w="0" cap="flat">
              <a:noFill/>
              <a:prstDash val="solid"/>
              <a:miter/>
            </a:ln>
          </p:spPr>
          <p:txBody>
            <a:bodyPr rtlCol="0" anchor="ctr"/>
            <a:lstStyle/>
            <a:p>
              <a:endParaRPr lang="en-US">
                <a:solidFill>
                  <a:srgbClr val="23004B"/>
                </a:solidFill>
              </a:endParaRPr>
            </a:p>
          </p:txBody>
        </p:sp>
        <p:sp>
          <p:nvSpPr>
            <p:cNvPr id="21" name="Freeform: Shape 7">
              <a:extLst>
                <a:ext uri="{FF2B5EF4-FFF2-40B4-BE49-F238E27FC236}">
                  <a16:creationId xmlns:a16="http://schemas.microsoft.com/office/drawing/2014/main" id="{16A359E8-3BC5-B07B-0F19-6A2B0A68D328}"/>
                </a:ext>
              </a:extLst>
            </p:cNvPr>
            <p:cNvSpPr/>
            <p:nvPr/>
          </p:nvSpPr>
          <p:spPr>
            <a:xfrm>
              <a:off x="11129146" y="368572"/>
              <a:ext cx="198854" cy="197398"/>
            </a:xfrm>
            <a:custGeom>
              <a:avLst/>
              <a:gdLst>
                <a:gd name="connsiteX0" fmla="*/ 678111 w 1268394"/>
                <a:gd name="connsiteY0" fmla="*/ 1015037 h 1259106"/>
                <a:gd name="connsiteX1" fmla="*/ 1020149 w 1268394"/>
                <a:gd name="connsiteY1" fmla="*/ 885549 h 1259106"/>
                <a:gd name="connsiteX2" fmla="*/ 1189677 w 1268394"/>
                <a:gd name="connsiteY2" fmla="*/ 1063596 h 1259106"/>
                <a:gd name="connsiteX3" fmla="*/ 681093 w 1268394"/>
                <a:gd name="connsiteY3" fmla="*/ 1259106 h 1259106"/>
                <a:gd name="connsiteX4" fmla="*/ 0 w 1268394"/>
                <a:gd name="connsiteY4" fmla="*/ 629553 h 1259106"/>
                <a:gd name="connsiteX5" fmla="*/ 643610 w 1268394"/>
                <a:gd name="connsiteY5" fmla="*/ 0 h 1259106"/>
                <a:gd name="connsiteX6" fmla="*/ 1267199 w 1268394"/>
                <a:gd name="connsiteY6" fmla="*/ 727096 h 1259106"/>
                <a:gd name="connsiteX7" fmla="*/ 295609 w 1268394"/>
                <a:gd name="connsiteY7" fmla="*/ 727096 h 1259106"/>
                <a:gd name="connsiteX8" fmla="*/ 677685 w 1268394"/>
                <a:gd name="connsiteY8" fmla="*/ 1014611 h 1259106"/>
                <a:gd name="connsiteX9" fmla="*/ 974146 w 1268394"/>
                <a:gd name="connsiteY9" fmla="*/ 526473 h 1259106"/>
                <a:gd name="connsiteX10" fmla="*/ 646591 w 1268394"/>
                <a:gd name="connsiteY10" fmla="*/ 241939 h 1259106"/>
                <a:gd name="connsiteX11" fmla="*/ 296035 w 1268394"/>
                <a:gd name="connsiteY11" fmla="*/ 526473 h 1259106"/>
                <a:gd name="connsiteX12" fmla="*/ 974146 w 1268394"/>
                <a:gd name="connsiteY12" fmla="*/ 526473 h 1259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8394" h="1259106">
                  <a:moveTo>
                    <a:pt x="678111" y="1015037"/>
                  </a:moveTo>
                  <a:cubicBezTo>
                    <a:pt x="836139" y="1015037"/>
                    <a:pt x="951145" y="951997"/>
                    <a:pt x="1020149" y="885549"/>
                  </a:cubicBezTo>
                  <a:lnTo>
                    <a:pt x="1189677" y="1063596"/>
                  </a:lnTo>
                  <a:cubicBezTo>
                    <a:pt x="1077652" y="1175620"/>
                    <a:pt x="922606" y="1259106"/>
                    <a:pt x="681093" y="1259106"/>
                  </a:cubicBezTo>
                  <a:cubicBezTo>
                    <a:pt x="267070" y="1259106"/>
                    <a:pt x="0" y="991610"/>
                    <a:pt x="0" y="629553"/>
                  </a:cubicBezTo>
                  <a:cubicBezTo>
                    <a:pt x="0" y="267496"/>
                    <a:pt x="281553" y="0"/>
                    <a:pt x="643610" y="0"/>
                  </a:cubicBezTo>
                  <a:cubicBezTo>
                    <a:pt x="1054651" y="0"/>
                    <a:pt x="1287219" y="304554"/>
                    <a:pt x="1267199" y="727096"/>
                  </a:cubicBezTo>
                  <a:lnTo>
                    <a:pt x="295609" y="727096"/>
                  </a:lnTo>
                  <a:cubicBezTo>
                    <a:pt x="330111" y="902587"/>
                    <a:pt x="456618" y="1014611"/>
                    <a:pt x="677685" y="1014611"/>
                  </a:cubicBezTo>
                  <a:close/>
                  <a:moveTo>
                    <a:pt x="974146" y="526473"/>
                  </a:moveTo>
                  <a:cubicBezTo>
                    <a:pt x="948163" y="362483"/>
                    <a:pt x="847639" y="241939"/>
                    <a:pt x="646591" y="241939"/>
                  </a:cubicBezTo>
                  <a:cubicBezTo>
                    <a:pt x="459599" y="241939"/>
                    <a:pt x="330537" y="345445"/>
                    <a:pt x="296035" y="526473"/>
                  </a:cubicBezTo>
                  <a:lnTo>
                    <a:pt x="974146" y="526473"/>
                  </a:lnTo>
                  <a:close/>
                </a:path>
              </a:pathLst>
            </a:custGeom>
            <a:grpFill/>
            <a:ln w="0" cap="flat">
              <a:noFill/>
              <a:prstDash val="solid"/>
              <a:miter/>
            </a:ln>
          </p:spPr>
          <p:txBody>
            <a:bodyPr rtlCol="0" anchor="ctr"/>
            <a:lstStyle/>
            <a:p>
              <a:endParaRPr lang="en-US">
                <a:solidFill>
                  <a:srgbClr val="23004B"/>
                </a:solidFill>
              </a:endParaRPr>
            </a:p>
          </p:txBody>
        </p:sp>
        <p:sp>
          <p:nvSpPr>
            <p:cNvPr id="22" name="Freeform: Shape 8">
              <a:extLst>
                <a:ext uri="{FF2B5EF4-FFF2-40B4-BE49-F238E27FC236}">
                  <a16:creationId xmlns:a16="http://schemas.microsoft.com/office/drawing/2014/main" id="{153C9AB9-A65B-D7CA-F9C5-81D953F2D956}"/>
                </a:ext>
              </a:extLst>
            </p:cNvPr>
            <p:cNvSpPr/>
            <p:nvPr/>
          </p:nvSpPr>
          <p:spPr>
            <a:xfrm>
              <a:off x="11359466" y="246968"/>
              <a:ext cx="44074" cy="315262"/>
            </a:xfrm>
            <a:custGeom>
              <a:avLst/>
              <a:gdLst>
                <a:gd name="connsiteX0" fmla="*/ 0 w 281126"/>
                <a:gd name="connsiteY0" fmla="*/ 0 h 2010906"/>
                <a:gd name="connsiteX1" fmla="*/ 281127 w 281126"/>
                <a:gd name="connsiteY1" fmla="*/ 0 h 2010906"/>
                <a:gd name="connsiteX2" fmla="*/ 281127 w 281126"/>
                <a:gd name="connsiteY2" fmla="*/ 2010907 h 2010906"/>
                <a:gd name="connsiteX3" fmla="*/ 0 w 281126"/>
                <a:gd name="connsiteY3" fmla="*/ 2010907 h 2010906"/>
                <a:gd name="connsiteX4" fmla="*/ 0 w 281126"/>
                <a:gd name="connsiteY4" fmla="*/ 0 h 2010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126" h="2010906">
                  <a:moveTo>
                    <a:pt x="0" y="0"/>
                  </a:moveTo>
                  <a:lnTo>
                    <a:pt x="281127" y="0"/>
                  </a:lnTo>
                  <a:lnTo>
                    <a:pt x="281127" y="2010907"/>
                  </a:lnTo>
                  <a:lnTo>
                    <a:pt x="0" y="2010907"/>
                  </a:lnTo>
                  <a:lnTo>
                    <a:pt x="0" y="0"/>
                  </a:lnTo>
                  <a:close/>
                </a:path>
              </a:pathLst>
            </a:custGeom>
            <a:grpFill/>
            <a:ln w="0" cap="flat">
              <a:noFill/>
              <a:prstDash val="solid"/>
              <a:miter/>
            </a:ln>
          </p:spPr>
          <p:txBody>
            <a:bodyPr rtlCol="0" anchor="ctr"/>
            <a:lstStyle/>
            <a:p>
              <a:endParaRPr lang="en-US">
                <a:solidFill>
                  <a:srgbClr val="23004B"/>
                </a:solidFill>
              </a:endParaRPr>
            </a:p>
          </p:txBody>
        </p:sp>
        <p:sp>
          <p:nvSpPr>
            <p:cNvPr id="23" name="Freeform: Shape 9">
              <a:extLst>
                <a:ext uri="{FF2B5EF4-FFF2-40B4-BE49-F238E27FC236}">
                  <a16:creationId xmlns:a16="http://schemas.microsoft.com/office/drawing/2014/main" id="{9E7FBC2F-829A-9C81-8FCF-197294D6C716}"/>
                </a:ext>
              </a:extLst>
            </p:cNvPr>
            <p:cNvSpPr/>
            <p:nvPr/>
          </p:nvSpPr>
          <p:spPr>
            <a:xfrm>
              <a:off x="11434392" y="370442"/>
              <a:ext cx="44541" cy="191588"/>
            </a:xfrm>
            <a:custGeom>
              <a:avLst/>
              <a:gdLst>
                <a:gd name="connsiteX0" fmla="*/ 0 w 284108"/>
                <a:gd name="connsiteY0" fmla="*/ 0 h 1222048"/>
                <a:gd name="connsiteX1" fmla="*/ 284108 w 284108"/>
                <a:gd name="connsiteY1" fmla="*/ 0 h 1222048"/>
                <a:gd name="connsiteX2" fmla="*/ 284108 w 284108"/>
                <a:gd name="connsiteY2" fmla="*/ 1222049 h 1222048"/>
                <a:gd name="connsiteX3" fmla="*/ 0 w 284108"/>
                <a:gd name="connsiteY3" fmla="*/ 1222049 h 1222048"/>
              </a:gdLst>
              <a:ahLst/>
              <a:cxnLst>
                <a:cxn ang="0">
                  <a:pos x="connsiteX0" y="connsiteY0"/>
                </a:cxn>
                <a:cxn ang="0">
                  <a:pos x="connsiteX1" y="connsiteY1"/>
                </a:cxn>
                <a:cxn ang="0">
                  <a:pos x="connsiteX2" y="connsiteY2"/>
                </a:cxn>
                <a:cxn ang="0">
                  <a:pos x="connsiteX3" y="connsiteY3"/>
                </a:cxn>
              </a:cxnLst>
              <a:rect l="l" t="t" r="r" b="b"/>
              <a:pathLst>
                <a:path w="284108" h="1222048">
                  <a:moveTo>
                    <a:pt x="0" y="0"/>
                  </a:moveTo>
                  <a:lnTo>
                    <a:pt x="284108" y="0"/>
                  </a:lnTo>
                  <a:lnTo>
                    <a:pt x="284108" y="1222049"/>
                  </a:lnTo>
                  <a:lnTo>
                    <a:pt x="0" y="1222049"/>
                  </a:lnTo>
                  <a:close/>
                </a:path>
              </a:pathLst>
            </a:custGeom>
            <a:grpFill/>
            <a:ln w="0" cap="flat">
              <a:noFill/>
              <a:prstDash val="solid"/>
              <a:miter/>
            </a:ln>
          </p:spPr>
          <p:txBody>
            <a:bodyPr rtlCol="0" anchor="ctr"/>
            <a:lstStyle/>
            <a:p>
              <a:endParaRPr lang="en-US">
                <a:solidFill>
                  <a:srgbClr val="23004B"/>
                </a:solidFill>
              </a:endParaRPr>
            </a:p>
          </p:txBody>
        </p:sp>
        <p:sp>
          <p:nvSpPr>
            <p:cNvPr id="24" name="Freeform: Shape 10">
              <a:extLst>
                <a:ext uri="{FF2B5EF4-FFF2-40B4-BE49-F238E27FC236}">
                  <a16:creationId xmlns:a16="http://schemas.microsoft.com/office/drawing/2014/main" id="{EBACA8AF-65BF-64D4-D752-E5A1BE9486FA}"/>
                </a:ext>
              </a:extLst>
            </p:cNvPr>
            <p:cNvSpPr/>
            <p:nvPr/>
          </p:nvSpPr>
          <p:spPr>
            <a:xfrm>
              <a:off x="11427581" y="278020"/>
              <a:ext cx="58498" cy="58097"/>
            </a:xfrm>
            <a:custGeom>
              <a:avLst/>
              <a:gdLst>
                <a:gd name="connsiteX0" fmla="*/ 0 w 373131"/>
                <a:gd name="connsiteY0" fmla="*/ 184010 h 370575"/>
                <a:gd name="connsiteX1" fmla="*/ 186566 w 373131"/>
                <a:gd name="connsiteY1" fmla="*/ 0 h 370575"/>
                <a:gd name="connsiteX2" fmla="*/ 373132 w 373131"/>
                <a:gd name="connsiteY2" fmla="*/ 184010 h 370575"/>
                <a:gd name="connsiteX3" fmla="*/ 186566 w 373131"/>
                <a:gd name="connsiteY3" fmla="*/ 370576 h 370575"/>
                <a:gd name="connsiteX4" fmla="*/ 0 w 373131"/>
                <a:gd name="connsiteY4" fmla="*/ 184010 h 370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3131" h="370575">
                  <a:moveTo>
                    <a:pt x="0" y="184010"/>
                  </a:moveTo>
                  <a:cubicBezTo>
                    <a:pt x="0" y="78375"/>
                    <a:pt x="86468" y="0"/>
                    <a:pt x="186566" y="0"/>
                  </a:cubicBezTo>
                  <a:cubicBezTo>
                    <a:pt x="286664" y="0"/>
                    <a:pt x="373132" y="77949"/>
                    <a:pt x="373132" y="184010"/>
                  </a:cubicBezTo>
                  <a:cubicBezTo>
                    <a:pt x="373132" y="295609"/>
                    <a:pt x="286664" y="370576"/>
                    <a:pt x="186566" y="370576"/>
                  </a:cubicBezTo>
                  <a:cubicBezTo>
                    <a:pt x="86468" y="370576"/>
                    <a:pt x="0" y="295183"/>
                    <a:pt x="0" y="184010"/>
                  </a:cubicBezTo>
                  <a:close/>
                </a:path>
              </a:pathLst>
            </a:custGeom>
            <a:grpFill/>
            <a:ln w="0" cap="flat">
              <a:noFill/>
              <a:prstDash val="solid"/>
              <a:miter/>
            </a:ln>
          </p:spPr>
          <p:txBody>
            <a:bodyPr rtlCol="0" anchor="ctr"/>
            <a:lstStyle/>
            <a:p>
              <a:endParaRPr lang="en-US">
                <a:solidFill>
                  <a:srgbClr val="23004B"/>
                </a:solidFill>
              </a:endParaRPr>
            </a:p>
          </p:txBody>
        </p:sp>
        <p:sp>
          <p:nvSpPr>
            <p:cNvPr id="25" name="Freeform: Shape 11">
              <a:extLst>
                <a:ext uri="{FF2B5EF4-FFF2-40B4-BE49-F238E27FC236}">
                  <a16:creationId xmlns:a16="http://schemas.microsoft.com/office/drawing/2014/main" id="{428C2DD4-6085-A276-F3A4-608AB321B699}"/>
                </a:ext>
              </a:extLst>
            </p:cNvPr>
            <p:cNvSpPr/>
            <p:nvPr/>
          </p:nvSpPr>
          <p:spPr>
            <a:xfrm>
              <a:off x="10971482" y="370308"/>
              <a:ext cx="163074" cy="40468"/>
            </a:xfrm>
            <a:custGeom>
              <a:avLst/>
              <a:gdLst>
                <a:gd name="connsiteX0" fmla="*/ 871918 w 1040168"/>
                <a:gd name="connsiteY0" fmla="*/ 257273 h 258125"/>
                <a:gd name="connsiteX1" fmla="*/ 1040168 w 1040168"/>
                <a:gd name="connsiteY1" fmla="*/ 0 h 258125"/>
                <a:gd name="connsiteX2" fmla="*/ 0 w 1040168"/>
                <a:gd name="connsiteY2" fmla="*/ 0 h 258125"/>
                <a:gd name="connsiteX3" fmla="*/ 0 w 1040168"/>
                <a:gd name="connsiteY3" fmla="*/ 258125 h 258125"/>
                <a:gd name="connsiteX4" fmla="*/ 871918 w 1040168"/>
                <a:gd name="connsiteY4" fmla="*/ 257273 h 258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168" h="258125">
                  <a:moveTo>
                    <a:pt x="871918" y="257273"/>
                  </a:moveTo>
                  <a:lnTo>
                    <a:pt x="1040168" y="0"/>
                  </a:lnTo>
                  <a:lnTo>
                    <a:pt x="0" y="0"/>
                  </a:lnTo>
                  <a:lnTo>
                    <a:pt x="0" y="258125"/>
                  </a:lnTo>
                  <a:lnTo>
                    <a:pt x="871918" y="257273"/>
                  </a:lnTo>
                  <a:close/>
                </a:path>
              </a:pathLst>
            </a:custGeom>
            <a:grpFill/>
            <a:ln w="0" cap="flat">
              <a:noFill/>
              <a:prstDash val="solid"/>
              <a:miter/>
            </a:ln>
          </p:spPr>
          <p:txBody>
            <a:bodyPr rtlCol="0" anchor="ctr"/>
            <a:lstStyle/>
            <a:p>
              <a:endParaRPr lang="en-US">
                <a:solidFill>
                  <a:srgbClr val="23004B"/>
                </a:solidFill>
              </a:endParaRPr>
            </a:p>
          </p:txBody>
        </p:sp>
        <p:sp>
          <p:nvSpPr>
            <p:cNvPr id="26" name="Freeform: Shape 12">
              <a:extLst>
                <a:ext uri="{FF2B5EF4-FFF2-40B4-BE49-F238E27FC236}">
                  <a16:creationId xmlns:a16="http://schemas.microsoft.com/office/drawing/2014/main" id="{93E8AFAC-2D5D-7284-D56D-F790C14A7FF2}"/>
                </a:ext>
              </a:extLst>
            </p:cNvPr>
            <p:cNvSpPr/>
            <p:nvPr/>
          </p:nvSpPr>
          <p:spPr>
            <a:xfrm>
              <a:off x="10956590" y="522096"/>
              <a:ext cx="163608" cy="40468"/>
            </a:xfrm>
            <a:custGeom>
              <a:avLst/>
              <a:gdLst>
                <a:gd name="connsiteX0" fmla="*/ 0 w 1043575"/>
                <a:gd name="connsiteY0" fmla="*/ 257699 h 258125"/>
                <a:gd name="connsiteX1" fmla="*/ 1043576 w 1043575"/>
                <a:gd name="connsiteY1" fmla="*/ 258125 h 258125"/>
                <a:gd name="connsiteX2" fmla="*/ 1043576 w 1043575"/>
                <a:gd name="connsiteY2" fmla="*/ 0 h 258125"/>
                <a:gd name="connsiteX3" fmla="*/ 168676 w 1043575"/>
                <a:gd name="connsiteY3" fmla="*/ 0 h 258125"/>
                <a:gd name="connsiteX4" fmla="*/ 0 w 1043575"/>
                <a:gd name="connsiteY4" fmla="*/ 257699 h 258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3575" h="258125">
                  <a:moveTo>
                    <a:pt x="0" y="257699"/>
                  </a:moveTo>
                  <a:lnTo>
                    <a:pt x="1043576" y="258125"/>
                  </a:lnTo>
                  <a:lnTo>
                    <a:pt x="1043576" y="0"/>
                  </a:lnTo>
                  <a:lnTo>
                    <a:pt x="168676" y="0"/>
                  </a:lnTo>
                  <a:lnTo>
                    <a:pt x="0" y="257699"/>
                  </a:lnTo>
                  <a:close/>
                </a:path>
              </a:pathLst>
            </a:custGeom>
            <a:grpFill/>
            <a:ln w="0" cap="flat">
              <a:noFill/>
              <a:prstDash val="solid"/>
              <a:miter/>
            </a:ln>
          </p:spPr>
          <p:txBody>
            <a:bodyPr rtlCol="0" anchor="ctr"/>
            <a:lstStyle/>
            <a:p>
              <a:endParaRPr lang="en-US">
                <a:solidFill>
                  <a:srgbClr val="23004B"/>
                </a:solidFill>
              </a:endParaRPr>
            </a:p>
          </p:txBody>
        </p:sp>
        <p:sp>
          <p:nvSpPr>
            <p:cNvPr id="27" name="Freeform: Shape 13">
              <a:extLst>
                <a:ext uri="{FF2B5EF4-FFF2-40B4-BE49-F238E27FC236}">
                  <a16:creationId xmlns:a16="http://schemas.microsoft.com/office/drawing/2014/main" id="{6023F34A-215A-F2B5-8970-938274AA9C3E}"/>
                </a:ext>
              </a:extLst>
            </p:cNvPr>
            <p:cNvSpPr/>
            <p:nvPr/>
          </p:nvSpPr>
          <p:spPr>
            <a:xfrm>
              <a:off x="10991716" y="424065"/>
              <a:ext cx="107714" cy="84408"/>
            </a:xfrm>
            <a:custGeom>
              <a:avLst/>
              <a:gdLst>
                <a:gd name="connsiteX0" fmla="*/ 0 w 687056"/>
                <a:gd name="connsiteY0" fmla="*/ 538400 h 538399"/>
                <a:gd name="connsiteX1" fmla="*/ 334370 w 687056"/>
                <a:gd name="connsiteY1" fmla="*/ 538400 h 538399"/>
                <a:gd name="connsiteX2" fmla="*/ 687056 w 687056"/>
                <a:gd name="connsiteY2" fmla="*/ 0 h 538399"/>
                <a:gd name="connsiteX3" fmla="*/ 353112 w 687056"/>
                <a:gd name="connsiteY3" fmla="*/ 426 h 538399"/>
                <a:gd name="connsiteX4" fmla="*/ 0 w 687056"/>
                <a:gd name="connsiteY4" fmla="*/ 538400 h 5383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7056" h="538399">
                  <a:moveTo>
                    <a:pt x="0" y="538400"/>
                  </a:moveTo>
                  <a:lnTo>
                    <a:pt x="334370" y="538400"/>
                  </a:lnTo>
                  <a:lnTo>
                    <a:pt x="687056" y="0"/>
                  </a:lnTo>
                  <a:lnTo>
                    <a:pt x="353112" y="426"/>
                  </a:lnTo>
                  <a:lnTo>
                    <a:pt x="0" y="538400"/>
                  </a:lnTo>
                  <a:close/>
                </a:path>
              </a:pathLst>
            </a:custGeom>
            <a:grpFill/>
            <a:ln w="0" cap="flat">
              <a:noFill/>
              <a:prstDash val="solid"/>
              <a:miter/>
            </a:ln>
          </p:spPr>
          <p:txBody>
            <a:bodyPr rtlCol="0" anchor="ctr"/>
            <a:lstStyle/>
            <a:p>
              <a:endParaRPr lang="en-US">
                <a:solidFill>
                  <a:srgbClr val="23004B"/>
                </a:solidFill>
              </a:endParaRPr>
            </a:p>
          </p:txBody>
        </p:sp>
        <p:sp>
          <p:nvSpPr>
            <p:cNvPr id="28" name="Freeform: Shape 14">
              <a:extLst>
                <a:ext uri="{FF2B5EF4-FFF2-40B4-BE49-F238E27FC236}">
                  <a16:creationId xmlns:a16="http://schemas.microsoft.com/office/drawing/2014/main" id="{D431266F-BF8A-021C-507D-0CB242A64904}"/>
                </a:ext>
              </a:extLst>
            </p:cNvPr>
            <p:cNvSpPr/>
            <p:nvPr/>
          </p:nvSpPr>
          <p:spPr>
            <a:xfrm>
              <a:off x="11660372" y="536254"/>
              <a:ext cx="29115" cy="29115"/>
            </a:xfrm>
            <a:custGeom>
              <a:avLst/>
              <a:gdLst>
                <a:gd name="connsiteX0" fmla="*/ 100524 w 185713"/>
                <a:gd name="connsiteY0" fmla="*/ 52392 h 185713"/>
                <a:gd name="connsiteX1" fmla="*/ 119692 w 185713"/>
                <a:gd name="connsiteY1" fmla="*/ 71985 h 185713"/>
                <a:gd name="connsiteX2" fmla="*/ 100524 w 185713"/>
                <a:gd name="connsiteY2" fmla="*/ 90727 h 185713"/>
                <a:gd name="connsiteX3" fmla="*/ 71133 w 185713"/>
                <a:gd name="connsiteY3" fmla="*/ 90727 h 185713"/>
                <a:gd name="connsiteX4" fmla="*/ 71133 w 185713"/>
                <a:gd name="connsiteY4" fmla="*/ 51966 h 185713"/>
                <a:gd name="connsiteX5" fmla="*/ 100524 w 185713"/>
                <a:gd name="connsiteY5" fmla="*/ 51966 h 185713"/>
                <a:gd name="connsiteX6" fmla="*/ 117988 w 185713"/>
                <a:gd name="connsiteY6" fmla="*/ 146101 h 185713"/>
                <a:gd name="connsiteX7" fmla="*/ 135452 w 185713"/>
                <a:gd name="connsiteY7" fmla="*/ 146101 h 185713"/>
                <a:gd name="connsiteX8" fmla="*/ 106913 w 185713"/>
                <a:gd name="connsiteY8" fmla="*/ 103506 h 185713"/>
                <a:gd name="connsiteX9" fmla="*/ 134174 w 185713"/>
                <a:gd name="connsiteY9" fmla="*/ 71985 h 185713"/>
                <a:gd name="connsiteX10" fmla="*/ 100524 w 185713"/>
                <a:gd name="connsiteY10" fmla="*/ 39613 h 185713"/>
                <a:gd name="connsiteX11" fmla="*/ 57077 w 185713"/>
                <a:gd name="connsiteY11" fmla="*/ 39613 h 185713"/>
                <a:gd name="connsiteX12" fmla="*/ 57077 w 185713"/>
                <a:gd name="connsiteY12" fmla="*/ 146101 h 185713"/>
                <a:gd name="connsiteX13" fmla="*/ 71133 w 185713"/>
                <a:gd name="connsiteY13" fmla="*/ 146101 h 185713"/>
                <a:gd name="connsiteX14" fmla="*/ 71133 w 185713"/>
                <a:gd name="connsiteY14" fmla="*/ 103932 h 185713"/>
                <a:gd name="connsiteX15" fmla="*/ 90301 w 185713"/>
                <a:gd name="connsiteY15" fmla="*/ 103932 h 185713"/>
                <a:gd name="connsiteX16" fmla="*/ 117988 w 185713"/>
                <a:gd name="connsiteY16" fmla="*/ 146101 h 185713"/>
                <a:gd name="connsiteX17" fmla="*/ 92857 w 185713"/>
                <a:gd name="connsiteY17" fmla="*/ 12778 h 185713"/>
                <a:gd name="connsiteX18" fmla="*/ 172510 w 185713"/>
                <a:gd name="connsiteY18" fmla="*/ 92431 h 185713"/>
                <a:gd name="connsiteX19" fmla="*/ 92857 w 185713"/>
                <a:gd name="connsiteY19" fmla="*/ 172509 h 185713"/>
                <a:gd name="connsiteX20" fmla="*/ 12779 w 185713"/>
                <a:gd name="connsiteY20" fmla="*/ 92431 h 185713"/>
                <a:gd name="connsiteX21" fmla="*/ 92857 w 185713"/>
                <a:gd name="connsiteY21" fmla="*/ 12778 h 185713"/>
                <a:gd name="connsiteX22" fmla="*/ 92857 w 185713"/>
                <a:gd name="connsiteY22" fmla="*/ 185714 h 185713"/>
                <a:gd name="connsiteX23" fmla="*/ 185714 w 185713"/>
                <a:gd name="connsiteY23" fmla="*/ 92857 h 185713"/>
                <a:gd name="connsiteX24" fmla="*/ 92857 w 185713"/>
                <a:gd name="connsiteY24" fmla="*/ 0 h 185713"/>
                <a:gd name="connsiteX25" fmla="*/ 0 w 185713"/>
                <a:gd name="connsiteY25" fmla="*/ 92857 h 185713"/>
                <a:gd name="connsiteX26" fmla="*/ 92857 w 185713"/>
                <a:gd name="connsiteY26" fmla="*/ 185714 h 185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85713" h="185713">
                  <a:moveTo>
                    <a:pt x="100524" y="52392"/>
                  </a:moveTo>
                  <a:cubicBezTo>
                    <a:pt x="110747" y="52392"/>
                    <a:pt x="119692" y="60485"/>
                    <a:pt x="119692" y="71985"/>
                  </a:cubicBezTo>
                  <a:cubicBezTo>
                    <a:pt x="119692" y="83060"/>
                    <a:pt x="110321" y="90727"/>
                    <a:pt x="100524" y="90727"/>
                  </a:cubicBezTo>
                  <a:lnTo>
                    <a:pt x="71133" y="90727"/>
                  </a:lnTo>
                  <a:lnTo>
                    <a:pt x="71133" y="51966"/>
                  </a:lnTo>
                  <a:lnTo>
                    <a:pt x="100524" y="51966"/>
                  </a:lnTo>
                  <a:close/>
                  <a:moveTo>
                    <a:pt x="117988" y="146101"/>
                  </a:moveTo>
                  <a:lnTo>
                    <a:pt x="135452" y="146101"/>
                  </a:lnTo>
                  <a:lnTo>
                    <a:pt x="106913" y="103506"/>
                  </a:lnTo>
                  <a:cubicBezTo>
                    <a:pt x="112877" y="103506"/>
                    <a:pt x="134174" y="95413"/>
                    <a:pt x="134174" y="71985"/>
                  </a:cubicBezTo>
                  <a:cubicBezTo>
                    <a:pt x="134174" y="52392"/>
                    <a:pt x="118840" y="39613"/>
                    <a:pt x="100524" y="39613"/>
                  </a:cubicBezTo>
                  <a:lnTo>
                    <a:pt x="57077" y="39613"/>
                  </a:lnTo>
                  <a:lnTo>
                    <a:pt x="57077" y="146101"/>
                  </a:lnTo>
                  <a:lnTo>
                    <a:pt x="71133" y="146101"/>
                  </a:lnTo>
                  <a:lnTo>
                    <a:pt x="71133" y="103932"/>
                  </a:lnTo>
                  <a:lnTo>
                    <a:pt x="90301" y="103932"/>
                  </a:lnTo>
                  <a:lnTo>
                    <a:pt x="117988" y="146101"/>
                  </a:lnTo>
                  <a:close/>
                  <a:moveTo>
                    <a:pt x="92857" y="12778"/>
                  </a:moveTo>
                  <a:cubicBezTo>
                    <a:pt x="137156" y="12778"/>
                    <a:pt x="172510" y="47706"/>
                    <a:pt x="172510" y="92431"/>
                  </a:cubicBezTo>
                  <a:cubicBezTo>
                    <a:pt x="172510" y="137156"/>
                    <a:pt x="137156" y="172509"/>
                    <a:pt x="92857" y="172509"/>
                  </a:cubicBezTo>
                  <a:cubicBezTo>
                    <a:pt x="48558" y="172509"/>
                    <a:pt x="12779" y="136304"/>
                    <a:pt x="12779" y="92431"/>
                  </a:cubicBezTo>
                  <a:cubicBezTo>
                    <a:pt x="12779" y="48558"/>
                    <a:pt x="48558" y="12778"/>
                    <a:pt x="92857" y="12778"/>
                  </a:cubicBezTo>
                  <a:moveTo>
                    <a:pt x="92857" y="185714"/>
                  </a:moveTo>
                  <a:cubicBezTo>
                    <a:pt x="144397" y="185714"/>
                    <a:pt x="185714" y="143971"/>
                    <a:pt x="185714" y="92857"/>
                  </a:cubicBezTo>
                  <a:cubicBezTo>
                    <a:pt x="185714" y="41743"/>
                    <a:pt x="144397" y="0"/>
                    <a:pt x="92857" y="0"/>
                  </a:cubicBezTo>
                  <a:cubicBezTo>
                    <a:pt x="41317" y="0"/>
                    <a:pt x="0" y="41317"/>
                    <a:pt x="0" y="92857"/>
                  </a:cubicBezTo>
                  <a:cubicBezTo>
                    <a:pt x="0" y="144397"/>
                    <a:pt x="41743" y="185714"/>
                    <a:pt x="92857" y="185714"/>
                  </a:cubicBezTo>
                </a:path>
              </a:pathLst>
            </a:custGeom>
            <a:grpFill/>
            <a:ln w="0" cap="flat">
              <a:noFill/>
              <a:prstDash val="solid"/>
              <a:miter/>
            </a:ln>
          </p:spPr>
          <p:txBody>
            <a:bodyPr rtlCol="0" anchor="ctr"/>
            <a:lstStyle/>
            <a:p>
              <a:endParaRPr lang="en-US">
                <a:solidFill>
                  <a:srgbClr val="23004B"/>
                </a:solidFill>
              </a:endParaRPr>
            </a:p>
          </p:txBody>
        </p:sp>
      </p:grpSp>
    </p:spTree>
    <p:extLst>
      <p:ext uri="{BB962C8B-B14F-4D97-AF65-F5344CB8AC3E}">
        <p14:creationId xmlns:p14="http://schemas.microsoft.com/office/powerpoint/2010/main" val="272470187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hart wCopy Light">
    <p:spTree>
      <p:nvGrpSpPr>
        <p:cNvPr id="1" name=""/>
        <p:cNvGrpSpPr/>
        <p:nvPr/>
      </p:nvGrpSpPr>
      <p:grpSpPr>
        <a:xfrm>
          <a:off x="0" y="0"/>
          <a:ext cx="0" cy="0"/>
          <a:chOff x="0" y="0"/>
          <a:chExt cx="0" cy="0"/>
        </a:xfrm>
      </p:grpSpPr>
      <p:sp>
        <p:nvSpPr>
          <p:cNvPr id="38" name="Subtitle 2">
            <a:extLst>
              <a:ext uri="{FF2B5EF4-FFF2-40B4-BE49-F238E27FC236}">
                <a16:creationId xmlns:a16="http://schemas.microsoft.com/office/drawing/2014/main" id="{4335EF39-A00D-30CA-7998-556A1C249CE6}"/>
              </a:ext>
            </a:extLst>
          </p:cNvPr>
          <p:cNvSpPr>
            <a:spLocks noGrp="1"/>
          </p:cNvSpPr>
          <p:nvPr>
            <p:ph type="subTitle" idx="1" hasCustomPrompt="1"/>
          </p:nvPr>
        </p:nvSpPr>
        <p:spPr>
          <a:xfrm>
            <a:off x="274320" y="1097280"/>
            <a:ext cx="4635131" cy="1163423"/>
          </a:xfrm>
          <a:prstGeom prst="rect">
            <a:avLst/>
          </a:prstGeom>
        </p:spPr>
        <p:txBody>
          <a:bodyPr>
            <a:normAutofit/>
          </a:bodyPr>
          <a:lstStyle>
            <a:lvl1pPr marL="0" indent="0" algn="l">
              <a:buNone/>
              <a:defRPr sz="1600" b="1">
                <a:solidFill>
                  <a:srgbClr val="23004B"/>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 16pt</a:t>
            </a:r>
          </a:p>
        </p:txBody>
      </p:sp>
      <p:grpSp>
        <p:nvGrpSpPr>
          <p:cNvPr id="57" name="Group 56">
            <a:extLst>
              <a:ext uri="{FF2B5EF4-FFF2-40B4-BE49-F238E27FC236}">
                <a16:creationId xmlns:a16="http://schemas.microsoft.com/office/drawing/2014/main" id="{B93BF3BF-A352-70A6-D3F8-14CF8CBE9C0D}"/>
              </a:ext>
            </a:extLst>
          </p:cNvPr>
          <p:cNvGrpSpPr/>
          <p:nvPr/>
        </p:nvGrpSpPr>
        <p:grpSpPr>
          <a:xfrm>
            <a:off x="10972800" y="274320"/>
            <a:ext cx="732897" cy="319002"/>
            <a:chOff x="10956590" y="246968"/>
            <a:chExt cx="732897" cy="319002"/>
          </a:xfrm>
          <a:solidFill>
            <a:srgbClr val="23004B"/>
          </a:solidFill>
        </p:grpSpPr>
        <p:sp>
          <p:nvSpPr>
            <p:cNvPr id="58" name="Freeform: Shape 6">
              <a:extLst>
                <a:ext uri="{FF2B5EF4-FFF2-40B4-BE49-F238E27FC236}">
                  <a16:creationId xmlns:a16="http://schemas.microsoft.com/office/drawing/2014/main" id="{BA27DEB3-6C90-151F-2DE0-3C8D4F977310}"/>
                </a:ext>
              </a:extLst>
            </p:cNvPr>
            <p:cNvSpPr/>
            <p:nvPr/>
          </p:nvSpPr>
          <p:spPr>
            <a:xfrm>
              <a:off x="11502373" y="368572"/>
              <a:ext cx="152189" cy="197064"/>
            </a:xfrm>
            <a:custGeom>
              <a:avLst/>
              <a:gdLst>
                <a:gd name="connsiteX0" fmla="*/ 573754 w 970738"/>
                <a:gd name="connsiteY0" fmla="*/ 503046 h 1256976"/>
                <a:gd name="connsiteX1" fmla="*/ 309665 w 970738"/>
                <a:gd name="connsiteY1" fmla="*/ 342037 h 1256976"/>
                <a:gd name="connsiteX2" fmla="*/ 479193 w 970738"/>
                <a:gd name="connsiteY2" fmla="*/ 230013 h 1256976"/>
                <a:gd name="connsiteX3" fmla="*/ 728799 w 970738"/>
                <a:gd name="connsiteY3" fmla="*/ 347575 h 1256976"/>
                <a:gd name="connsiteX4" fmla="*/ 898327 w 970738"/>
                <a:gd name="connsiteY4" fmla="*/ 181028 h 1256976"/>
                <a:gd name="connsiteX5" fmla="*/ 479193 w 970738"/>
                <a:gd name="connsiteY5" fmla="*/ 0 h 1256976"/>
                <a:gd name="connsiteX6" fmla="*/ 48558 w 970738"/>
                <a:gd name="connsiteY6" fmla="*/ 356094 h 1256976"/>
                <a:gd name="connsiteX7" fmla="*/ 404652 w 970738"/>
                <a:gd name="connsiteY7" fmla="*/ 726244 h 1256976"/>
                <a:gd name="connsiteX8" fmla="*/ 697705 w 970738"/>
                <a:gd name="connsiteY8" fmla="*/ 895772 h 1256976"/>
                <a:gd name="connsiteX9" fmla="*/ 485156 w 970738"/>
                <a:gd name="connsiteY9" fmla="*/ 1024834 h 1256976"/>
                <a:gd name="connsiteX10" fmla="*/ 174639 w 970738"/>
                <a:gd name="connsiteY10" fmla="*/ 888105 h 1256976"/>
                <a:gd name="connsiteX11" fmla="*/ 0 w 970738"/>
                <a:gd name="connsiteY11" fmla="*/ 1057632 h 1256976"/>
                <a:gd name="connsiteX12" fmla="*/ 502620 w 970738"/>
                <a:gd name="connsiteY12" fmla="*/ 1256977 h 1256976"/>
                <a:gd name="connsiteX13" fmla="*/ 970738 w 970738"/>
                <a:gd name="connsiteY13" fmla="*/ 880863 h 1256976"/>
                <a:gd name="connsiteX14" fmla="*/ 574606 w 970738"/>
                <a:gd name="connsiteY14" fmla="*/ 501768 h 125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70738" h="1256976">
                  <a:moveTo>
                    <a:pt x="573754" y="503046"/>
                  </a:moveTo>
                  <a:cubicBezTo>
                    <a:pt x="384206" y="454062"/>
                    <a:pt x="309665" y="434042"/>
                    <a:pt x="309665" y="342037"/>
                  </a:cubicBezTo>
                  <a:cubicBezTo>
                    <a:pt x="309665" y="270478"/>
                    <a:pt x="370150" y="230013"/>
                    <a:pt x="479193" y="230013"/>
                  </a:cubicBezTo>
                  <a:cubicBezTo>
                    <a:pt x="588236" y="230013"/>
                    <a:pt x="671722" y="281553"/>
                    <a:pt x="728799" y="347575"/>
                  </a:cubicBezTo>
                  <a:lnTo>
                    <a:pt x="898327" y="181028"/>
                  </a:lnTo>
                  <a:cubicBezTo>
                    <a:pt x="806322" y="80504"/>
                    <a:pt x="671722" y="0"/>
                    <a:pt x="479193" y="0"/>
                  </a:cubicBezTo>
                  <a:cubicBezTo>
                    <a:pt x="241087" y="0"/>
                    <a:pt x="48558" y="115006"/>
                    <a:pt x="48558" y="356094"/>
                  </a:cubicBezTo>
                  <a:cubicBezTo>
                    <a:pt x="48558" y="597181"/>
                    <a:pt x="226605" y="677685"/>
                    <a:pt x="404652" y="726244"/>
                  </a:cubicBezTo>
                  <a:cubicBezTo>
                    <a:pt x="608681" y="783747"/>
                    <a:pt x="697705" y="798229"/>
                    <a:pt x="697705" y="895772"/>
                  </a:cubicBezTo>
                  <a:cubicBezTo>
                    <a:pt x="697705" y="976276"/>
                    <a:pt x="631683" y="1024834"/>
                    <a:pt x="485156" y="1024834"/>
                  </a:cubicBezTo>
                  <a:cubicBezTo>
                    <a:pt x="355668" y="1024834"/>
                    <a:pt x="248754" y="981813"/>
                    <a:pt x="174639" y="888105"/>
                  </a:cubicBezTo>
                  <a:lnTo>
                    <a:pt x="0" y="1057632"/>
                  </a:lnTo>
                  <a:cubicBezTo>
                    <a:pt x="93283" y="1166249"/>
                    <a:pt x="263237" y="1256977"/>
                    <a:pt x="502620" y="1256977"/>
                  </a:cubicBezTo>
                  <a:cubicBezTo>
                    <a:pt x="844232" y="1256977"/>
                    <a:pt x="970738" y="1087449"/>
                    <a:pt x="970738" y="880863"/>
                  </a:cubicBezTo>
                  <a:cubicBezTo>
                    <a:pt x="970738" y="625294"/>
                    <a:pt x="764153" y="550753"/>
                    <a:pt x="574606" y="501768"/>
                  </a:cubicBezTo>
                  <a:close/>
                </a:path>
              </a:pathLst>
            </a:custGeom>
            <a:grpFill/>
            <a:ln w="0" cap="flat">
              <a:noFill/>
              <a:prstDash val="solid"/>
              <a:miter/>
            </a:ln>
          </p:spPr>
          <p:txBody>
            <a:bodyPr rtlCol="0" anchor="ctr"/>
            <a:lstStyle/>
            <a:p>
              <a:endParaRPr lang="en-US">
                <a:solidFill>
                  <a:srgbClr val="23004B"/>
                </a:solidFill>
              </a:endParaRPr>
            </a:p>
          </p:txBody>
        </p:sp>
        <p:sp>
          <p:nvSpPr>
            <p:cNvPr id="59" name="Freeform: Shape 7">
              <a:extLst>
                <a:ext uri="{FF2B5EF4-FFF2-40B4-BE49-F238E27FC236}">
                  <a16:creationId xmlns:a16="http://schemas.microsoft.com/office/drawing/2014/main" id="{E52E2EA7-5F98-BB6C-1694-28A94A930CB8}"/>
                </a:ext>
              </a:extLst>
            </p:cNvPr>
            <p:cNvSpPr/>
            <p:nvPr/>
          </p:nvSpPr>
          <p:spPr>
            <a:xfrm>
              <a:off x="11129146" y="368572"/>
              <a:ext cx="198854" cy="197398"/>
            </a:xfrm>
            <a:custGeom>
              <a:avLst/>
              <a:gdLst>
                <a:gd name="connsiteX0" fmla="*/ 678111 w 1268394"/>
                <a:gd name="connsiteY0" fmla="*/ 1015037 h 1259106"/>
                <a:gd name="connsiteX1" fmla="*/ 1020149 w 1268394"/>
                <a:gd name="connsiteY1" fmla="*/ 885549 h 1259106"/>
                <a:gd name="connsiteX2" fmla="*/ 1189677 w 1268394"/>
                <a:gd name="connsiteY2" fmla="*/ 1063596 h 1259106"/>
                <a:gd name="connsiteX3" fmla="*/ 681093 w 1268394"/>
                <a:gd name="connsiteY3" fmla="*/ 1259106 h 1259106"/>
                <a:gd name="connsiteX4" fmla="*/ 0 w 1268394"/>
                <a:gd name="connsiteY4" fmla="*/ 629553 h 1259106"/>
                <a:gd name="connsiteX5" fmla="*/ 643610 w 1268394"/>
                <a:gd name="connsiteY5" fmla="*/ 0 h 1259106"/>
                <a:gd name="connsiteX6" fmla="*/ 1267199 w 1268394"/>
                <a:gd name="connsiteY6" fmla="*/ 727096 h 1259106"/>
                <a:gd name="connsiteX7" fmla="*/ 295609 w 1268394"/>
                <a:gd name="connsiteY7" fmla="*/ 727096 h 1259106"/>
                <a:gd name="connsiteX8" fmla="*/ 677685 w 1268394"/>
                <a:gd name="connsiteY8" fmla="*/ 1014611 h 1259106"/>
                <a:gd name="connsiteX9" fmla="*/ 974146 w 1268394"/>
                <a:gd name="connsiteY9" fmla="*/ 526473 h 1259106"/>
                <a:gd name="connsiteX10" fmla="*/ 646591 w 1268394"/>
                <a:gd name="connsiteY10" fmla="*/ 241939 h 1259106"/>
                <a:gd name="connsiteX11" fmla="*/ 296035 w 1268394"/>
                <a:gd name="connsiteY11" fmla="*/ 526473 h 1259106"/>
                <a:gd name="connsiteX12" fmla="*/ 974146 w 1268394"/>
                <a:gd name="connsiteY12" fmla="*/ 526473 h 1259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8394" h="1259106">
                  <a:moveTo>
                    <a:pt x="678111" y="1015037"/>
                  </a:moveTo>
                  <a:cubicBezTo>
                    <a:pt x="836139" y="1015037"/>
                    <a:pt x="951145" y="951997"/>
                    <a:pt x="1020149" y="885549"/>
                  </a:cubicBezTo>
                  <a:lnTo>
                    <a:pt x="1189677" y="1063596"/>
                  </a:lnTo>
                  <a:cubicBezTo>
                    <a:pt x="1077652" y="1175620"/>
                    <a:pt x="922606" y="1259106"/>
                    <a:pt x="681093" y="1259106"/>
                  </a:cubicBezTo>
                  <a:cubicBezTo>
                    <a:pt x="267070" y="1259106"/>
                    <a:pt x="0" y="991610"/>
                    <a:pt x="0" y="629553"/>
                  </a:cubicBezTo>
                  <a:cubicBezTo>
                    <a:pt x="0" y="267496"/>
                    <a:pt x="281553" y="0"/>
                    <a:pt x="643610" y="0"/>
                  </a:cubicBezTo>
                  <a:cubicBezTo>
                    <a:pt x="1054651" y="0"/>
                    <a:pt x="1287219" y="304554"/>
                    <a:pt x="1267199" y="727096"/>
                  </a:cubicBezTo>
                  <a:lnTo>
                    <a:pt x="295609" y="727096"/>
                  </a:lnTo>
                  <a:cubicBezTo>
                    <a:pt x="330111" y="902587"/>
                    <a:pt x="456618" y="1014611"/>
                    <a:pt x="677685" y="1014611"/>
                  </a:cubicBezTo>
                  <a:close/>
                  <a:moveTo>
                    <a:pt x="974146" y="526473"/>
                  </a:moveTo>
                  <a:cubicBezTo>
                    <a:pt x="948163" y="362483"/>
                    <a:pt x="847639" y="241939"/>
                    <a:pt x="646591" y="241939"/>
                  </a:cubicBezTo>
                  <a:cubicBezTo>
                    <a:pt x="459599" y="241939"/>
                    <a:pt x="330537" y="345445"/>
                    <a:pt x="296035" y="526473"/>
                  </a:cubicBezTo>
                  <a:lnTo>
                    <a:pt x="974146" y="526473"/>
                  </a:lnTo>
                  <a:close/>
                </a:path>
              </a:pathLst>
            </a:custGeom>
            <a:grpFill/>
            <a:ln w="0" cap="flat">
              <a:noFill/>
              <a:prstDash val="solid"/>
              <a:miter/>
            </a:ln>
          </p:spPr>
          <p:txBody>
            <a:bodyPr rtlCol="0" anchor="ctr"/>
            <a:lstStyle/>
            <a:p>
              <a:endParaRPr lang="en-US">
                <a:solidFill>
                  <a:srgbClr val="23004B"/>
                </a:solidFill>
              </a:endParaRPr>
            </a:p>
          </p:txBody>
        </p:sp>
        <p:sp>
          <p:nvSpPr>
            <p:cNvPr id="60" name="Freeform: Shape 8">
              <a:extLst>
                <a:ext uri="{FF2B5EF4-FFF2-40B4-BE49-F238E27FC236}">
                  <a16:creationId xmlns:a16="http://schemas.microsoft.com/office/drawing/2014/main" id="{758BBE89-3E0B-D638-4E2C-E90298260EAE}"/>
                </a:ext>
              </a:extLst>
            </p:cNvPr>
            <p:cNvSpPr/>
            <p:nvPr/>
          </p:nvSpPr>
          <p:spPr>
            <a:xfrm>
              <a:off x="11359466" y="246968"/>
              <a:ext cx="44074" cy="315262"/>
            </a:xfrm>
            <a:custGeom>
              <a:avLst/>
              <a:gdLst>
                <a:gd name="connsiteX0" fmla="*/ 0 w 281126"/>
                <a:gd name="connsiteY0" fmla="*/ 0 h 2010906"/>
                <a:gd name="connsiteX1" fmla="*/ 281127 w 281126"/>
                <a:gd name="connsiteY1" fmla="*/ 0 h 2010906"/>
                <a:gd name="connsiteX2" fmla="*/ 281127 w 281126"/>
                <a:gd name="connsiteY2" fmla="*/ 2010907 h 2010906"/>
                <a:gd name="connsiteX3" fmla="*/ 0 w 281126"/>
                <a:gd name="connsiteY3" fmla="*/ 2010907 h 2010906"/>
                <a:gd name="connsiteX4" fmla="*/ 0 w 281126"/>
                <a:gd name="connsiteY4" fmla="*/ 0 h 2010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126" h="2010906">
                  <a:moveTo>
                    <a:pt x="0" y="0"/>
                  </a:moveTo>
                  <a:lnTo>
                    <a:pt x="281127" y="0"/>
                  </a:lnTo>
                  <a:lnTo>
                    <a:pt x="281127" y="2010907"/>
                  </a:lnTo>
                  <a:lnTo>
                    <a:pt x="0" y="2010907"/>
                  </a:lnTo>
                  <a:lnTo>
                    <a:pt x="0" y="0"/>
                  </a:lnTo>
                  <a:close/>
                </a:path>
              </a:pathLst>
            </a:custGeom>
            <a:grpFill/>
            <a:ln w="0" cap="flat">
              <a:noFill/>
              <a:prstDash val="solid"/>
              <a:miter/>
            </a:ln>
          </p:spPr>
          <p:txBody>
            <a:bodyPr rtlCol="0" anchor="ctr"/>
            <a:lstStyle/>
            <a:p>
              <a:endParaRPr lang="en-US">
                <a:solidFill>
                  <a:srgbClr val="23004B"/>
                </a:solidFill>
              </a:endParaRPr>
            </a:p>
          </p:txBody>
        </p:sp>
        <p:sp>
          <p:nvSpPr>
            <p:cNvPr id="61" name="Freeform: Shape 9">
              <a:extLst>
                <a:ext uri="{FF2B5EF4-FFF2-40B4-BE49-F238E27FC236}">
                  <a16:creationId xmlns:a16="http://schemas.microsoft.com/office/drawing/2014/main" id="{86150F8E-B3F7-489C-A363-CBBA7ACED518}"/>
                </a:ext>
              </a:extLst>
            </p:cNvPr>
            <p:cNvSpPr/>
            <p:nvPr/>
          </p:nvSpPr>
          <p:spPr>
            <a:xfrm>
              <a:off x="11434392" y="370442"/>
              <a:ext cx="44541" cy="191588"/>
            </a:xfrm>
            <a:custGeom>
              <a:avLst/>
              <a:gdLst>
                <a:gd name="connsiteX0" fmla="*/ 0 w 284108"/>
                <a:gd name="connsiteY0" fmla="*/ 0 h 1222048"/>
                <a:gd name="connsiteX1" fmla="*/ 284108 w 284108"/>
                <a:gd name="connsiteY1" fmla="*/ 0 h 1222048"/>
                <a:gd name="connsiteX2" fmla="*/ 284108 w 284108"/>
                <a:gd name="connsiteY2" fmla="*/ 1222049 h 1222048"/>
                <a:gd name="connsiteX3" fmla="*/ 0 w 284108"/>
                <a:gd name="connsiteY3" fmla="*/ 1222049 h 1222048"/>
              </a:gdLst>
              <a:ahLst/>
              <a:cxnLst>
                <a:cxn ang="0">
                  <a:pos x="connsiteX0" y="connsiteY0"/>
                </a:cxn>
                <a:cxn ang="0">
                  <a:pos x="connsiteX1" y="connsiteY1"/>
                </a:cxn>
                <a:cxn ang="0">
                  <a:pos x="connsiteX2" y="connsiteY2"/>
                </a:cxn>
                <a:cxn ang="0">
                  <a:pos x="connsiteX3" y="connsiteY3"/>
                </a:cxn>
              </a:cxnLst>
              <a:rect l="l" t="t" r="r" b="b"/>
              <a:pathLst>
                <a:path w="284108" h="1222048">
                  <a:moveTo>
                    <a:pt x="0" y="0"/>
                  </a:moveTo>
                  <a:lnTo>
                    <a:pt x="284108" y="0"/>
                  </a:lnTo>
                  <a:lnTo>
                    <a:pt x="284108" y="1222049"/>
                  </a:lnTo>
                  <a:lnTo>
                    <a:pt x="0" y="1222049"/>
                  </a:lnTo>
                  <a:close/>
                </a:path>
              </a:pathLst>
            </a:custGeom>
            <a:grpFill/>
            <a:ln w="0" cap="flat">
              <a:noFill/>
              <a:prstDash val="solid"/>
              <a:miter/>
            </a:ln>
          </p:spPr>
          <p:txBody>
            <a:bodyPr rtlCol="0" anchor="ctr"/>
            <a:lstStyle/>
            <a:p>
              <a:endParaRPr lang="en-US">
                <a:solidFill>
                  <a:srgbClr val="23004B"/>
                </a:solidFill>
              </a:endParaRPr>
            </a:p>
          </p:txBody>
        </p:sp>
        <p:sp>
          <p:nvSpPr>
            <p:cNvPr id="62" name="Freeform: Shape 10">
              <a:extLst>
                <a:ext uri="{FF2B5EF4-FFF2-40B4-BE49-F238E27FC236}">
                  <a16:creationId xmlns:a16="http://schemas.microsoft.com/office/drawing/2014/main" id="{AEB5CF0C-0F0E-B99C-07B7-EC78CC501AA4}"/>
                </a:ext>
              </a:extLst>
            </p:cNvPr>
            <p:cNvSpPr/>
            <p:nvPr/>
          </p:nvSpPr>
          <p:spPr>
            <a:xfrm>
              <a:off x="11427581" y="278020"/>
              <a:ext cx="58498" cy="58097"/>
            </a:xfrm>
            <a:custGeom>
              <a:avLst/>
              <a:gdLst>
                <a:gd name="connsiteX0" fmla="*/ 0 w 373131"/>
                <a:gd name="connsiteY0" fmla="*/ 184010 h 370575"/>
                <a:gd name="connsiteX1" fmla="*/ 186566 w 373131"/>
                <a:gd name="connsiteY1" fmla="*/ 0 h 370575"/>
                <a:gd name="connsiteX2" fmla="*/ 373132 w 373131"/>
                <a:gd name="connsiteY2" fmla="*/ 184010 h 370575"/>
                <a:gd name="connsiteX3" fmla="*/ 186566 w 373131"/>
                <a:gd name="connsiteY3" fmla="*/ 370576 h 370575"/>
                <a:gd name="connsiteX4" fmla="*/ 0 w 373131"/>
                <a:gd name="connsiteY4" fmla="*/ 184010 h 370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3131" h="370575">
                  <a:moveTo>
                    <a:pt x="0" y="184010"/>
                  </a:moveTo>
                  <a:cubicBezTo>
                    <a:pt x="0" y="78375"/>
                    <a:pt x="86468" y="0"/>
                    <a:pt x="186566" y="0"/>
                  </a:cubicBezTo>
                  <a:cubicBezTo>
                    <a:pt x="286664" y="0"/>
                    <a:pt x="373132" y="77949"/>
                    <a:pt x="373132" y="184010"/>
                  </a:cubicBezTo>
                  <a:cubicBezTo>
                    <a:pt x="373132" y="295609"/>
                    <a:pt x="286664" y="370576"/>
                    <a:pt x="186566" y="370576"/>
                  </a:cubicBezTo>
                  <a:cubicBezTo>
                    <a:pt x="86468" y="370576"/>
                    <a:pt x="0" y="295183"/>
                    <a:pt x="0" y="184010"/>
                  </a:cubicBezTo>
                  <a:close/>
                </a:path>
              </a:pathLst>
            </a:custGeom>
            <a:grpFill/>
            <a:ln w="0" cap="flat">
              <a:noFill/>
              <a:prstDash val="solid"/>
              <a:miter/>
            </a:ln>
          </p:spPr>
          <p:txBody>
            <a:bodyPr rtlCol="0" anchor="ctr"/>
            <a:lstStyle/>
            <a:p>
              <a:endParaRPr lang="en-US">
                <a:solidFill>
                  <a:srgbClr val="23004B"/>
                </a:solidFill>
              </a:endParaRPr>
            </a:p>
          </p:txBody>
        </p:sp>
        <p:sp>
          <p:nvSpPr>
            <p:cNvPr id="63" name="Freeform: Shape 11">
              <a:extLst>
                <a:ext uri="{FF2B5EF4-FFF2-40B4-BE49-F238E27FC236}">
                  <a16:creationId xmlns:a16="http://schemas.microsoft.com/office/drawing/2014/main" id="{BF7886A1-2A78-C316-5786-885342AB8A81}"/>
                </a:ext>
              </a:extLst>
            </p:cNvPr>
            <p:cNvSpPr/>
            <p:nvPr/>
          </p:nvSpPr>
          <p:spPr>
            <a:xfrm>
              <a:off x="10971482" y="370308"/>
              <a:ext cx="163074" cy="40468"/>
            </a:xfrm>
            <a:custGeom>
              <a:avLst/>
              <a:gdLst>
                <a:gd name="connsiteX0" fmla="*/ 871918 w 1040168"/>
                <a:gd name="connsiteY0" fmla="*/ 257273 h 258125"/>
                <a:gd name="connsiteX1" fmla="*/ 1040168 w 1040168"/>
                <a:gd name="connsiteY1" fmla="*/ 0 h 258125"/>
                <a:gd name="connsiteX2" fmla="*/ 0 w 1040168"/>
                <a:gd name="connsiteY2" fmla="*/ 0 h 258125"/>
                <a:gd name="connsiteX3" fmla="*/ 0 w 1040168"/>
                <a:gd name="connsiteY3" fmla="*/ 258125 h 258125"/>
                <a:gd name="connsiteX4" fmla="*/ 871918 w 1040168"/>
                <a:gd name="connsiteY4" fmla="*/ 257273 h 258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168" h="258125">
                  <a:moveTo>
                    <a:pt x="871918" y="257273"/>
                  </a:moveTo>
                  <a:lnTo>
                    <a:pt x="1040168" y="0"/>
                  </a:lnTo>
                  <a:lnTo>
                    <a:pt x="0" y="0"/>
                  </a:lnTo>
                  <a:lnTo>
                    <a:pt x="0" y="258125"/>
                  </a:lnTo>
                  <a:lnTo>
                    <a:pt x="871918" y="257273"/>
                  </a:lnTo>
                  <a:close/>
                </a:path>
              </a:pathLst>
            </a:custGeom>
            <a:grpFill/>
            <a:ln w="0" cap="flat">
              <a:noFill/>
              <a:prstDash val="solid"/>
              <a:miter/>
            </a:ln>
          </p:spPr>
          <p:txBody>
            <a:bodyPr rtlCol="0" anchor="ctr"/>
            <a:lstStyle/>
            <a:p>
              <a:endParaRPr lang="en-US">
                <a:solidFill>
                  <a:srgbClr val="23004B"/>
                </a:solidFill>
              </a:endParaRPr>
            </a:p>
          </p:txBody>
        </p:sp>
        <p:sp>
          <p:nvSpPr>
            <p:cNvPr id="64" name="Freeform: Shape 12">
              <a:extLst>
                <a:ext uri="{FF2B5EF4-FFF2-40B4-BE49-F238E27FC236}">
                  <a16:creationId xmlns:a16="http://schemas.microsoft.com/office/drawing/2014/main" id="{FB403A8C-0867-D162-F486-E361C78E054C}"/>
                </a:ext>
              </a:extLst>
            </p:cNvPr>
            <p:cNvSpPr/>
            <p:nvPr/>
          </p:nvSpPr>
          <p:spPr>
            <a:xfrm>
              <a:off x="10956590" y="522096"/>
              <a:ext cx="163608" cy="40468"/>
            </a:xfrm>
            <a:custGeom>
              <a:avLst/>
              <a:gdLst>
                <a:gd name="connsiteX0" fmla="*/ 0 w 1043575"/>
                <a:gd name="connsiteY0" fmla="*/ 257699 h 258125"/>
                <a:gd name="connsiteX1" fmla="*/ 1043576 w 1043575"/>
                <a:gd name="connsiteY1" fmla="*/ 258125 h 258125"/>
                <a:gd name="connsiteX2" fmla="*/ 1043576 w 1043575"/>
                <a:gd name="connsiteY2" fmla="*/ 0 h 258125"/>
                <a:gd name="connsiteX3" fmla="*/ 168676 w 1043575"/>
                <a:gd name="connsiteY3" fmla="*/ 0 h 258125"/>
                <a:gd name="connsiteX4" fmla="*/ 0 w 1043575"/>
                <a:gd name="connsiteY4" fmla="*/ 257699 h 258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3575" h="258125">
                  <a:moveTo>
                    <a:pt x="0" y="257699"/>
                  </a:moveTo>
                  <a:lnTo>
                    <a:pt x="1043576" y="258125"/>
                  </a:lnTo>
                  <a:lnTo>
                    <a:pt x="1043576" y="0"/>
                  </a:lnTo>
                  <a:lnTo>
                    <a:pt x="168676" y="0"/>
                  </a:lnTo>
                  <a:lnTo>
                    <a:pt x="0" y="257699"/>
                  </a:lnTo>
                  <a:close/>
                </a:path>
              </a:pathLst>
            </a:custGeom>
            <a:grpFill/>
            <a:ln w="0" cap="flat">
              <a:noFill/>
              <a:prstDash val="solid"/>
              <a:miter/>
            </a:ln>
          </p:spPr>
          <p:txBody>
            <a:bodyPr rtlCol="0" anchor="ctr"/>
            <a:lstStyle/>
            <a:p>
              <a:endParaRPr lang="en-US">
                <a:solidFill>
                  <a:srgbClr val="23004B"/>
                </a:solidFill>
              </a:endParaRPr>
            </a:p>
          </p:txBody>
        </p:sp>
        <p:sp>
          <p:nvSpPr>
            <p:cNvPr id="65" name="Freeform: Shape 13">
              <a:extLst>
                <a:ext uri="{FF2B5EF4-FFF2-40B4-BE49-F238E27FC236}">
                  <a16:creationId xmlns:a16="http://schemas.microsoft.com/office/drawing/2014/main" id="{1731F82C-80EC-9A66-D1BF-84A82E177C8C}"/>
                </a:ext>
              </a:extLst>
            </p:cNvPr>
            <p:cNvSpPr/>
            <p:nvPr/>
          </p:nvSpPr>
          <p:spPr>
            <a:xfrm>
              <a:off x="10991716" y="424065"/>
              <a:ext cx="107714" cy="84408"/>
            </a:xfrm>
            <a:custGeom>
              <a:avLst/>
              <a:gdLst>
                <a:gd name="connsiteX0" fmla="*/ 0 w 687056"/>
                <a:gd name="connsiteY0" fmla="*/ 538400 h 538399"/>
                <a:gd name="connsiteX1" fmla="*/ 334370 w 687056"/>
                <a:gd name="connsiteY1" fmla="*/ 538400 h 538399"/>
                <a:gd name="connsiteX2" fmla="*/ 687056 w 687056"/>
                <a:gd name="connsiteY2" fmla="*/ 0 h 538399"/>
                <a:gd name="connsiteX3" fmla="*/ 353112 w 687056"/>
                <a:gd name="connsiteY3" fmla="*/ 426 h 538399"/>
                <a:gd name="connsiteX4" fmla="*/ 0 w 687056"/>
                <a:gd name="connsiteY4" fmla="*/ 538400 h 5383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7056" h="538399">
                  <a:moveTo>
                    <a:pt x="0" y="538400"/>
                  </a:moveTo>
                  <a:lnTo>
                    <a:pt x="334370" y="538400"/>
                  </a:lnTo>
                  <a:lnTo>
                    <a:pt x="687056" y="0"/>
                  </a:lnTo>
                  <a:lnTo>
                    <a:pt x="353112" y="426"/>
                  </a:lnTo>
                  <a:lnTo>
                    <a:pt x="0" y="538400"/>
                  </a:lnTo>
                  <a:close/>
                </a:path>
              </a:pathLst>
            </a:custGeom>
            <a:grpFill/>
            <a:ln w="0" cap="flat">
              <a:noFill/>
              <a:prstDash val="solid"/>
              <a:miter/>
            </a:ln>
          </p:spPr>
          <p:txBody>
            <a:bodyPr rtlCol="0" anchor="ctr"/>
            <a:lstStyle/>
            <a:p>
              <a:endParaRPr lang="en-US">
                <a:solidFill>
                  <a:srgbClr val="23004B"/>
                </a:solidFill>
              </a:endParaRPr>
            </a:p>
          </p:txBody>
        </p:sp>
        <p:sp>
          <p:nvSpPr>
            <p:cNvPr id="66" name="Freeform: Shape 14">
              <a:extLst>
                <a:ext uri="{FF2B5EF4-FFF2-40B4-BE49-F238E27FC236}">
                  <a16:creationId xmlns:a16="http://schemas.microsoft.com/office/drawing/2014/main" id="{320EBF78-2E17-F1E1-8686-F63BFF099D25}"/>
                </a:ext>
              </a:extLst>
            </p:cNvPr>
            <p:cNvSpPr/>
            <p:nvPr/>
          </p:nvSpPr>
          <p:spPr>
            <a:xfrm>
              <a:off x="11660372" y="536254"/>
              <a:ext cx="29115" cy="29115"/>
            </a:xfrm>
            <a:custGeom>
              <a:avLst/>
              <a:gdLst>
                <a:gd name="connsiteX0" fmla="*/ 100524 w 185713"/>
                <a:gd name="connsiteY0" fmla="*/ 52392 h 185713"/>
                <a:gd name="connsiteX1" fmla="*/ 119692 w 185713"/>
                <a:gd name="connsiteY1" fmla="*/ 71985 h 185713"/>
                <a:gd name="connsiteX2" fmla="*/ 100524 w 185713"/>
                <a:gd name="connsiteY2" fmla="*/ 90727 h 185713"/>
                <a:gd name="connsiteX3" fmla="*/ 71133 w 185713"/>
                <a:gd name="connsiteY3" fmla="*/ 90727 h 185713"/>
                <a:gd name="connsiteX4" fmla="*/ 71133 w 185713"/>
                <a:gd name="connsiteY4" fmla="*/ 51966 h 185713"/>
                <a:gd name="connsiteX5" fmla="*/ 100524 w 185713"/>
                <a:gd name="connsiteY5" fmla="*/ 51966 h 185713"/>
                <a:gd name="connsiteX6" fmla="*/ 117988 w 185713"/>
                <a:gd name="connsiteY6" fmla="*/ 146101 h 185713"/>
                <a:gd name="connsiteX7" fmla="*/ 135452 w 185713"/>
                <a:gd name="connsiteY7" fmla="*/ 146101 h 185713"/>
                <a:gd name="connsiteX8" fmla="*/ 106913 w 185713"/>
                <a:gd name="connsiteY8" fmla="*/ 103506 h 185713"/>
                <a:gd name="connsiteX9" fmla="*/ 134174 w 185713"/>
                <a:gd name="connsiteY9" fmla="*/ 71985 h 185713"/>
                <a:gd name="connsiteX10" fmla="*/ 100524 w 185713"/>
                <a:gd name="connsiteY10" fmla="*/ 39613 h 185713"/>
                <a:gd name="connsiteX11" fmla="*/ 57077 w 185713"/>
                <a:gd name="connsiteY11" fmla="*/ 39613 h 185713"/>
                <a:gd name="connsiteX12" fmla="*/ 57077 w 185713"/>
                <a:gd name="connsiteY12" fmla="*/ 146101 h 185713"/>
                <a:gd name="connsiteX13" fmla="*/ 71133 w 185713"/>
                <a:gd name="connsiteY13" fmla="*/ 146101 h 185713"/>
                <a:gd name="connsiteX14" fmla="*/ 71133 w 185713"/>
                <a:gd name="connsiteY14" fmla="*/ 103932 h 185713"/>
                <a:gd name="connsiteX15" fmla="*/ 90301 w 185713"/>
                <a:gd name="connsiteY15" fmla="*/ 103932 h 185713"/>
                <a:gd name="connsiteX16" fmla="*/ 117988 w 185713"/>
                <a:gd name="connsiteY16" fmla="*/ 146101 h 185713"/>
                <a:gd name="connsiteX17" fmla="*/ 92857 w 185713"/>
                <a:gd name="connsiteY17" fmla="*/ 12778 h 185713"/>
                <a:gd name="connsiteX18" fmla="*/ 172510 w 185713"/>
                <a:gd name="connsiteY18" fmla="*/ 92431 h 185713"/>
                <a:gd name="connsiteX19" fmla="*/ 92857 w 185713"/>
                <a:gd name="connsiteY19" fmla="*/ 172509 h 185713"/>
                <a:gd name="connsiteX20" fmla="*/ 12779 w 185713"/>
                <a:gd name="connsiteY20" fmla="*/ 92431 h 185713"/>
                <a:gd name="connsiteX21" fmla="*/ 92857 w 185713"/>
                <a:gd name="connsiteY21" fmla="*/ 12778 h 185713"/>
                <a:gd name="connsiteX22" fmla="*/ 92857 w 185713"/>
                <a:gd name="connsiteY22" fmla="*/ 185714 h 185713"/>
                <a:gd name="connsiteX23" fmla="*/ 185714 w 185713"/>
                <a:gd name="connsiteY23" fmla="*/ 92857 h 185713"/>
                <a:gd name="connsiteX24" fmla="*/ 92857 w 185713"/>
                <a:gd name="connsiteY24" fmla="*/ 0 h 185713"/>
                <a:gd name="connsiteX25" fmla="*/ 0 w 185713"/>
                <a:gd name="connsiteY25" fmla="*/ 92857 h 185713"/>
                <a:gd name="connsiteX26" fmla="*/ 92857 w 185713"/>
                <a:gd name="connsiteY26" fmla="*/ 185714 h 185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85713" h="185713">
                  <a:moveTo>
                    <a:pt x="100524" y="52392"/>
                  </a:moveTo>
                  <a:cubicBezTo>
                    <a:pt x="110747" y="52392"/>
                    <a:pt x="119692" y="60485"/>
                    <a:pt x="119692" y="71985"/>
                  </a:cubicBezTo>
                  <a:cubicBezTo>
                    <a:pt x="119692" y="83060"/>
                    <a:pt x="110321" y="90727"/>
                    <a:pt x="100524" y="90727"/>
                  </a:cubicBezTo>
                  <a:lnTo>
                    <a:pt x="71133" y="90727"/>
                  </a:lnTo>
                  <a:lnTo>
                    <a:pt x="71133" y="51966"/>
                  </a:lnTo>
                  <a:lnTo>
                    <a:pt x="100524" y="51966"/>
                  </a:lnTo>
                  <a:close/>
                  <a:moveTo>
                    <a:pt x="117988" y="146101"/>
                  </a:moveTo>
                  <a:lnTo>
                    <a:pt x="135452" y="146101"/>
                  </a:lnTo>
                  <a:lnTo>
                    <a:pt x="106913" y="103506"/>
                  </a:lnTo>
                  <a:cubicBezTo>
                    <a:pt x="112877" y="103506"/>
                    <a:pt x="134174" y="95413"/>
                    <a:pt x="134174" y="71985"/>
                  </a:cubicBezTo>
                  <a:cubicBezTo>
                    <a:pt x="134174" y="52392"/>
                    <a:pt x="118840" y="39613"/>
                    <a:pt x="100524" y="39613"/>
                  </a:cubicBezTo>
                  <a:lnTo>
                    <a:pt x="57077" y="39613"/>
                  </a:lnTo>
                  <a:lnTo>
                    <a:pt x="57077" y="146101"/>
                  </a:lnTo>
                  <a:lnTo>
                    <a:pt x="71133" y="146101"/>
                  </a:lnTo>
                  <a:lnTo>
                    <a:pt x="71133" y="103932"/>
                  </a:lnTo>
                  <a:lnTo>
                    <a:pt x="90301" y="103932"/>
                  </a:lnTo>
                  <a:lnTo>
                    <a:pt x="117988" y="146101"/>
                  </a:lnTo>
                  <a:close/>
                  <a:moveTo>
                    <a:pt x="92857" y="12778"/>
                  </a:moveTo>
                  <a:cubicBezTo>
                    <a:pt x="137156" y="12778"/>
                    <a:pt x="172510" y="47706"/>
                    <a:pt x="172510" y="92431"/>
                  </a:cubicBezTo>
                  <a:cubicBezTo>
                    <a:pt x="172510" y="137156"/>
                    <a:pt x="137156" y="172509"/>
                    <a:pt x="92857" y="172509"/>
                  </a:cubicBezTo>
                  <a:cubicBezTo>
                    <a:pt x="48558" y="172509"/>
                    <a:pt x="12779" y="136304"/>
                    <a:pt x="12779" y="92431"/>
                  </a:cubicBezTo>
                  <a:cubicBezTo>
                    <a:pt x="12779" y="48558"/>
                    <a:pt x="48558" y="12778"/>
                    <a:pt x="92857" y="12778"/>
                  </a:cubicBezTo>
                  <a:moveTo>
                    <a:pt x="92857" y="185714"/>
                  </a:moveTo>
                  <a:cubicBezTo>
                    <a:pt x="144397" y="185714"/>
                    <a:pt x="185714" y="143971"/>
                    <a:pt x="185714" y="92857"/>
                  </a:cubicBezTo>
                  <a:cubicBezTo>
                    <a:pt x="185714" y="41743"/>
                    <a:pt x="144397" y="0"/>
                    <a:pt x="92857" y="0"/>
                  </a:cubicBezTo>
                  <a:cubicBezTo>
                    <a:pt x="41317" y="0"/>
                    <a:pt x="0" y="41317"/>
                    <a:pt x="0" y="92857"/>
                  </a:cubicBezTo>
                  <a:cubicBezTo>
                    <a:pt x="0" y="144397"/>
                    <a:pt x="41743" y="185714"/>
                    <a:pt x="92857" y="185714"/>
                  </a:cubicBezTo>
                </a:path>
              </a:pathLst>
            </a:custGeom>
            <a:grpFill/>
            <a:ln w="0" cap="flat">
              <a:noFill/>
              <a:prstDash val="solid"/>
              <a:miter/>
            </a:ln>
          </p:spPr>
          <p:txBody>
            <a:bodyPr rtlCol="0" anchor="ctr"/>
            <a:lstStyle/>
            <a:p>
              <a:endParaRPr lang="en-US">
                <a:solidFill>
                  <a:srgbClr val="23004B"/>
                </a:solidFill>
              </a:endParaRPr>
            </a:p>
          </p:txBody>
        </p:sp>
      </p:grpSp>
      <p:sp>
        <p:nvSpPr>
          <p:cNvPr id="3" name="Chart Placeholder 2">
            <a:extLst>
              <a:ext uri="{FF2B5EF4-FFF2-40B4-BE49-F238E27FC236}">
                <a16:creationId xmlns:a16="http://schemas.microsoft.com/office/drawing/2014/main" id="{4D1755A1-B2C8-D014-4047-8CD69BA9BBAD}"/>
              </a:ext>
            </a:extLst>
          </p:cNvPr>
          <p:cNvSpPr>
            <a:spLocks noGrp="1"/>
          </p:cNvSpPr>
          <p:nvPr>
            <p:ph type="chart" sz="quarter" idx="18" hasCustomPrompt="1"/>
          </p:nvPr>
        </p:nvSpPr>
        <p:spPr>
          <a:xfrm>
            <a:off x="5383152" y="1097280"/>
            <a:ext cx="6398180" cy="5278583"/>
          </a:xfrm>
        </p:spPr>
        <p:txBody>
          <a:bodyPr>
            <a:normAutofit/>
          </a:bodyPr>
          <a:lstStyle>
            <a:lvl1pPr marL="0" indent="0">
              <a:buNone/>
              <a:defRPr sz="1600">
                <a:solidFill>
                  <a:srgbClr val="23004B"/>
                </a:solidFill>
              </a:defRPr>
            </a:lvl1pPr>
          </a:lstStyle>
          <a:p>
            <a:r>
              <a:rPr lang="en-US"/>
              <a:t>Click icon to add a chart or table</a:t>
            </a:r>
          </a:p>
        </p:txBody>
      </p:sp>
      <p:sp>
        <p:nvSpPr>
          <p:cNvPr id="15" name="Text Placeholder 20">
            <a:extLst>
              <a:ext uri="{FF2B5EF4-FFF2-40B4-BE49-F238E27FC236}">
                <a16:creationId xmlns:a16="http://schemas.microsoft.com/office/drawing/2014/main" id="{C361AA06-2709-0010-C8A0-2258BADF2C23}"/>
              </a:ext>
            </a:extLst>
          </p:cNvPr>
          <p:cNvSpPr>
            <a:spLocks noGrp="1"/>
          </p:cNvSpPr>
          <p:nvPr>
            <p:ph type="body" sz="quarter" idx="19" hasCustomPrompt="1"/>
          </p:nvPr>
        </p:nvSpPr>
        <p:spPr>
          <a:xfrm>
            <a:off x="274320" y="2468880"/>
            <a:ext cx="4638420" cy="3832752"/>
          </a:xfrm>
        </p:spPr>
        <p:txBody>
          <a:bodyPr>
            <a:normAutofit/>
          </a:bodyPr>
          <a:lstStyle>
            <a:lvl1pPr marL="0" indent="0">
              <a:buNone/>
              <a:defRPr sz="1400">
                <a:solidFill>
                  <a:srgbClr val="23004B"/>
                </a:solidFill>
              </a:defRPr>
            </a:lvl1pPr>
          </a:lstStyle>
          <a:p>
            <a:pPr lvl="0"/>
            <a:r>
              <a:rPr lang="en-US"/>
              <a:t>Body text, ideally 14pt or larger</a:t>
            </a:r>
          </a:p>
        </p:txBody>
      </p:sp>
      <p:sp>
        <p:nvSpPr>
          <p:cNvPr id="4" name="Title 1">
            <a:extLst>
              <a:ext uri="{FF2B5EF4-FFF2-40B4-BE49-F238E27FC236}">
                <a16:creationId xmlns:a16="http://schemas.microsoft.com/office/drawing/2014/main" id="{7D705F8B-78FD-73D2-03B9-CF154BB0FD12}"/>
              </a:ext>
            </a:extLst>
          </p:cNvPr>
          <p:cNvSpPr>
            <a:spLocks noGrp="1"/>
          </p:cNvSpPr>
          <p:nvPr>
            <p:ph type="title" hasCustomPrompt="1"/>
          </p:nvPr>
        </p:nvSpPr>
        <p:spPr>
          <a:xfrm>
            <a:off x="274320" y="274320"/>
            <a:ext cx="10512772" cy="457200"/>
          </a:xfrm>
        </p:spPr>
        <p:txBody>
          <a:bodyPr>
            <a:normAutofit/>
          </a:bodyPr>
          <a:lstStyle>
            <a:lvl1pPr>
              <a:lnSpc>
                <a:spcPct val="100000"/>
              </a:lnSpc>
              <a:defRPr sz="1800">
                <a:solidFill>
                  <a:schemeClr val="accent4"/>
                </a:solidFill>
              </a:defRPr>
            </a:lvl1pPr>
          </a:lstStyle>
          <a:p>
            <a:r>
              <a:rPr lang="en-US"/>
              <a:t>Slide Title – 18pt</a:t>
            </a:r>
          </a:p>
        </p:txBody>
      </p:sp>
    </p:spTree>
    <p:extLst>
      <p:ext uri="{BB962C8B-B14F-4D97-AF65-F5344CB8AC3E}">
        <p14:creationId xmlns:p14="http://schemas.microsoft.com/office/powerpoint/2010/main" val="141493404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ransition 1 L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6B4569C-A180-B9BC-3700-44B1EF9979D8}"/>
              </a:ext>
            </a:extLst>
          </p:cNvPr>
          <p:cNvSpPr>
            <a:spLocks/>
          </p:cNvSpPr>
          <p:nvPr/>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Picture Placeholder 23">
            <a:extLst>
              <a:ext uri="{FF2B5EF4-FFF2-40B4-BE49-F238E27FC236}">
                <a16:creationId xmlns:a16="http://schemas.microsoft.com/office/drawing/2014/main" id="{386E479D-85BE-D615-1702-CC96ACC2BFED}"/>
              </a:ext>
            </a:extLst>
          </p:cNvPr>
          <p:cNvSpPr>
            <a:spLocks noGrp="1"/>
          </p:cNvSpPr>
          <p:nvPr>
            <p:ph type="pic" sz="quarter" idx="10" hasCustomPrompt="1"/>
          </p:nvPr>
        </p:nvSpPr>
        <p:spPr>
          <a:xfrm>
            <a:off x="4380" y="0"/>
            <a:ext cx="6311321" cy="6858000"/>
          </a:xfrm>
          <a:custGeom>
            <a:avLst/>
            <a:gdLst>
              <a:gd name="connsiteX0" fmla="*/ 0 w 6345238"/>
              <a:gd name="connsiteY0" fmla="*/ 6858000 h 6858000"/>
              <a:gd name="connsiteX1" fmla="*/ 1586310 w 6345238"/>
              <a:gd name="connsiteY1" fmla="*/ 0 h 6858000"/>
              <a:gd name="connsiteX2" fmla="*/ 6345238 w 6345238"/>
              <a:gd name="connsiteY2" fmla="*/ 0 h 6858000"/>
              <a:gd name="connsiteX3" fmla="*/ 4758929 w 6345238"/>
              <a:gd name="connsiteY3" fmla="*/ 6858000 h 6858000"/>
              <a:gd name="connsiteX4" fmla="*/ 0 w 6345238"/>
              <a:gd name="connsiteY4" fmla="*/ 6858000 h 6858000"/>
              <a:gd name="connsiteX0" fmla="*/ 1420 w 6346658"/>
              <a:gd name="connsiteY0" fmla="*/ 6858000 h 6858000"/>
              <a:gd name="connsiteX1" fmla="*/ 0 w 6346658"/>
              <a:gd name="connsiteY1" fmla="*/ 0 h 6858000"/>
              <a:gd name="connsiteX2" fmla="*/ 6346658 w 6346658"/>
              <a:gd name="connsiteY2" fmla="*/ 0 h 6858000"/>
              <a:gd name="connsiteX3" fmla="*/ 4760349 w 6346658"/>
              <a:gd name="connsiteY3" fmla="*/ 6858000 h 6858000"/>
              <a:gd name="connsiteX4" fmla="*/ 1420 w 6346658"/>
              <a:gd name="connsiteY4" fmla="*/ 6858000 h 6858000"/>
              <a:gd name="connsiteX0" fmla="*/ 1420 w 6346658"/>
              <a:gd name="connsiteY0" fmla="*/ 6858000 h 6858000"/>
              <a:gd name="connsiteX1" fmla="*/ 0 w 6346658"/>
              <a:gd name="connsiteY1" fmla="*/ 0 h 6858000"/>
              <a:gd name="connsiteX2" fmla="*/ 6346658 w 6346658"/>
              <a:gd name="connsiteY2" fmla="*/ 0 h 6858000"/>
              <a:gd name="connsiteX3" fmla="*/ 2786184 w 6346658"/>
              <a:gd name="connsiteY3" fmla="*/ 5503025 h 6858000"/>
              <a:gd name="connsiteX4" fmla="*/ 4760349 w 6346658"/>
              <a:gd name="connsiteY4" fmla="*/ 6858000 h 6858000"/>
              <a:gd name="connsiteX5" fmla="*/ 1420 w 6346658"/>
              <a:gd name="connsiteY5" fmla="*/ 6858000 h 6858000"/>
              <a:gd name="connsiteX0" fmla="*/ 1420 w 6346658"/>
              <a:gd name="connsiteY0" fmla="*/ 6858000 h 6858000"/>
              <a:gd name="connsiteX1" fmla="*/ 0 w 6346658"/>
              <a:gd name="connsiteY1" fmla="*/ 0 h 6858000"/>
              <a:gd name="connsiteX2" fmla="*/ 6346658 w 6346658"/>
              <a:gd name="connsiteY2" fmla="*/ 0 h 6858000"/>
              <a:gd name="connsiteX3" fmla="*/ 2786184 w 6346658"/>
              <a:gd name="connsiteY3" fmla="*/ 5503025 h 6858000"/>
              <a:gd name="connsiteX4" fmla="*/ 5849317 w 6346658"/>
              <a:gd name="connsiteY4" fmla="*/ 6858000 h 6858000"/>
              <a:gd name="connsiteX5" fmla="*/ 1420 w 6346658"/>
              <a:gd name="connsiteY5" fmla="*/ 6858000 h 6858000"/>
              <a:gd name="connsiteX0" fmla="*/ 1420 w 6346658"/>
              <a:gd name="connsiteY0" fmla="*/ 6858000 h 6858000"/>
              <a:gd name="connsiteX1" fmla="*/ 0 w 6346658"/>
              <a:gd name="connsiteY1" fmla="*/ 0 h 6858000"/>
              <a:gd name="connsiteX2" fmla="*/ 6346658 w 6346658"/>
              <a:gd name="connsiteY2" fmla="*/ 0 h 6858000"/>
              <a:gd name="connsiteX3" fmla="*/ 2786184 w 6346658"/>
              <a:gd name="connsiteY3" fmla="*/ 5503025 h 6858000"/>
              <a:gd name="connsiteX4" fmla="*/ 5849317 w 6346658"/>
              <a:gd name="connsiteY4" fmla="*/ 5411586 h 6858000"/>
              <a:gd name="connsiteX5" fmla="*/ 1420 w 6346658"/>
              <a:gd name="connsiteY5" fmla="*/ 6858000 h 6858000"/>
              <a:gd name="connsiteX0" fmla="*/ 1420 w 6346658"/>
              <a:gd name="connsiteY0" fmla="*/ 6858000 h 6858000"/>
              <a:gd name="connsiteX1" fmla="*/ 0 w 6346658"/>
              <a:gd name="connsiteY1" fmla="*/ 0 h 6858000"/>
              <a:gd name="connsiteX2" fmla="*/ 6346658 w 6346658"/>
              <a:gd name="connsiteY2" fmla="*/ 0 h 6858000"/>
              <a:gd name="connsiteX3" fmla="*/ 2852686 w 6346658"/>
              <a:gd name="connsiteY3" fmla="*/ 5403272 h 6858000"/>
              <a:gd name="connsiteX4" fmla="*/ 5849317 w 6346658"/>
              <a:gd name="connsiteY4" fmla="*/ 5411586 h 6858000"/>
              <a:gd name="connsiteX5" fmla="*/ 1420 w 6346658"/>
              <a:gd name="connsiteY5" fmla="*/ 6858000 h 6858000"/>
              <a:gd name="connsiteX0" fmla="*/ 1420 w 6346658"/>
              <a:gd name="connsiteY0" fmla="*/ 6858000 h 6858000"/>
              <a:gd name="connsiteX1" fmla="*/ 0 w 6346658"/>
              <a:gd name="connsiteY1" fmla="*/ 0 h 6858000"/>
              <a:gd name="connsiteX2" fmla="*/ 6346658 w 6346658"/>
              <a:gd name="connsiteY2" fmla="*/ 0 h 6858000"/>
              <a:gd name="connsiteX3" fmla="*/ 2852686 w 6346658"/>
              <a:gd name="connsiteY3" fmla="*/ 5403272 h 6858000"/>
              <a:gd name="connsiteX4" fmla="*/ 5849317 w 6346658"/>
              <a:gd name="connsiteY4" fmla="*/ 5411586 h 6858000"/>
              <a:gd name="connsiteX5" fmla="*/ 4224285 w 6346658"/>
              <a:gd name="connsiteY5" fmla="*/ 5810596 h 6858000"/>
              <a:gd name="connsiteX6" fmla="*/ 1420 w 6346658"/>
              <a:gd name="connsiteY6" fmla="*/ 6858000 h 6858000"/>
              <a:gd name="connsiteX0" fmla="*/ 1420 w 6346658"/>
              <a:gd name="connsiteY0" fmla="*/ 6858000 h 6858000"/>
              <a:gd name="connsiteX1" fmla="*/ 0 w 6346658"/>
              <a:gd name="connsiteY1" fmla="*/ 0 h 6858000"/>
              <a:gd name="connsiteX2" fmla="*/ 6346658 w 6346658"/>
              <a:gd name="connsiteY2" fmla="*/ 0 h 6858000"/>
              <a:gd name="connsiteX3" fmla="*/ 2852686 w 6346658"/>
              <a:gd name="connsiteY3" fmla="*/ 5403272 h 6858000"/>
              <a:gd name="connsiteX4" fmla="*/ 5849317 w 6346658"/>
              <a:gd name="connsiteY4" fmla="*/ 5411586 h 6858000"/>
              <a:gd name="connsiteX5" fmla="*/ 5836955 w 6346658"/>
              <a:gd name="connsiteY5" fmla="*/ 6858000 h 6858000"/>
              <a:gd name="connsiteX6" fmla="*/ 1420 w 634665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6658" h="6858000">
                <a:moveTo>
                  <a:pt x="1420" y="6858000"/>
                </a:moveTo>
                <a:cubicBezTo>
                  <a:pt x="947" y="4572000"/>
                  <a:pt x="473" y="2286000"/>
                  <a:pt x="0" y="0"/>
                </a:cubicBezTo>
                <a:lnTo>
                  <a:pt x="6346658" y="0"/>
                </a:lnTo>
                <a:cubicBezTo>
                  <a:pt x="6320844" y="99753"/>
                  <a:pt x="2878500" y="5303519"/>
                  <a:pt x="2852686" y="5403272"/>
                </a:cubicBezTo>
                <a:lnTo>
                  <a:pt x="5849317" y="5411586"/>
                </a:lnTo>
                <a:lnTo>
                  <a:pt x="5836955" y="6858000"/>
                </a:lnTo>
                <a:lnTo>
                  <a:pt x="1420" y="6858000"/>
                </a:lnTo>
                <a:close/>
              </a:path>
            </a:pathLst>
          </a:custGeom>
        </p:spPr>
        <p:txBody>
          <a:bodyPr/>
          <a:lstStyle>
            <a:lvl1pPr marL="0" indent="0">
              <a:buFontTx/>
              <a:buNone/>
              <a:defRPr sz="1600">
                <a:solidFill>
                  <a:schemeClr val="tx1"/>
                </a:solidFill>
              </a:defRPr>
            </a:lvl1pPr>
          </a:lstStyle>
          <a:p>
            <a:pPr marL="182880" marR="0" lvl="0" indent="-18288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lang="en-US"/>
              <a:t>Click icon to add a graphic</a:t>
            </a:r>
          </a:p>
          <a:p>
            <a:endParaRPr lang="en-US"/>
          </a:p>
        </p:txBody>
      </p:sp>
      <p:sp>
        <p:nvSpPr>
          <p:cNvPr id="63" name="Title 1">
            <a:extLst>
              <a:ext uri="{FF2B5EF4-FFF2-40B4-BE49-F238E27FC236}">
                <a16:creationId xmlns:a16="http://schemas.microsoft.com/office/drawing/2014/main" id="{AE1895F3-B9BF-232C-639F-22E6D01A2B41}"/>
              </a:ext>
            </a:extLst>
          </p:cNvPr>
          <p:cNvSpPr>
            <a:spLocks noGrp="1"/>
          </p:cNvSpPr>
          <p:nvPr>
            <p:ph type="title" hasCustomPrompt="1"/>
          </p:nvPr>
        </p:nvSpPr>
        <p:spPr>
          <a:xfrm>
            <a:off x="6686548" y="1994591"/>
            <a:ext cx="4760078" cy="2693787"/>
          </a:xfrm>
          <a:prstGeom prst="rect">
            <a:avLst/>
          </a:prstGeom>
        </p:spPr>
        <p:txBody>
          <a:bodyPr>
            <a:normAutofit/>
          </a:bodyPr>
          <a:lstStyle>
            <a:lvl1pPr>
              <a:defRPr sz="3200" i="0" u="none">
                <a:solidFill>
                  <a:schemeClr val="tx1"/>
                </a:solidFill>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a:t>This is a transition slide section title example and may extend to 2-4 lines. Text should be 32pt or larger.</a:t>
            </a:r>
          </a:p>
        </p:txBody>
      </p:sp>
      <p:pic>
        <p:nvPicPr>
          <p:cNvPr id="6" name="Graphic 5">
            <a:extLst>
              <a:ext uri="{FF2B5EF4-FFF2-40B4-BE49-F238E27FC236}">
                <a16:creationId xmlns:a16="http://schemas.microsoft.com/office/drawing/2014/main" id="{92AABA1A-BFE2-C20D-A5F1-16FFC4E7FBAF}"/>
              </a:ext>
            </a:extLst>
          </p:cNvPr>
          <p:cNvPicPr/>
          <p:nvPr/>
        </p:nvPicPr>
        <p:blipFill>
          <a:blip>
            <a:extLst>
              <a:ext uri="{96DAC541-7B7A-43D3-8B79-37D633B846F1}">
                <asvg:svgBlip xmlns:asvg="http://schemas.microsoft.com/office/drawing/2016/SVG/main" r:embed="rId2"/>
              </a:ext>
            </a:extLst>
          </a:blip>
          <a:srcRect r="50436" b="26891"/>
          <a:stretch>
            <a:fillRect/>
          </a:stretch>
        </p:blipFill>
        <p:spPr>
          <a:xfrm>
            <a:off x="11566359" y="6140229"/>
            <a:ext cx="625642" cy="717771"/>
          </a:xfrm>
          <a:custGeom>
            <a:avLst/>
            <a:gdLst>
              <a:gd name="connsiteX0" fmla="*/ 0 w 749037"/>
              <a:gd name="connsiteY0" fmla="*/ 0 h 859337"/>
              <a:gd name="connsiteX1" fmla="*/ 749037 w 749037"/>
              <a:gd name="connsiteY1" fmla="*/ 0 h 859337"/>
              <a:gd name="connsiteX2" fmla="*/ 749037 w 749037"/>
              <a:gd name="connsiteY2" fmla="*/ 859337 h 859337"/>
              <a:gd name="connsiteX3" fmla="*/ 0 w 749037"/>
              <a:gd name="connsiteY3" fmla="*/ 859337 h 859337"/>
              <a:gd name="connsiteX4" fmla="*/ 0 w 749037"/>
              <a:gd name="connsiteY4" fmla="*/ 0 h 859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037" h="859337">
                <a:moveTo>
                  <a:pt x="0" y="0"/>
                </a:moveTo>
                <a:lnTo>
                  <a:pt x="749037" y="0"/>
                </a:lnTo>
                <a:lnTo>
                  <a:pt x="749037" y="859337"/>
                </a:lnTo>
                <a:lnTo>
                  <a:pt x="0" y="859337"/>
                </a:lnTo>
                <a:lnTo>
                  <a:pt x="0" y="0"/>
                </a:lnTo>
                <a:close/>
              </a:path>
            </a:pathLst>
          </a:custGeom>
        </p:spPr>
      </p:pic>
      <p:sp>
        <p:nvSpPr>
          <p:cNvPr id="9" name="Slide Number Placeholder 5">
            <a:extLst>
              <a:ext uri="{FF2B5EF4-FFF2-40B4-BE49-F238E27FC236}">
                <a16:creationId xmlns:a16="http://schemas.microsoft.com/office/drawing/2014/main" id="{75C53F91-B87E-AC47-E4BF-ED77EB1C19BA}"/>
              </a:ext>
            </a:extLst>
          </p:cNvPr>
          <p:cNvSpPr txBox="1"/>
          <p:nvPr/>
        </p:nvSpPr>
        <p:spPr>
          <a:xfrm>
            <a:off x="11834190" y="6492875"/>
            <a:ext cx="261769" cy="365125"/>
          </a:xfrm>
          <a:prstGeom prst="rect">
            <a:avLst/>
          </a:prstGeom>
        </p:spPr>
        <p:txBody>
          <a:bodyPr vert="horz" lIns="0" tIns="45720" rIns="0" bIns="45720" rtlCol="0" anchor="ctr"/>
          <a:lstStyle>
            <a:defPPr>
              <a:defRPr lang="en-US"/>
            </a:defPPr>
            <a:lvl1pPr marL="0" algn="r" defTabSz="914400" rtl="0" eaLnBrk="1" latinLnBrk="0" hangingPunct="1">
              <a:defRPr sz="1100" b="1" kern="1200">
                <a:solidFill>
                  <a:schemeClr val="tx1"/>
                </a:solidFill>
                <a:latin typeface="AvenirNext LT Pro Medium" panose="020B05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8C158F0-531B-4D8F-B6F9-8CC09C40F2A5}" type="slidenum">
              <a:rPr lang="en-US" sz="800" b="1" smtClean="0">
                <a:latin typeface="+mn-lt"/>
              </a:rPr>
              <a:pPr/>
              <a:t>‹#›</a:t>
            </a:fld>
            <a:endParaRPr lang="en-US" sz="800" b="1">
              <a:latin typeface="+mn-lt"/>
            </a:endParaRPr>
          </a:p>
        </p:txBody>
      </p:sp>
      <p:pic>
        <p:nvPicPr>
          <p:cNvPr id="8" name="Graphic 7">
            <a:extLst>
              <a:ext uri="{FF2B5EF4-FFF2-40B4-BE49-F238E27FC236}">
                <a16:creationId xmlns:a16="http://schemas.microsoft.com/office/drawing/2014/main" id="{E65F4602-7BAF-5DE1-A683-0A98456A48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25642" y="1669015"/>
            <a:ext cx="777117" cy="604423"/>
          </a:xfrm>
          <a:prstGeom prst="rect">
            <a:avLst/>
          </a:prstGeom>
        </p:spPr>
      </p:pic>
      <p:pic>
        <p:nvPicPr>
          <p:cNvPr id="10" name="Graphic 9">
            <a:extLst>
              <a:ext uri="{FF2B5EF4-FFF2-40B4-BE49-F238E27FC236}">
                <a16:creationId xmlns:a16="http://schemas.microsoft.com/office/drawing/2014/main" id="{F45A67D6-83D0-689C-559E-79B1E87D5D3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51035" y="1471442"/>
            <a:ext cx="508047" cy="395147"/>
          </a:xfrm>
          <a:prstGeom prst="rect">
            <a:avLst/>
          </a:prstGeom>
        </p:spPr>
      </p:pic>
      <p:grpSp>
        <p:nvGrpSpPr>
          <p:cNvPr id="11" name="Group 10">
            <a:extLst>
              <a:ext uri="{FF2B5EF4-FFF2-40B4-BE49-F238E27FC236}">
                <a16:creationId xmlns:a16="http://schemas.microsoft.com/office/drawing/2014/main" id="{DFD446D8-161C-FF94-ADD0-C6EB033A4688}"/>
              </a:ext>
            </a:extLst>
          </p:cNvPr>
          <p:cNvGrpSpPr/>
          <p:nvPr/>
        </p:nvGrpSpPr>
        <p:grpSpPr>
          <a:xfrm>
            <a:off x="10972800" y="274320"/>
            <a:ext cx="732897" cy="319002"/>
            <a:chOff x="10956590" y="246968"/>
            <a:chExt cx="732897" cy="319002"/>
          </a:xfrm>
          <a:solidFill>
            <a:srgbClr val="23004B"/>
          </a:solidFill>
        </p:grpSpPr>
        <p:sp>
          <p:nvSpPr>
            <p:cNvPr id="12" name="Freeform: Shape 6">
              <a:extLst>
                <a:ext uri="{FF2B5EF4-FFF2-40B4-BE49-F238E27FC236}">
                  <a16:creationId xmlns:a16="http://schemas.microsoft.com/office/drawing/2014/main" id="{E31934EA-023C-3041-E0DE-9359559E5966}"/>
                </a:ext>
              </a:extLst>
            </p:cNvPr>
            <p:cNvSpPr/>
            <p:nvPr/>
          </p:nvSpPr>
          <p:spPr>
            <a:xfrm>
              <a:off x="11502373" y="368572"/>
              <a:ext cx="152189" cy="197064"/>
            </a:xfrm>
            <a:custGeom>
              <a:avLst/>
              <a:gdLst>
                <a:gd name="connsiteX0" fmla="*/ 573754 w 970738"/>
                <a:gd name="connsiteY0" fmla="*/ 503046 h 1256976"/>
                <a:gd name="connsiteX1" fmla="*/ 309665 w 970738"/>
                <a:gd name="connsiteY1" fmla="*/ 342037 h 1256976"/>
                <a:gd name="connsiteX2" fmla="*/ 479193 w 970738"/>
                <a:gd name="connsiteY2" fmla="*/ 230013 h 1256976"/>
                <a:gd name="connsiteX3" fmla="*/ 728799 w 970738"/>
                <a:gd name="connsiteY3" fmla="*/ 347575 h 1256976"/>
                <a:gd name="connsiteX4" fmla="*/ 898327 w 970738"/>
                <a:gd name="connsiteY4" fmla="*/ 181028 h 1256976"/>
                <a:gd name="connsiteX5" fmla="*/ 479193 w 970738"/>
                <a:gd name="connsiteY5" fmla="*/ 0 h 1256976"/>
                <a:gd name="connsiteX6" fmla="*/ 48558 w 970738"/>
                <a:gd name="connsiteY6" fmla="*/ 356094 h 1256976"/>
                <a:gd name="connsiteX7" fmla="*/ 404652 w 970738"/>
                <a:gd name="connsiteY7" fmla="*/ 726244 h 1256976"/>
                <a:gd name="connsiteX8" fmla="*/ 697705 w 970738"/>
                <a:gd name="connsiteY8" fmla="*/ 895772 h 1256976"/>
                <a:gd name="connsiteX9" fmla="*/ 485156 w 970738"/>
                <a:gd name="connsiteY9" fmla="*/ 1024834 h 1256976"/>
                <a:gd name="connsiteX10" fmla="*/ 174639 w 970738"/>
                <a:gd name="connsiteY10" fmla="*/ 888105 h 1256976"/>
                <a:gd name="connsiteX11" fmla="*/ 0 w 970738"/>
                <a:gd name="connsiteY11" fmla="*/ 1057632 h 1256976"/>
                <a:gd name="connsiteX12" fmla="*/ 502620 w 970738"/>
                <a:gd name="connsiteY12" fmla="*/ 1256977 h 1256976"/>
                <a:gd name="connsiteX13" fmla="*/ 970738 w 970738"/>
                <a:gd name="connsiteY13" fmla="*/ 880863 h 1256976"/>
                <a:gd name="connsiteX14" fmla="*/ 574606 w 970738"/>
                <a:gd name="connsiteY14" fmla="*/ 501768 h 125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70738" h="1256976">
                  <a:moveTo>
                    <a:pt x="573754" y="503046"/>
                  </a:moveTo>
                  <a:cubicBezTo>
                    <a:pt x="384206" y="454062"/>
                    <a:pt x="309665" y="434042"/>
                    <a:pt x="309665" y="342037"/>
                  </a:cubicBezTo>
                  <a:cubicBezTo>
                    <a:pt x="309665" y="270478"/>
                    <a:pt x="370150" y="230013"/>
                    <a:pt x="479193" y="230013"/>
                  </a:cubicBezTo>
                  <a:cubicBezTo>
                    <a:pt x="588236" y="230013"/>
                    <a:pt x="671722" y="281553"/>
                    <a:pt x="728799" y="347575"/>
                  </a:cubicBezTo>
                  <a:lnTo>
                    <a:pt x="898327" y="181028"/>
                  </a:lnTo>
                  <a:cubicBezTo>
                    <a:pt x="806322" y="80504"/>
                    <a:pt x="671722" y="0"/>
                    <a:pt x="479193" y="0"/>
                  </a:cubicBezTo>
                  <a:cubicBezTo>
                    <a:pt x="241087" y="0"/>
                    <a:pt x="48558" y="115006"/>
                    <a:pt x="48558" y="356094"/>
                  </a:cubicBezTo>
                  <a:cubicBezTo>
                    <a:pt x="48558" y="597181"/>
                    <a:pt x="226605" y="677685"/>
                    <a:pt x="404652" y="726244"/>
                  </a:cubicBezTo>
                  <a:cubicBezTo>
                    <a:pt x="608681" y="783747"/>
                    <a:pt x="697705" y="798229"/>
                    <a:pt x="697705" y="895772"/>
                  </a:cubicBezTo>
                  <a:cubicBezTo>
                    <a:pt x="697705" y="976276"/>
                    <a:pt x="631683" y="1024834"/>
                    <a:pt x="485156" y="1024834"/>
                  </a:cubicBezTo>
                  <a:cubicBezTo>
                    <a:pt x="355668" y="1024834"/>
                    <a:pt x="248754" y="981813"/>
                    <a:pt x="174639" y="888105"/>
                  </a:cubicBezTo>
                  <a:lnTo>
                    <a:pt x="0" y="1057632"/>
                  </a:lnTo>
                  <a:cubicBezTo>
                    <a:pt x="93283" y="1166249"/>
                    <a:pt x="263237" y="1256977"/>
                    <a:pt x="502620" y="1256977"/>
                  </a:cubicBezTo>
                  <a:cubicBezTo>
                    <a:pt x="844232" y="1256977"/>
                    <a:pt x="970738" y="1087449"/>
                    <a:pt x="970738" y="880863"/>
                  </a:cubicBezTo>
                  <a:cubicBezTo>
                    <a:pt x="970738" y="625294"/>
                    <a:pt x="764153" y="550753"/>
                    <a:pt x="574606" y="501768"/>
                  </a:cubicBezTo>
                  <a:close/>
                </a:path>
              </a:pathLst>
            </a:custGeom>
            <a:grpFill/>
            <a:ln w="0" cap="flat">
              <a:noFill/>
              <a:prstDash val="solid"/>
              <a:miter/>
            </a:ln>
          </p:spPr>
          <p:txBody>
            <a:bodyPr rtlCol="0" anchor="ctr"/>
            <a:lstStyle/>
            <a:p>
              <a:endParaRPr lang="en-US">
                <a:solidFill>
                  <a:srgbClr val="23004B"/>
                </a:solidFill>
              </a:endParaRPr>
            </a:p>
          </p:txBody>
        </p:sp>
        <p:sp>
          <p:nvSpPr>
            <p:cNvPr id="13" name="Freeform: Shape 7">
              <a:extLst>
                <a:ext uri="{FF2B5EF4-FFF2-40B4-BE49-F238E27FC236}">
                  <a16:creationId xmlns:a16="http://schemas.microsoft.com/office/drawing/2014/main" id="{E352754F-BF2F-68C7-1AD6-53A1161650B8}"/>
                </a:ext>
              </a:extLst>
            </p:cNvPr>
            <p:cNvSpPr/>
            <p:nvPr/>
          </p:nvSpPr>
          <p:spPr>
            <a:xfrm>
              <a:off x="11129146" y="368572"/>
              <a:ext cx="198854" cy="197398"/>
            </a:xfrm>
            <a:custGeom>
              <a:avLst/>
              <a:gdLst>
                <a:gd name="connsiteX0" fmla="*/ 678111 w 1268394"/>
                <a:gd name="connsiteY0" fmla="*/ 1015037 h 1259106"/>
                <a:gd name="connsiteX1" fmla="*/ 1020149 w 1268394"/>
                <a:gd name="connsiteY1" fmla="*/ 885549 h 1259106"/>
                <a:gd name="connsiteX2" fmla="*/ 1189677 w 1268394"/>
                <a:gd name="connsiteY2" fmla="*/ 1063596 h 1259106"/>
                <a:gd name="connsiteX3" fmla="*/ 681093 w 1268394"/>
                <a:gd name="connsiteY3" fmla="*/ 1259106 h 1259106"/>
                <a:gd name="connsiteX4" fmla="*/ 0 w 1268394"/>
                <a:gd name="connsiteY4" fmla="*/ 629553 h 1259106"/>
                <a:gd name="connsiteX5" fmla="*/ 643610 w 1268394"/>
                <a:gd name="connsiteY5" fmla="*/ 0 h 1259106"/>
                <a:gd name="connsiteX6" fmla="*/ 1267199 w 1268394"/>
                <a:gd name="connsiteY6" fmla="*/ 727096 h 1259106"/>
                <a:gd name="connsiteX7" fmla="*/ 295609 w 1268394"/>
                <a:gd name="connsiteY7" fmla="*/ 727096 h 1259106"/>
                <a:gd name="connsiteX8" fmla="*/ 677685 w 1268394"/>
                <a:gd name="connsiteY8" fmla="*/ 1014611 h 1259106"/>
                <a:gd name="connsiteX9" fmla="*/ 974146 w 1268394"/>
                <a:gd name="connsiteY9" fmla="*/ 526473 h 1259106"/>
                <a:gd name="connsiteX10" fmla="*/ 646591 w 1268394"/>
                <a:gd name="connsiteY10" fmla="*/ 241939 h 1259106"/>
                <a:gd name="connsiteX11" fmla="*/ 296035 w 1268394"/>
                <a:gd name="connsiteY11" fmla="*/ 526473 h 1259106"/>
                <a:gd name="connsiteX12" fmla="*/ 974146 w 1268394"/>
                <a:gd name="connsiteY12" fmla="*/ 526473 h 1259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8394" h="1259106">
                  <a:moveTo>
                    <a:pt x="678111" y="1015037"/>
                  </a:moveTo>
                  <a:cubicBezTo>
                    <a:pt x="836139" y="1015037"/>
                    <a:pt x="951145" y="951997"/>
                    <a:pt x="1020149" y="885549"/>
                  </a:cubicBezTo>
                  <a:lnTo>
                    <a:pt x="1189677" y="1063596"/>
                  </a:lnTo>
                  <a:cubicBezTo>
                    <a:pt x="1077652" y="1175620"/>
                    <a:pt x="922606" y="1259106"/>
                    <a:pt x="681093" y="1259106"/>
                  </a:cubicBezTo>
                  <a:cubicBezTo>
                    <a:pt x="267070" y="1259106"/>
                    <a:pt x="0" y="991610"/>
                    <a:pt x="0" y="629553"/>
                  </a:cubicBezTo>
                  <a:cubicBezTo>
                    <a:pt x="0" y="267496"/>
                    <a:pt x="281553" y="0"/>
                    <a:pt x="643610" y="0"/>
                  </a:cubicBezTo>
                  <a:cubicBezTo>
                    <a:pt x="1054651" y="0"/>
                    <a:pt x="1287219" y="304554"/>
                    <a:pt x="1267199" y="727096"/>
                  </a:cubicBezTo>
                  <a:lnTo>
                    <a:pt x="295609" y="727096"/>
                  </a:lnTo>
                  <a:cubicBezTo>
                    <a:pt x="330111" y="902587"/>
                    <a:pt x="456618" y="1014611"/>
                    <a:pt x="677685" y="1014611"/>
                  </a:cubicBezTo>
                  <a:close/>
                  <a:moveTo>
                    <a:pt x="974146" y="526473"/>
                  </a:moveTo>
                  <a:cubicBezTo>
                    <a:pt x="948163" y="362483"/>
                    <a:pt x="847639" y="241939"/>
                    <a:pt x="646591" y="241939"/>
                  </a:cubicBezTo>
                  <a:cubicBezTo>
                    <a:pt x="459599" y="241939"/>
                    <a:pt x="330537" y="345445"/>
                    <a:pt x="296035" y="526473"/>
                  </a:cubicBezTo>
                  <a:lnTo>
                    <a:pt x="974146" y="526473"/>
                  </a:lnTo>
                  <a:close/>
                </a:path>
              </a:pathLst>
            </a:custGeom>
            <a:grpFill/>
            <a:ln w="0" cap="flat">
              <a:noFill/>
              <a:prstDash val="solid"/>
              <a:miter/>
            </a:ln>
          </p:spPr>
          <p:txBody>
            <a:bodyPr rtlCol="0" anchor="ctr"/>
            <a:lstStyle/>
            <a:p>
              <a:endParaRPr lang="en-US">
                <a:solidFill>
                  <a:srgbClr val="23004B"/>
                </a:solidFill>
              </a:endParaRPr>
            </a:p>
          </p:txBody>
        </p:sp>
        <p:sp>
          <p:nvSpPr>
            <p:cNvPr id="14" name="Freeform: Shape 8">
              <a:extLst>
                <a:ext uri="{FF2B5EF4-FFF2-40B4-BE49-F238E27FC236}">
                  <a16:creationId xmlns:a16="http://schemas.microsoft.com/office/drawing/2014/main" id="{FFC53B7F-D8F6-6C67-2E19-93EAEB8524CA}"/>
                </a:ext>
              </a:extLst>
            </p:cNvPr>
            <p:cNvSpPr/>
            <p:nvPr/>
          </p:nvSpPr>
          <p:spPr>
            <a:xfrm>
              <a:off x="11359466" y="246968"/>
              <a:ext cx="44074" cy="315262"/>
            </a:xfrm>
            <a:custGeom>
              <a:avLst/>
              <a:gdLst>
                <a:gd name="connsiteX0" fmla="*/ 0 w 281126"/>
                <a:gd name="connsiteY0" fmla="*/ 0 h 2010906"/>
                <a:gd name="connsiteX1" fmla="*/ 281127 w 281126"/>
                <a:gd name="connsiteY1" fmla="*/ 0 h 2010906"/>
                <a:gd name="connsiteX2" fmla="*/ 281127 w 281126"/>
                <a:gd name="connsiteY2" fmla="*/ 2010907 h 2010906"/>
                <a:gd name="connsiteX3" fmla="*/ 0 w 281126"/>
                <a:gd name="connsiteY3" fmla="*/ 2010907 h 2010906"/>
                <a:gd name="connsiteX4" fmla="*/ 0 w 281126"/>
                <a:gd name="connsiteY4" fmla="*/ 0 h 2010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126" h="2010906">
                  <a:moveTo>
                    <a:pt x="0" y="0"/>
                  </a:moveTo>
                  <a:lnTo>
                    <a:pt x="281127" y="0"/>
                  </a:lnTo>
                  <a:lnTo>
                    <a:pt x="281127" y="2010907"/>
                  </a:lnTo>
                  <a:lnTo>
                    <a:pt x="0" y="2010907"/>
                  </a:lnTo>
                  <a:lnTo>
                    <a:pt x="0" y="0"/>
                  </a:lnTo>
                  <a:close/>
                </a:path>
              </a:pathLst>
            </a:custGeom>
            <a:grpFill/>
            <a:ln w="0" cap="flat">
              <a:noFill/>
              <a:prstDash val="solid"/>
              <a:miter/>
            </a:ln>
          </p:spPr>
          <p:txBody>
            <a:bodyPr rtlCol="0" anchor="ctr"/>
            <a:lstStyle/>
            <a:p>
              <a:endParaRPr lang="en-US">
                <a:solidFill>
                  <a:srgbClr val="23004B"/>
                </a:solidFill>
              </a:endParaRPr>
            </a:p>
          </p:txBody>
        </p:sp>
        <p:sp>
          <p:nvSpPr>
            <p:cNvPr id="15" name="Freeform: Shape 9">
              <a:extLst>
                <a:ext uri="{FF2B5EF4-FFF2-40B4-BE49-F238E27FC236}">
                  <a16:creationId xmlns:a16="http://schemas.microsoft.com/office/drawing/2014/main" id="{62448710-F750-9428-C187-4145F19FE1DF}"/>
                </a:ext>
              </a:extLst>
            </p:cNvPr>
            <p:cNvSpPr/>
            <p:nvPr/>
          </p:nvSpPr>
          <p:spPr>
            <a:xfrm>
              <a:off x="11434392" y="370442"/>
              <a:ext cx="44541" cy="191588"/>
            </a:xfrm>
            <a:custGeom>
              <a:avLst/>
              <a:gdLst>
                <a:gd name="connsiteX0" fmla="*/ 0 w 284108"/>
                <a:gd name="connsiteY0" fmla="*/ 0 h 1222048"/>
                <a:gd name="connsiteX1" fmla="*/ 284108 w 284108"/>
                <a:gd name="connsiteY1" fmla="*/ 0 h 1222048"/>
                <a:gd name="connsiteX2" fmla="*/ 284108 w 284108"/>
                <a:gd name="connsiteY2" fmla="*/ 1222049 h 1222048"/>
                <a:gd name="connsiteX3" fmla="*/ 0 w 284108"/>
                <a:gd name="connsiteY3" fmla="*/ 1222049 h 1222048"/>
              </a:gdLst>
              <a:ahLst/>
              <a:cxnLst>
                <a:cxn ang="0">
                  <a:pos x="connsiteX0" y="connsiteY0"/>
                </a:cxn>
                <a:cxn ang="0">
                  <a:pos x="connsiteX1" y="connsiteY1"/>
                </a:cxn>
                <a:cxn ang="0">
                  <a:pos x="connsiteX2" y="connsiteY2"/>
                </a:cxn>
                <a:cxn ang="0">
                  <a:pos x="connsiteX3" y="connsiteY3"/>
                </a:cxn>
              </a:cxnLst>
              <a:rect l="l" t="t" r="r" b="b"/>
              <a:pathLst>
                <a:path w="284108" h="1222048">
                  <a:moveTo>
                    <a:pt x="0" y="0"/>
                  </a:moveTo>
                  <a:lnTo>
                    <a:pt x="284108" y="0"/>
                  </a:lnTo>
                  <a:lnTo>
                    <a:pt x="284108" y="1222049"/>
                  </a:lnTo>
                  <a:lnTo>
                    <a:pt x="0" y="1222049"/>
                  </a:lnTo>
                  <a:close/>
                </a:path>
              </a:pathLst>
            </a:custGeom>
            <a:grpFill/>
            <a:ln w="0" cap="flat">
              <a:noFill/>
              <a:prstDash val="solid"/>
              <a:miter/>
            </a:ln>
          </p:spPr>
          <p:txBody>
            <a:bodyPr rtlCol="0" anchor="ctr"/>
            <a:lstStyle/>
            <a:p>
              <a:endParaRPr lang="en-US">
                <a:solidFill>
                  <a:srgbClr val="23004B"/>
                </a:solidFill>
              </a:endParaRPr>
            </a:p>
          </p:txBody>
        </p:sp>
        <p:sp>
          <p:nvSpPr>
            <p:cNvPr id="16" name="Freeform: Shape 10">
              <a:extLst>
                <a:ext uri="{FF2B5EF4-FFF2-40B4-BE49-F238E27FC236}">
                  <a16:creationId xmlns:a16="http://schemas.microsoft.com/office/drawing/2014/main" id="{E5C3583A-12EA-D9AD-90DA-D73172ADC724}"/>
                </a:ext>
              </a:extLst>
            </p:cNvPr>
            <p:cNvSpPr/>
            <p:nvPr/>
          </p:nvSpPr>
          <p:spPr>
            <a:xfrm>
              <a:off x="11427581" y="278020"/>
              <a:ext cx="58498" cy="58097"/>
            </a:xfrm>
            <a:custGeom>
              <a:avLst/>
              <a:gdLst>
                <a:gd name="connsiteX0" fmla="*/ 0 w 373131"/>
                <a:gd name="connsiteY0" fmla="*/ 184010 h 370575"/>
                <a:gd name="connsiteX1" fmla="*/ 186566 w 373131"/>
                <a:gd name="connsiteY1" fmla="*/ 0 h 370575"/>
                <a:gd name="connsiteX2" fmla="*/ 373132 w 373131"/>
                <a:gd name="connsiteY2" fmla="*/ 184010 h 370575"/>
                <a:gd name="connsiteX3" fmla="*/ 186566 w 373131"/>
                <a:gd name="connsiteY3" fmla="*/ 370576 h 370575"/>
                <a:gd name="connsiteX4" fmla="*/ 0 w 373131"/>
                <a:gd name="connsiteY4" fmla="*/ 184010 h 370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3131" h="370575">
                  <a:moveTo>
                    <a:pt x="0" y="184010"/>
                  </a:moveTo>
                  <a:cubicBezTo>
                    <a:pt x="0" y="78375"/>
                    <a:pt x="86468" y="0"/>
                    <a:pt x="186566" y="0"/>
                  </a:cubicBezTo>
                  <a:cubicBezTo>
                    <a:pt x="286664" y="0"/>
                    <a:pt x="373132" y="77949"/>
                    <a:pt x="373132" y="184010"/>
                  </a:cubicBezTo>
                  <a:cubicBezTo>
                    <a:pt x="373132" y="295609"/>
                    <a:pt x="286664" y="370576"/>
                    <a:pt x="186566" y="370576"/>
                  </a:cubicBezTo>
                  <a:cubicBezTo>
                    <a:pt x="86468" y="370576"/>
                    <a:pt x="0" y="295183"/>
                    <a:pt x="0" y="184010"/>
                  </a:cubicBezTo>
                  <a:close/>
                </a:path>
              </a:pathLst>
            </a:custGeom>
            <a:grpFill/>
            <a:ln w="0" cap="flat">
              <a:noFill/>
              <a:prstDash val="solid"/>
              <a:miter/>
            </a:ln>
          </p:spPr>
          <p:txBody>
            <a:bodyPr rtlCol="0" anchor="ctr"/>
            <a:lstStyle/>
            <a:p>
              <a:endParaRPr lang="en-US">
                <a:solidFill>
                  <a:srgbClr val="23004B"/>
                </a:solidFill>
              </a:endParaRPr>
            </a:p>
          </p:txBody>
        </p:sp>
        <p:sp>
          <p:nvSpPr>
            <p:cNvPr id="17" name="Freeform: Shape 11">
              <a:extLst>
                <a:ext uri="{FF2B5EF4-FFF2-40B4-BE49-F238E27FC236}">
                  <a16:creationId xmlns:a16="http://schemas.microsoft.com/office/drawing/2014/main" id="{D4F897EB-EC70-FF3E-0DEE-A5FE6EED9332}"/>
                </a:ext>
              </a:extLst>
            </p:cNvPr>
            <p:cNvSpPr/>
            <p:nvPr/>
          </p:nvSpPr>
          <p:spPr>
            <a:xfrm>
              <a:off x="10971482" y="370308"/>
              <a:ext cx="163074" cy="40468"/>
            </a:xfrm>
            <a:custGeom>
              <a:avLst/>
              <a:gdLst>
                <a:gd name="connsiteX0" fmla="*/ 871918 w 1040168"/>
                <a:gd name="connsiteY0" fmla="*/ 257273 h 258125"/>
                <a:gd name="connsiteX1" fmla="*/ 1040168 w 1040168"/>
                <a:gd name="connsiteY1" fmla="*/ 0 h 258125"/>
                <a:gd name="connsiteX2" fmla="*/ 0 w 1040168"/>
                <a:gd name="connsiteY2" fmla="*/ 0 h 258125"/>
                <a:gd name="connsiteX3" fmla="*/ 0 w 1040168"/>
                <a:gd name="connsiteY3" fmla="*/ 258125 h 258125"/>
                <a:gd name="connsiteX4" fmla="*/ 871918 w 1040168"/>
                <a:gd name="connsiteY4" fmla="*/ 257273 h 258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168" h="258125">
                  <a:moveTo>
                    <a:pt x="871918" y="257273"/>
                  </a:moveTo>
                  <a:lnTo>
                    <a:pt x="1040168" y="0"/>
                  </a:lnTo>
                  <a:lnTo>
                    <a:pt x="0" y="0"/>
                  </a:lnTo>
                  <a:lnTo>
                    <a:pt x="0" y="258125"/>
                  </a:lnTo>
                  <a:lnTo>
                    <a:pt x="871918" y="257273"/>
                  </a:lnTo>
                  <a:close/>
                </a:path>
              </a:pathLst>
            </a:custGeom>
            <a:grpFill/>
            <a:ln w="0" cap="flat">
              <a:noFill/>
              <a:prstDash val="solid"/>
              <a:miter/>
            </a:ln>
          </p:spPr>
          <p:txBody>
            <a:bodyPr rtlCol="0" anchor="ctr"/>
            <a:lstStyle/>
            <a:p>
              <a:endParaRPr lang="en-US">
                <a:solidFill>
                  <a:srgbClr val="23004B"/>
                </a:solidFill>
              </a:endParaRPr>
            </a:p>
          </p:txBody>
        </p:sp>
        <p:sp>
          <p:nvSpPr>
            <p:cNvPr id="18" name="Freeform: Shape 12">
              <a:extLst>
                <a:ext uri="{FF2B5EF4-FFF2-40B4-BE49-F238E27FC236}">
                  <a16:creationId xmlns:a16="http://schemas.microsoft.com/office/drawing/2014/main" id="{FF14CD97-9DB3-7437-0A61-08839699967C}"/>
                </a:ext>
              </a:extLst>
            </p:cNvPr>
            <p:cNvSpPr/>
            <p:nvPr/>
          </p:nvSpPr>
          <p:spPr>
            <a:xfrm>
              <a:off x="10956590" y="522096"/>
              <a:ext cx="163608" cy="40468"/>
            </a:xfrm>
            <a:custGeom>
              <a:avLst/>
              <a:gdLst>
                <a:gd name="connsiteX0" fmla="*/ 0 w 1043575"/>
                <a:gd name="connsiteY0" fmla="*/ 257699 h 258125"/>
                <a:gd name="connsiteX1" fmla="*/ 1043576 w 1043575"/>
                <a:gd name="connsiteY1" fmla="*/ 258125 h 258125"/>
                <a:gd name="connsiteX2" fmla="*/ 1043576 w 1043575"/>
                <a:gd name="connsiteY2" fmla="*/ 0 h 258125"/>
                <a:gd name="connsiteX3" fmla="*/ 168676 w 1043575"/>
                <a:gd name="connsiteY3" fmla="*/ 0 h 258125"/>
                <a:gd name="connsiteX4" fmla="*/ 0 w 1043575"/>
                <a:gd name="connsiteY4" fmla="*/ 257699 h 258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3575" h="258125">
                  <a:moveTo>
                    <a:pt x="0" y="257699"/>
                  </a:moveTo>
                  <a:lnTo>
                    <a:pt x="1043576" y="258125"/>
                  </a:lnTo>
                  <a:lnTo>
                    <a:pt x="1043576" y="0"/>
                  </a:lnTo>
                  <a:lnTo>
                    <a:pt x="168676" y="0"/>
                  </a:lnTo>
                  <a:lnTo>
                    <a:pt x="0" y="257699"/>
                  </a:lnTo>
                  <a:close/>
                </a:path>
              </a:pathLst>
            </a:custGeom>
            <a:grpFill/>
            <a:ln w="0" cap="flat">
              <a:noFill/>
              <a:prstDash val="solid"/>
              <a:miter/>
            </a:ln>
          </p:spPr>
          <p:txBody>
            <a:bodyPr rtlCol="0" anchor="ctr"/>
            <a:lstStyle/>
            <a:p>
              <a:endParaRPr lang="en-US">
                <a:solidFill>
                  <a:srgbClr val="23004B"/>
                </a:solidFill>
              </a:endParaRPr>
            </a:p>
          </p:txBody>
        </p:sp>
        <p:sp>
          <p:nvSpPr>
            <p:cNvPr id="26" name="Freeform: Shape 13">
              <a:extLst>
                <a:ext uri="{FF2B5EF4-FFF2-40B4-BE49-F238E27FC236}">
                  <a16:creationId xmlns:a16="http://schemas.microsoft.com/office/drawing/2014/main" id="{C28D3FA6-7242-B2FA-45C8-836AEF64C143}"/>
                </a:ext>
              </a:extLst>
            </p:cNvPr>
            <p:cNvSpPr/>
            <p:nvPr/>
          </p:nvSpPr>
          <p:spPr>
            <a:xfrm>
              <a:off x="10991716" y="424065"/>
              <a:ext cx="107714" cy="84408"/>
            </a:xfrm>
            <a:custGeom>
              <a:avLst/>
              <a:gdLst>
                <a:gd name="connsiteX0" fmla="*/ 0 w 687056"/>
                <a:gd name="connsiteY0" fmla="*/ 538400 h 538399"/>
                <a:gd name="connsiteX1" fmla="*/ 334370 w 687056"/>
                <a:gd name="connsiteY1" fmla="*/ 538400 h 538399"/>
                <a:gd name="connsiteX2" fmla="*/ 687056 w 687056"/>
                <a:gd name="connsiteY2" fmla="*/ 0 h 538399"/>
                <a:gd name="connsiteX3" fmla="*/ 353112 w 687056"/>
                <a:gd name="connsiteY3" fmla="*/ 426 h 538399"/>
                <a:gd name="connsiteX4" fmla="*/ 0 w 687056"/>
                <a:gd name="connsiteY4" fmla="*/ 538400 h 5383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7056" h="538399">
                  <a:moveTo>
                    <a:pt x="0" y="538400"/>
                  </a:moveTo>
                  <a:lnTo>
                    <a:pt x="334370" y="538400"/>
                  </a:lnTo>
                  <a:lnTo>
                    <a:pt x="687056" y="0"/>
                  </a:lnTo>
                  <a:lnTo>
                    <a:pt x="353112" y="426"/>
                  </a:lnTo>
                  <a:lnTo>
                    <a:pt x="0" y="538400"/>
                  </a:lnTo>
                  <a:close/>
                </a:path>
              </a:pathLst>
            </a:custGeom>
            <a:grpFill/>
            <a:ln w="0" cap="flat">
              <a:noFill/>
              <a:prstDash val="solid"/>
              <a:miter/>
            </a:ln>
          </p:spPr>
          <p:txBody>
            <a:bodyPr rtlCol="0" anchor="ctr"/>
            <a:lstStyle/>
            <a:p>
              <a:endParaRPr lang="en-US">
                <a:solidFill>
                  <a:srgbClr val="23004B"/>
                </a:solidFill>
              </a:endParaRPr>
            </a:p>
          </p:txBody>
        </p:sp>
        <p:sp>
          <p:nvSpPr>
            <p:cNvPr id="27" name="Freeform: Shape 14">
              <a:extLst>
                <a:ext uri="{FF2B5EF4-FFF2-40B4-BE49-F238E27FC236}">
                  <a16:creationId xmlns:a16="http://schemas.microsoft.com/office/drawing/2014/main" id="{AED8031A-4FCD-DF41-24B5-38E399D59F23}"/>
                </a:ext>
              </a:extLst>
            </p:cNvPr>
            <p:cNvSpPr/>
            <p:nvPr/>
          </p:nvSpPr>
          <p:spPr>
            <a:xfrm>
              <a:off x="11660372" y="536254"/>
              <a:ext cx="29115" cy="29115"/>
            </a:xfrm>
            <a:custGeom>
              <a:avLst/>
              <a:gdLst>
                <a:gd name="connsiteX0" fmla="*/ 100524 w 185713"/>
                <a:gd name="connsiteY0" fmla="*/ 52392 h 185713"/>
                <a:gd name="connsiteX1" fmla="*/ 119692 w 185713"/>
                <a:gd name="connsiteY1" fmla="*/ 71985 h 185713"/>
                <a:gd name="connsiteX2" fmla="*/ 100524 w 185713"/>
                <a:gd name="connsiteY2" fmla="*/ 90727 h 185713"/>
                <a:gd name="connsiteX3" fmla="*/ 71133 w 185713"/>
                <a:gd name="connsiteY3" fmla="*/ 90727 h 185713"/>
                <a:gd name="connsiteX4" fmla="*/ 71133 w 185713"/>
                <a:gd name="connsiteY4" fmla="*/ 51966 h 185713"/>
                <a:gd name="connsiteX5" fmla="*/ 100524 w 185713"/>
                <a:gd name="connsiteY5" fmla="*/ 51966 h 185713"/>
                <a:gd name="connsiteX6" fmla="*/ 117988 w 185713"/>
                <a:gd name="connsiteY6" fmla="*/ 146101 h 185713"/>
                <a:gd name="connsiteX7" fmla="*/ 135452 w 185713"/>
                <a:gd name="connsiteY7" fmla="*/ 146101 h 185713"/>
                <a:gd name="connsiteX8" fmla="*/ 106913 w 185713"/>
                <a:gd name="connsiteY8" fmla="*/ 103506 h 185713"/>
                <a:gd name="connsiteX9" fmla="*/ 134174 w 185713"/>
                <a:gd name="connsiteY9" fmla="*/ 71985 h 185713"/>
                <a:gd name="connsiteX10" fmla="*/ 100524 w 185713"/>
                <a:gd name="connsiteY10" fmla="*/ 39613 h 185713"/>
                <a:gd name="connsiteX11" fmla="*/ 57077 w 185713"/>
                <a:gd name="connsiteY11" fmla="*/ 39613 h 185713"/>
                <a:gd name="connsiteX12" fmla="*/ 57077 w 185713"/>
                <a:gd name="connsiteY12" fmla="*/ 146101 h 185713"/>
                <a:gd name="connsiteX13" fmla="*/ 71133 w 185713"/>
                <a:gd name="connsiteY13" fmla="*/ 146101 h 185713"/>
                <a:gd name="connsiteX14" fmla="*/ 71133 w 185713"/>
                <a:gd name="connsiteY14" fmla="*/ 103932 h 185713"/>
                <a:gd name="connsiteX15" fmla="*/ 90301 w 185713"/>
                <a:gd name="connsiteY15" fmla="*/ 103932 h 185713"/>
                <a:gd name="connsiteX16" fmla="*/ 117988 w 185713"/>
                <a:gd name="connsiteY16" fmla="*/ 146101 h 185713"/>
                <a:gd name="connsiteX17" fmla="*/ 92857 w 185713"/>
                <a:gd name="connsiteY17" fmla="*/ 12778 h 185713"/>
                <a:gd name="connsiteX18" fmla="*/ 172510 w 185713"/>
                <a:gd name="connsiteY18" fmla="*/ 92431 h 185713"/>
                <a:gd name="connsiteX19" fmla="*/ 92857 w 185713"/>
                <a:gd name="connsiteY19" fmla="*/ 172509 h 185713"/>
                <a:gd name="connsiteX20" fmla="*/ 12779 w 185713"/>
                <a:gd name="connsiteY20" fmla="*/ 92431 h 185713"/>
                <a:gd name="connsiteX21" fmla="*/ 92857 w 185713"/>
                <a:gd name="connsiteY21" fmla="*/ 12778 h 185713"/>
                <a:gd name="connsiteX22" fmla="*/ 92857 w 185713"/>
                <a:gd name="connsiteY22" fmla="*/ 185714 h 185713"/>
                <a:gd name="connsiteX23" fmla="*/ 185714 w 185713"/>
                <a:gd name="connsiteY23" fmla="*/ 92857 h 185713"/>
                <a:gd name="connsiteX24" fmla="*/ 92857 w 185713"/>
                <a:gd name="connsiteY24" fmla="*/ 0 h 185713"/>
                <a:gd name="connsiteX25" fmla="*/ 0 w 185713"/>
                <a:gd name="connsiteY25" fmla="*/ 92857 h 185713"/>
                <a:gd name="connsiteX26" fmla="*/ 92857 w 185713"/>
                <a:gd name="connsiteY26" fmla="*/ 185714 h 185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85713" h="185713">
                  <a:moveTo>
                    <a:pt x="100524" y="52392"/>
                  </a:moveTo>
                  <a:cubicBezTo>
                    <a:pt x="110747" y="52392"/>
                    <a:pt x="119692" y="60485"/>
                    <a:pt x="119692" y="71985"/>
                  </a:cubicBezTo>
                  <a:cubicBezTo>
                    <a:pt x="119692" y="83060"/>
                    <a:pt x="110321" y="90727"/>
                    <a:pt x="100524" y="90727"/>
                  </a:cubicBezTo>
                  <a:lnTo>
                    <a:pt x="71133" y="90727"/>
                  </a:lnTo>
                  <a:lnTo>
                    <a:pt x="71133" y="51966"/>
                  </a:lnTo>
                  <a:lnTo>
                    <a:pt x="100524" y="51966"/>
                  </a:lnTo>
                  <a:close/>
                  <a:moveTo>
                    <a:pt x="117988" y="146101"/>
                  </a:moveTo>
                  <a:lnTo>
                    <a:pt x="135452" y="146101"/>
                  </a:lnTo>
                  <a:lnTo>
                    <a:pt x="106913" y="103506"/>
                  </a:lnTo>
                  <a:cubicBezTo>
                    <a:pt x="112877" y="103506"/>
                    <a:pt x="134174" y="95413"/>
                    <a:pt x="134174" y="71985"/>
                  </a:cubicBezTo>
                  <a:cubicBezTo>
                    <a:pt x="134174" y="52392"/>
                    <a:pt x="118840" y="39613"/>
                    <a:pt x="100524" y="39613"/>
                  </a:cubicBezTo>
                  <a:lnTo>
                    <a:pt x="57077" y="39613"/>
                  </a:lnTo>
                  <a:lnTo>
                    <a:pt x="57077" y="146101"/>
                  </a:lnTo>
                  <a:lnTo>
                    <a:pt x="71133" y="146101"/>
                  </a:lnTo>
                  <a:lnTo>
                    <a:pt x="71133" y="103932"/>
                  </a:lnTo>
                  <a:lnTo>
                    <a:pt x="90301" y="103932"/>
                  </a:lnTo>
                  <a:lnTo>
                    <a:pt x="117988" y="146101"/>
                  </a:lnTo>
                  <a:close/>
                  <a:moveTo>
                    <a:pt x="92857" y="12778"/>
                  </a:moveTo>
                  <a:cubicBezTo>
                    <a:pt x="137156" y="12778"/>
                    <a:pt x="172510" y="47706"/>
                    <a:pt x="172510" y="92431"/>
                  </a:cubicBezTo>
                  <a:cubicBezTo>
                    <a:pt x="172510" y="137156"/>
                    <a:pt x="137156" y="172509"/>
                    <a:pt x="92857" y="172509"/>
                  </a:cubicBezTo>
                  <a:cubicBezTo>
                    <a:pt x="48558" y="172509"/>
                    <a:pt x="12779" y="136304"/>
                    <a:pt x="12779" y="92431"/>
                  </a:cubicBezTo>
                  <a:cubicBezTo>
                    <a:pt x="12779" y="48558"/>
                    <a:pt x="48558" y="12778"/>
                    <a:pt x="92857" y="12778"/>
                  </a:cubicBezTo>
                  <a:moveTo>
                    <a:pt x="92857" y="185714"/>
                  </a:moveTo>
                  <a:cubicBezTo>
                    <a:pt x="144397" y="185714"/>
                    <a:pt x="185714" y="143971"/>
                    <a:pt x="185714" y="92857"/>
                  </a:cubicBezTo>
                  <a:cubicBezTo>
                    <a:pt x="185714" y="41743"/>
                    <a:pt x="144397" y="0"/>
                    <a:pt x="92857" y="0"/>
                  </a:cubicBezTo>
                  <a:cubicBezTo>
                    <a:pt x="41317" y="0"/>
                    <a:pt x="0" y="41317"/>
                    <a:pt x="0" y="92857"/>
                  </a:cubicBezTo>
                  <a:cubicBezTo>
                    <a:pt x="0" y="144397"/>
                    <a:pt x="41743" y="185714"/>
                    <a:pt x="92857" y="185714"/>
                  </a:cubicBezTo>
                </a:path>
              </a:pathLst>
            </a:custGeom>
            <a:grpFill/>
            <a:ln w="0" cap="flat">
              <a:noFill/>
              <a:prstDash val="solid"/>
              <a:miter/>
            </a:ln>
          </p:spPr>
          <p:txBody>
            <a:bodyPr rtlCol="0" anchor="ctr"/>
            <a:lstStyle/>
            <a:p>
              <a:endParaRPr lang="en-US">
                <a:solidFill>
                  <a:srgbClr val="23004B"/>
                </a:solidFill>
              </a:endParaRPr>
            </a:p>
          </p:txBody>
        </p:sp>
      </p:grpSp>
      <p:sp>
        <p:nvSpPr>
          <p:cNvPr id="2" name="TextBox 20">
            <a:extLst>
              <a:ext uri="{FF2B5EF4-FFF2-40B4-BE49-F238E27FC236}">
                <a16:creationId xmlns:a16="http://schemas.microsoft.com/office/drawing/2014/main" id="{3C0BE99F-655D-16BC-85D9-CE43EA885E12}"/>
              </a:ext>
            </a:extLst>
          </p:cNvPr>
          <p:cNvSpPr txBox="1">
            <a:spLocks noChangeArrowheads="1"/>
          </p:cNvSpPr>
          <p:nvPr/>
        </p:nvSpPr>
        <p:spPr bwMode="gray">
          <a:xfrm>
            <a:off x="8846136" y="6591449"/>
            <a:ext cx="2550734" cy="107722"/>
          </a:xfrm>
          <a:prstGeom prst="rect">
            <a:avLst/>
          </a:prstGeom>
          <a:noFill/>
          <a:ln w="9525">
            <a:noFill/>
            <a:miter lim="800000"/>
            <a:headEnd/>
            <a:tailEnd/>
          </a:ln>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700">
                <a:solidFill>
                  <a:schemeClr val="bg2"/>
                </a:solidFill>
                <a:latin typeface="+mn-lt"/>
                <a:ea typeface="Open Sans" panose="020B0606030504020204" pitchFamily="34" charset="0"/>
                <a:cs typeface="Open Sans" panose="020B0606030504020204" pitchFamily="34" charset="0"/>
              </a:rPr>
              <a:t>Copyright </a:t>
            </a:r>
            <a:r>
              <a:rPr lang="en-US" sz="700" b="0">
                <a:solidFill>
                  <a:schemeClr val="bg2"/>
                </a:solidFill>
                <a:latin typeface="+mn-lt"/>
              </a:rPr>
              <a:t>© Zelis Healthcare</a:t>
            </a:r>
            <a:endParaRPr lang="en-US" sz="700">
              <a:solidFill>
                <a:schemeClr val="bg2"/>
              </a:solidFill>
              <a:latin typeface="+mn-lt"/>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14858345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ransition 2 Light">
    <p:bg>
      <p:bgPr>
        <a:solidFill>
          <a:schemeClr val="accent3"/>
        </a:solidFill>
        <a:effectLst/>
      </p:bgPr>
    </p:bg>
    <p:spTree>
      <p:nvGrpSpPr>
        <p:cNvPr id="1" name=""/>
        <p:cNvGrpSpPr/>
        <p:nvPr/>
      </p:nvGrpSpPr>
      <p:grpSpPr>
        <a:xfrm>
          <a:off x="0" y="0"/>
          <a:ext cx="0" cy="0"/>
          <a:chOff x="0" y="0"/>
          <a:chExt cx="0" cy="0"/>
        </a:xfrm>
      </p:grpSpPr>
      <p:grpSp>
        <p:nvGrpSpPr>
          <p:cNvPr id="41" name="Group 40">
            <a:extLst>
              <a:ext uri="{FF2B5EF4-FFF2-40B4-BE49-F238E27FC236}">
                <a16:creationId xmlns:a16="http://schemas.microsoft.com/office/drawing/2014/main" id="{3E04F5D9-2A88-4A62-4B65-00A2ED8FE289}"/>
              </a:ext>
            </a:extLst>
          </p:cNvPr>
          <p:cNvGrpSpPr/>
          <p:nvPr/>
        </p:nvGrpSpPr>
        <p:grpSpPr>
          <a:xfrm>
            <a:off x="2326439" y="2153086"/>
            <a:ext cx="951724" cy="801996"/>
            <a:chOff x="2789852" y="2187999"/>
            <a:chExt cx="1295111" cy="1091361"/>
          </a:xfrm>
        </p:grpSpPr>
        <p:pic>
          <p:nvPicPr>
            <p:cNvPr id="42" name="Graphic 41">
              <a:extLst>
                <a:ext uri="{FF2B5EF4-FFF2-40B4-BE49-F238E27FC236}">
                  <a16:creationId xmlns:a16="http://schemas.microsoft.com/office/drawing/2014/main" id="{0BD0C83A-7C0B-6815-4FED-3158DBFB263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027458" y="2456858"/>
              <a:ext cx="1057505" cy="822502"/>
            </a:xfrm>
            <a:prstGeom prst="rect">
              <a:avLst/>
            </a:prstGeom>
          </p:spPr>
        </p:pic>
        <p:pic>
          <p:nvPicPr>
            <p:cNvPr id="43" name="Graphic 42">
              <a:extLst>
                <a:ext uri="{FF2B5EF4-FFF2-40B4-BE49-F238E27FC236}">
                  <a16:creationId xmlns:a16="http://schemas.microsoft.com/office/drawing/2014/main" id="{EE7995C9-648D-4359-6EA0-6801147A6D8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789852" y="2187999"/>
              <a:ext cx="691353" cy="537718"/>
            </a:xfrm>
            <a:prstGeom prst="rect">
              <a:avLst/>
            </a:prstGeom>
          </p:spPr>
        </p:pic>
      </p:grpSp>
      <p:grpSp>
        <p:nvGrpSpPr>
          <p:cNvPr id="44" name="Group 43">
            <a:extLst>
              <a:ext uri="{FF2B5EF4-FFF2-40B4-BE49-F238E27FC236}">
                <a16:creationId xmlns:a16="http://schemas.microsoft.com/office/drawing/2014/main" id="{9CE923DE-FF2F-CA80-D355-7FB22BB8DB96}"/>
              </a:ext>
            </a:extLst>
          </p:cNvPr>
          <p:cNvGrpSpPr/>
          <p:nvPr/>
        </p:nvGrpSpPr>
        <p:grpSpPr>
          <a:xfrm>
            <a:off x="8913838" y="3951799"/>
            <a:ext cx="988938" cy="832227"/>
            <a:chOff x="9137935" y="2906983"/>
            <a:chExt cx="988938" cy="832227"/>
          </a:xfrm>
        </p:grpSpPr>
        <p:pic>
          <p:nvPicPr>
            <p:cNvPr id="45" name="Graphic 44">
              <a:extLst>
                <a:ext uri="{FF2B5EF4-FFF2-40B4-BE49-F238E27FC236}">
                  <a16:creationId xmlns:a16="http://schemas.microsoft.com/office/drawing/2014/main" id="{87527195-4BBC-0279-5966-7841A63D7AC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137935" y="2906983"/>
              <a:ext cx="802718" cy="624335"/>
            </a:xfrm>
            <a:prstGeom prst="rect">
              <a:avLst/>
            </a:prstGeom>
          </p:spPr>
        </p:pic>
        <p:pic>
          <p:nvPicPr>
            <p:cNvPr id="46" name="Graphic 45">
              <a:extLst>
                <a:ext uri="{FF2B5EF4-FFF2-40B4-BE49-F238E27FC236}">
                  <a16:creationId xmlns:a16="http://schemas.microsoft.com/office/drawing/2014/main" id="{E6E7766D-A447-D057-859A-6BE00CD4FF3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602089" y="3331045"/>
              <a:ext cx="524784" cy="408165"/>
            </a:xfrm>
            <a:prstGeom prst="rect">
              <a:avLst/>
            </a:prstGeom>
          </p:spPr>
        </p:pic>
      </p:grpSp>
      <p:sp>
        <p:nvSpPr>
          <p:cNvPr id="48" name="Title 1">
            <a:extLst>
              <a:ext uri="{FF2B5EF4-FFF2-40B4-BE49-F238E27FC236}">
                <a16:creationId xmlns:a16="http://schemas.microsoft.com/office/drawing/2014/main" id="{400B78B2-35D5-F27F-9EFF-613CC0A2EEE4}"/>
              </a:ext>
            </a:extLst>
          </p:cNvPr>
          <p:cNvSpPr>
            <a:spLocks noGrp="1"/>
          </p:cNvSpPr>
          <p:nvPr>
            <p:ph type="title" hasCustomPrompt="1"/>
          </p:nvPr>
        </p:nvSpPr>
        <p:spPr>
          <a:xfrm>
            <a:off x="3147143" y="2111433"/>
            <a:ext cx="5863853" cy="2369127"/>
          </a:xfrm>
          <a:prstGeom prst="rect">
            <a:avLst/>
          </a:prstGeom>
        </p:spPr>
        <p:txBody>
          <a:bodyPr>
            <a:normAutofit/>
          </a:bodyPr>
          <a:lstStyle>
            <a:lvl1pPr algn="ctr">
              <a:lnSpc>
                <a:spcPct val="100000"/>
              </a:lnSpc>
              <a:defRPr sz="3600">
                <a:solidFill>
                  <a:schemeClr val="tx1"/>
                </a:solidFill>
              </a:defRPr>
            </a:lvl1pPr>
          </a:lstStyle>
          <a:p>
            <a:r>
              <a:rPr lang="en-US"/>
              <a:t>This is a transition slide section title example and may extend to 2-4 lines. Text should be 36-40pt</a:t>
            </a:r>
          </a:p>
        </p:txBody>
      </p:sp>
      <p:pic>
        <p:nvPicPr>
          <p:cNvPr id="59" name="Graphic 58">
            <a:extLst>
              <a:ext uri="{FF2B5EF4-FFF2-40B4-BE49-F238E27FC236}">
                <a16:creationId xmlns:a16="http://schemas.microsoft.com/office/drawing/2014/main" id="{82017379-0734-37B0-56DE-65C40F710BA3}"/>
              </a:ext>
            </a:extLst>
          </p:cNvPr>
          <p:cNvPicPr>
            <a:picLocks noChangeAspect="1"/>
          </p:cNvPicPr>
          <p:nvPr/>
        </p:nvPicPr>
        <p:blipFill>
          <a:blip>
            <a:extLst>
              <a:ext uri="{96DAC541-7B7A-43D3-8B79-37D633B846F1}">
                <asvg:svgBlip xmlns:asvg="http://schemas.microsoft.com/office/drawing/2016/SVG/main" r:embed="rId2"/>
              </a:ext>
            </a:extLst>
          </a:blip>
          <a:srcRect r="50436" b="26891"/>
          <a:stretch>
            <a:fillRect/>
          </a:stretch>
        </p:blipFill>
        <p:spPr>
          <a:xfrm>
            <a:off x="11566359" y="6140229"/>
            <a:ext cx="625642" cy="717771"/>
          </a:xfrm>
          <a:custGeom>
            <a:avLst/>
            <a:gdLst>
              <a:gd name="connsiteX0" fmla="*/ 0 w 749037"/>
              <a:gd name="connsiteY0" fmla="*/ 0 h 859337"/>
              <a:gd name="connsiteX1" fmla="*/ 749037 w 749037"/>
              <a:gd name="connsiteY1" fmla="*/ 0 h 859337"/>
              <a:gd name="connsiteX2" fmla="*/ 749037 w 749037"/>
              <a:gd name="connsiteY2" fmla="*/ 859337 h 859337"/>
              <a:gd name="connsiteX3" fmla="*/ 0 w 749037"/>
              <a:gd name="connsiteY3" fmla="*/ 859337 h 859337"/>
              <a:gd name="connsiteX4" fmla="*/ 0 w 749037"/>
              <a:gd name="connsiteY4" fmla="*/ 0 h 859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037" h="859337">
                <a:moveTo>
                  <a:pt x="0" y="0"/>
                </a:moveTo>
                <a:lnTo>
                  <a:pt x="749037" y="0"/>
                </a:lnTo>
                <a:lnTo>
                  <a:pt x="749037" y="859337"/>
                </a:lnTo>
                <a:lnTo>
                  <a:pt x="0" y="859337"/>
                </a:lnTo>
                <a:lnTo>
                  <a:pt x="0" y="0"/>
                </a:lnTo>
                <a:close/>
              </a:path>
            </a:pathLst>
          </a:custGeom>
        </p:spPr>
      </p:pic>
      <p:sp>
        <p:nvSpPr>
          <p:cNvPr id="60" name="Slide Number Placeholder 5">
            <a:extLst>
              <a:ext uri="{FF2B5EF4-FFF2-40B4-BE49-F238E27FC236}">
                <a16:creationId xmlns:a16="http://schemas.microsoft.com/office/drawing/2014/main" id="{B4583357-01C3-85EA-C05E-F489C958C642}"/>
              </a:ext>
            </a:extLst>
          </p:cNvPr>
          <p:cNvSpPr txBox="1">
            <a:spLocks/>
          </p:cNvSpPr>
          <p:nvPr/>
        </p:nvSpPr>
        <p:spPr>
          <a:xfrm>
            <a:off x="11834190" y="6492875"/>
            <a:ext cx="261769" cy="365125"/>
          </a:xfrm>
          <a:prstGeom prst="rect">
            <a:avLst/>
          </a:prstGeom>
        </p:spPr>
        <p:txBody>
          <a:bodyPr vert="horz" lIns="0" tIns="45720" rIns="0" bIns="45720" rtlCol="0" anchor="ctr"/>
          <a:lstStyle>
            <a:defPPr>
              <a:defRPr lang="en-US"/>
            </a:defPPr>
            <a:lvl1pPr marL="0" algn="r" defTabSz="914400" rtl="0" eaLnBrk="1" latinLnBrk="0" hangingPunct="1">
              <a:defRPr sz="1100" b="1" kern="1200">
                <a:solidFill>
                  <a:schemeClr val="tx1"/>
                </a:solidFill>
                <a:latin typeface="AvenirNext LT Pro Medium" panose="020B05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8C158F0-531B-4D8F-B6F9-8CC09C40F2A5}" type="slidenum">
              <a:rPr lang="en-US" sz="800" b="1" smtClean="0">
                <a:latin typeface="+mn-lt"/>
              </a:rPr>
              <a:pPr/>
              <a:t>‹#›</a:t>
            </a:fld>
            <a:endParaRPr lang="en-US" sz="800" b="1">
              <a:latin typeface="+mn-lt"/>
            </a:endParaRPr>
          </a:p>
        </p:txBody>
      </p:sp>
      <p:grpSp>
        <p:nvGrpSpPr>
          <p:cNvPr id="2" name="Group 1">
            <a:extLst>
              <a:ext uri="{FF2B5EF4-FFF2-40B4-BE49-F238E27FC236}">
                <a16:creationId xmlns:a16="http://schemas.microsoft.com/office/drawing/2014/main" id="{866C92C3-B2B3-588A-F848-6E10CC04EB66}"/>
              </a:ext>
            </a:extLst>
          </p:cNvPr>
          <p:cNvGrpSpPr/>
          <p:nvPr/>
        </p:nvGrpSpPr>
        <p:grpSpPr>
          <a:xfrm>
            <a:off x="10972800" y="274320"/>
            <a:ext cx="732897" cy="319002"/>
            <a:chOff x="10956590" y="246968"/>
            <a:chExt cx="732897" cy="319002"/>
          </a:xfrm>
          <a:solidFill>
            <a:srgbClr val="23004B"/>
          </a:solidFill>
        </p:grpSpPr>
        <p:sp>
          <p:nvSpPr>
            <p:cNvPr id="3" name="Freeform: Shape 6">
              <a:extLst>
                <a:ext uri="{FF2B5EF4-FFF2-40B4-BE49-F238E27FC236}">
                  <a16:creationId xmlns:a16="http://schemas.microsoft.com/office/drawing/2014/main" id="{E5E5404E-7927-C455-D025-E094BD1212E7}"/>
                </a:ext>
              </a:extLst>
            </p:cNvPr>
            <p:cNvSpPr/>
            <p:nvPr/>
          </p:nvSpPr>
          <p:spPr>
            <a:xfrm>
              <a:off x="11502373" y="368572"/>
              <a:ext cx="152189" cy="197064"/>
            </a:xfrm>
            <a:custGeom>
              <a:avLst/>
              <a:gdLst>
                <a:gd name="connsiteX0" fmla="*/ 573754 w 970738"/>
                <a:gd name="connsiteY0" fmla="*/ 503046 h 1256976"/>
                <a:gd name="connsiteX1" fmla="*/ 309665 w 970738"/>
                <a:gd name="connsiteY1" fmla="*/ 342037 h 1256976"/>
                <a:gd name="connsiteX2" fmla="*/ 479193 w 970738"/>
                <a:gd name="connsiteY2" fmla="*/ 230013 h 1256976"/>
                <a:gd name="connsiteX3" fmla="*/ 728799 w 970738"/>
                <a:gd name="connsiteY3" fmla="*/ 347575 h 1256976"/>
                <a:gd name="connsiteX4" fmla="*/ 898327 w 970738"/>
                <a:gd name="connsiteY4" fmla="*/ 181028 h 1256976"/>
                <a:gd name="connsiteX5" fmla="*/ 479193 w 970738"/>
                <a:gd name="connsiteY5" fmla="*/ 0 h 1256976"/>
                <a:gd name="connsiteX6" fmla="*/ 48558 w 970738"/>
                <a:gd name="connsiteY6" fmla="*/ 356094 h 1256976"/>
                <a:gd name="connsiteX7" fmla="*/ 404652 w 970738"/>
                <a:gd name="connsiteY7" fmla="*/ 726244 h 1256976"/>
                <a:gd name="connsiteX8" fmla="*/ 697705 w 970738"/>
                <a:gd name="connsiteY8" fmla="*/ 895772 h 1256976"/>
                <a:gd name="connsiteX9" fmla="*/ 485156 w 970738"/>
                <a:gd name="connsiteY9" fmla="*/ 1024834 h 1256976"/>
                <a:gd name="connsiteX10" fmla="*/ 174639 w 970738"/>
                <a:gd name="connsiteY10" fmla="*/ 888105 h 1256976"/>
                <a:gd name="connsiteX11" fmla="*/ 0 w 970738"/>
                <a:gd name="connsiteY11" fmla="*/ 1057632 h 1256976"/>
                <a:gd name="connsiteX12" fmla="*/ 502620 w 970738"/>
                <a:gd name="connsiteY12" fmla="*/ 1256977 h 1256976"/>
                <a:gd name="connsiteX13" fmla="*/ 970738 w 970738"/>
                <a:gd name="connsiteY13" fmla="*/ 880863 h 1256976"/>
                <a:gd name="connsiteX14" fmla="*/ 574606 w 970738"/>
                <a:gd name="connsiteY14" fmla="*/ 501768 h 125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70738" h="1256976">
                  <a:moveTo>
                    <a:pt x="573754" y="503046"/>
                  </a:moveTo>
                  <a:cubicBezTo>
                    <a:pt x="384206" y="454062"/>
                    <a:pt x="309665" y="434042"/>
                    <a:pt x="309665" y="342037"/>
                  </a:cubicBezTo>
                  <a:cubicBezTo>
                    <a:pt x="309665" y="270478"/>
                    <a:pt x="370150" y="230013"/>
                    <a:pt x="479193" y="230013"/>
                  </a:cubicBezTo>
                  <a:cubicBezTo>
                    <a:pt x="588236" y="230013"/>
                    <a:pt x="671722" y="281553"/>
                    <a:pt x="728799" y="347575"/>
                  </a:cubicBezTo>
                  <a:lnTo>
                    <a:pt x="898327" y="181028"/>
                  </a:lnTo>
                  <a:cubicBezTo>
                    <a:pt x="806322" y="80504"/>
                    <a:pt x="671722" y="0"/>
                    <a:pt x="479193" y="0"/>
                  </a:cubicBezTo>
                  <a:cubicBezTo>
                    <a:pt x="241087" y="0"/>
                    <a:pt x="48558" y="115006"/>
                    <a:pt x="48558" y="356094"/>
                  </a:cubicBezTo>
                  <a:cubicBezTo>
                    <a:pt x="48558" y="597181"/>
                    <a:pt x="226605" y="677685"/>
                    <a:pt x="404652" y="726244"/>
                  </a:cubicBezTo>
                  <a:cubicBezTo>
                    <a:pt x="608681" y="783747"/>
                    <a:pt x="697705" y="798229"/>
                    <a:pt x="697705" y="895772"/>
                  </a:cubicBezTo>
                  <a:cubicBezTo>
                    <a:pt x="697705" y="976276"/>
                    <a:pt x="631683" y="1024834"/>
                    <a:pt x="485156" y="1024834"/>
                  </a:cubicBezTo>
                  <a:cubicBezTo>
                    <a:pt x="355668" y="1024834"/>
                    <a:pt x="248754" y="981813"/>
                    <a:pt x="174639" y="888105"/>
                  </a:cubicBezTo>
                  <a:lnTo>
                    <a:pt x="0" y="1057632"/>
                  </a:lnTo>
                  <a:cubicBezTo>
                    <a:pt x="93283" y="1166249"/>
                    <a:pt x="263237" y="1256977"/>
                    <a:pt x="502620" y="1256977"/>
                  </a:cubicBezTo>
                  <a:cubicBezTo>
                    <a:pt x="844232" y="1256977"/>
                    <a:pt x="970738" y="1087449"/>
                    <a:pt x="970738" y="880863"/>
                  </a:cubicBezTo>
                  <a:cubicBezTo>
                    <a:pt x="970738" y="625294"/>
                    <a:pt x="764153" y="550753"/>
                    <a:pt x="574606" y="501768"/>
                  </a:cubicBezTo>
                  <a:close/>
                </a:path>
              </a:pathLst>
            </a:custGeom>
            <a:grpFill/>
            <a:ln w="0" cap="flat">
              <a:noFill/>
              <a:prstDash val="solid"/>
              <a:miter/>
            </a:ln>
          </p:spPr>
          <p:txBody>
            <a:bodyPr rtlCol="0" anchor="ctr"/>
            <a:lstStyle/>
            <a:p>
              <a:endParaRPr lang="en-US">
                <a:solidFill>
                  <a:srgbClr val="23004B"/>
                </a:solidFill>
              </a:endParaRPr>
            </a:p>
          </p:txBody>
        </p:sp>
        <p:sp>
          <p:nvSpPr>
            <p:cNvPr id="4" name="Freeform: Shape 7">
              <a:extLst>
                <a:ext uri="{FF2B5EF4-FFF2-40B4-BE49-F238E27FC236}">
                  <a16:creationId xmlns:a16="http://schemas.microsoft.com/office/drawing/2014/main" id="{54BF04F3-28FB-D10A-4C29-192A6D6E0E49}"/>
                </a:ext>
              </a:extLst>
            </p:cNvPr>
            <p:cNvSpPr/>
            <p:nvPr/>
          </p:nvSpPr>
          <p:spPr>
            <a:xfrm>
              <a:off x="11129146" y="368572"/>
              <a:ext cx="198854" cy="197398"/>
            </a:xfrm>
            <a:custGeom>
              <a:avLst/>
              <a:gdLst>
                <a:gd name="connsiteX0" fmla="*/ 678111 w 1268394"/>
                <a:gd name="connsiteY0" fmla="*/ 1015037 h 1259106"/>
                <a:gd name="connsiteX1" fmla="*/ 1020149 w 1268394"/>
                <a:gd name="connsiteY1" fmla="*/ 885549 h 1259106"/>
                <a:gd name="connsiteX2" fmla="*/ 1189677 w 1268394"/>
                <a:gd name="connsiteY2" fmla="*/ 1063596 h 1259106"/>
                <a:gd name="connsiteX3" fmla="*/ 681093 w 1268394"/>
                <a:gd name="connsiteY3" fmla="*/ 1259106 h 1259106"/>
                <a:gd name="connsiteX4" fmla="*/ 0 w 1268394"/>
                <a:gd name="connsiteY4" fmla="*/ 629553 h 1259106"/>
                <a:gd name="connsiteX5" fmla="*/ 643610 w 1268394"/>
                <a:gd name="connsiteY5" fmla="*/ 0 h 1259106"/>
                <a:gd name="connsiteX6" fmla="*/ 1267199 w 1268394"/>
                <a:gd name="connsiteY6" fmla="*/ 727096 h 1259106"/>
                <a:gd name="connsiteX7" fmla="*/ 295609 w 1268394"/>
                <a:gd name="connsiteY7" fmla="*/ 727096 h 1259106"/>
                <a:gd name="connsiteX8" fmla="*/ 677685 w 1268394"/>
                <a:gd name="connsiteY8" fmla="*/ 1014611 h 1259106"/>
                <a:gd name="connsiteX9" fmla="*/ 974146 w 1268394"/>
                <a:gd name="connsiteY9" fmla="*/ 526473 h 1259106"/>
                <a:gd name="connsiteX10" fmla="*/ 646591 w 1268394"/>
                <a:gd name="connsiteY10" fmla="*/ 241939 h 1259106"/>
                <a:gd name="connsiteX11" fmla="*/ 296035 w 1268394"/>
                <a:gd name="connsiteY11" fmla="*/ 526473 h 1259106"/>
                <a:gd name="connsiteX12" fmla="*/ 974146 w 1268394"/>
                <a:gd name="connsiteY12" fmla="*/ 526473 h 1259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8394" h="1259106">
                  <a:moveTo>
                    <a:pt x="678111" y="1015037"/>
                  </a:moveTo>
                  <a:cubicBezTo>
                    <a:pt x="836139" y="1015037"/>
                    <a:pt x="951145" y="951997"/>
                    <a:pt x="1020149" y="885549"/>
                  </a:cubicBezTo>
                  <a:lnTo>
                    <a:pt x="1189677" y="1063596"/>
                  </a:lnTo>
                  <a:cubicBezTo>
                    <a:pt x="1077652" y="1175620"/>
                    <a:pt x="922606" y="1259106"/>
                    <a:pt x="681093" y="1259106"/>
                  </a:cubicBezTo>
                  <a:cubicBezTo>
                    <a:pt x="267070" y="1259106"/>
                    <a:pt x="0" y="991610"/>
                    <a:pt x="0" y="629553"/>
                  </a:cubicBezTo>
                  <a:cubicBezTo>
                    <a:pt x="0" y="267496"/>
                    <a:pt x="281553" y="0"/>
                    <a:pt x="643610" y="0"/>
                  </a:cubicBezTo>
                  <a:cubicBezTo>
                    <a:pt x="1054651" y="0"/>
                    <a:pt x="1287219" y="304554"/>
                    <a:pt x="1267199" y="727096"/>
                  </a:cubicBezTo>
                  <a:lnTo>
                    <a:pt x="295609" y="727096"/>
                  </a:lnTo>
                  <a:cubicBezTo>
                    <a:pt x="330111" y="902587"/>
                    <a:pt x="456618" y="1014611"/>
                    <a:pt x="677685" y="1014611"/>
                  </a:cubicBezTo>
                  <a:close/>
                  <a:moveTo>
                    <a:pt x="974146" y="526473"/>
                  </a:moveTo>
                  <a:cubicBezTo>
                    <a:pt x="948163" y="362483"/>
                    <a:pt x="847639" y="241939"/>
                    <a:pt x="646591" y="241939"/>
                  </a:cubicBezTo>
                  <a:cubicBezTo>
                    <a:pt x="459599" y="241939"/>
                    <a:pt x="330537" y="345445"/>
                    <a:pt x="296035" y="526473"/>
                  </a:cubicBezTo>
                  <a:lnTo>
                    <a:pt x="974146" y="526473"/>
                  </a:lnTo>
                  <a:close/>
                </a:path>
              </a:pathLst>
            </a:custGeom>
            <a:grpFill/>
            <a:ln w="0" cap="flat">
              <a:noFill/>
              <a:prstDash val="solid"/>
              <a:miter/>
            </a:ln>
          </p:spPr>
          <p:txBody>
            <a:bodyPr rtlCol="0" anchor="ctr"/>
            <a:lstStyle/>
            <a:p>
              <a:endParaRPr lang="en-US">
                <a:solidFill>
                  <a:srgbClr val="23004B"/>
                </a:solidFill>
              </a:endParaRPr>
            </a:p>
          </p:txBody>
        </p:sp>
        <p:sp>
          <p:nvSpPr>
            <p:cNvPr id="5" name="Freeform: Shape 8">
              <a:extLst>
                <a:ext uri="{FF2B5EF4-FFF2-40B4-BE49-F238E27FC236}">
                  <a16:creationId xmlns:a16="http://schemas.microsoft.com/office/drawing/2014/main" id="{836BBDAB-0E63-6F52-7D8D-83A132D769B5}"/>
                </a:ext>
              </a:extLst>
            </p:cNvPr>
            <p:cNvSpPr/>
            <p:nvPr/>
          </p:nvSpPr>
          <p:spPr>
            <a:xfrm>
              <a:off x="11359466" y="246968"/>
              <a:ext cx="44074" cy="315262"/>
            </a:xfrm>
            <a:custGeom>
              <a:avLst/>
              <a:gdLst>
                <a:gd name="connsiteX0" fmla="*/ 0 w 281126"/>
                <a:gd name="connsiteY0" fmla="*/ 0 h 2010906"/>
                <a:gd name="connsiteX1" fmla="*/ 281127 w 281126"/>
                <a:gd name="connsiteY1" fmla="*/ 0 h 2010906"/>
                <a:gd name="connsiteX2" fmla="*/ 281127 w 281126"/>
                <a:gd name="connsiteY2" fmla="*/ 2010907 h 2010906"/>
                <a:gd name="connsiteX3" fmla="*/ 0 w 281126"/>
                <a:gd name="connsiteY3" fmla="*/ 2010907 h 2010906"/>
                <a:gd name="connsiteX4" fmla="*/ 0 w 281126"/>
                <a:gd name="connsiteY4" fmla="*/ 0 h 2010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126" h="2010906">
                  <a:moveTo>
                    <a:pt x="0" y="0"/>
                  </a:moveTo>
                  <a:lnTo>
                    <a:pt x="281127" y="0"/>
                  </a:lnTo>
                  <a:lnTo>
                    <a:pt x="281127" y="2010907"/>
                  </a:lnTo>
                  <a:lnTo>
                    <a:pt x="0" y="2010907"/>
                  </a:lnTo>
                  <a:lnTo>
                    <a:pt x="0" y="0"/>
                  </a:lnTo>
                  <a:close/>
                </a:path>
              </a:pathLst>
            </a:custGeom>
            <a:grpFill/>
            <a:ln w="0" cap="flat">
              <a:noFill/>
              <a:prstDash val="solid"/>
              <a:miter/>
            </a:ln>
          </p:spPr>
          <p:txBody>
            <a:bodyPr rtlCol="0" anchor="ctr"/>
            <a:lstStyle/>
            <a:p>
              <a:endParaRPr lang="en-US">
                <a:solidFill>
                  <a:srgbClr val="23004B"/>
                </a:solidFill>
              </a:endParaRPr>
            </a:p>
          </p:txBody>
        </p:sp>
        <p:sp>
          <p:nvSpPr>
            <p:cNvPr id="6" name="Freeform: Shape 9">
              <a:extLst>
                <a:ext uri="{FF2B5EF4-FFF2-40B4-BE49-F238E27FC236}">
                  <a16:creationId xmlns:a16="http://schemas.microsoft.com/office/drawing/2014/main" id="{E19F9482-101F-4BF2-C53E-01361313D0AB}"/>
                </a:ext>
              </a:extLst>
            </p:cNvPr>
            <p:cNvSpPr/>
            <p:nvPr/>
          </p:nvSpPr>
          <p:spPr>
            <a:xfrm>
              <a:off x="11434392" y="370442"/>
              <a:ext cx="44541" cy="191588"/>
            </a:xfrm>
            <a:custGeom>
              <a:avLst/>
              <a:gdLst>
                <a:gd name="connsiteX0" fmla="*/ 0 w 284108"/>
                <a:gd name="connsiteY0" fmla="*/ 0 h 1222048"/>
                <a:gd name="connsiteX1" fmla="*/ 284108 w 284108"/>
                <a:gd name="connsiteY1" fmla="*/ 0 h 1222048"/>
                <a:gd name="connsiteX2" fmla="*/ 284108 w 284108"/>
                <a:gd name="connsiteY2" fmla="*/ 1222049 h 1222048"/>
                <a:gd name="connsiteX3" fmla="*/ 0 w 284108"/>
                <a:gd name="connsiteY3" fmla="*/ 1222049 h 1222048"/>
              </a:gdLst>
              <a:ahLst/>
              <a:cxnLst>
                <a:cxn ang="0">
                  <a:pos x="connsiteX0" y="connsiteY0"/>
                </a:cxn>
                <a:cxn ang="0">
                  <a:pos x="connsiteX1" y="connsiteY1"/>
                </a:cxn>
                <a:cxn ang="0">
                  <a:pos x="connsiteX2" y="connsiteY2"/>
                </a:cxn>
                <a:cxn ang="0">
                  <a:pos x="connsiteX3" y="connsiteY3"/>
                </a:cxn>
              </a:cxnLst>
              <a:rect l="l" t="t" r="r" b="b"/>
              <a:pathLst>
                <a:path w="284108" h="1222048">
                  <a:moveTo>
                    <a:pt x="0" y="0"/>
                  </a:moveTo>
                  <a:lnTo>
                    <a:pt x="284108" y="0"/>
                  </a:lnTo>
                  <a:lnTo>
                    <a:pt x="284108" y="1222049"/>
                  </a:lnTo>
                  <a:lnTo>
                    <a:pt x="0" y="1222049"/>
                  </a:lnTo>
                  <a:close/>
                </a:path>
              </a:pathLst>
            </a:custGeom>
            <a:grpFill/>
            <a:ln w="0" cap="flat">
              <a:noFill/>
              <a:prstDash val="solid"/>
              <a:miter/>
            </a:ln>
          </p:spPr>
          <p:txBody>
            <a:bodyPr rtlCol="0" anchor="ctr"/>
            <a:lstStyle/>
            <a:p>
              <a:endParaRPr lang="en-US">
                <a:solidFill>
                  <a:srgbClr val="23004B"/>
                </a:solidFill>
              </a:endParaRPr>
            </a:p>
          </p:txBody>
        </p:sp>
        <p:sp>
          <p:nvSpPr>
            <p:cNvPr id="7" name="Freeform: Shape 10">
              <a:extLst>
                <a:ext uri="{FF2B5EF4-FFF2-40B4-BE49-F238E27FC236}">
                  <a16:creationId xmlns:a16="http://schemas.microsoft.com/office/drawing/2014/main" id="{395C24A1-CCAE-4881-DD36-892A08E7FD67}"/>
                </a:ext>
              </a:extLst>
            </p:cNvPr>
            <p:cNvSpPr/>
            <p:nvPr/>
          </p:nvSpPr>
          <p:spPr>
            <a:xfrm>
              <a:off x="11427581" y="278020"/>
              <a:ext cx="58498" cy="58097"/>
            </a:xfrm>
            <a:custGeom>
              <a:avLst/>
              <a:gdLst>
                <a:gd name="connsiteX0" fmla="*/ 0 w 373131"/>
                <a:gd name="connsiteY0" fmla="*/ 184010 h 370575"/>
                <a:gd name="connsiteX1" fmla="*/ 186566 w 373131"/>
                <a:gd name="connsiteY1" fmla="*/ 0 h 370575"/>
                <a:gd name="connsiteX2" fmla="*/ 373132 w 373131"/>
                <a:gd name="connsiteY2" fmla="*/ 184010 h 370575"/>
                <a:gd name="connsiteX3" fmla="*/ 186566 w 373131"/>
                <a:gd name="connsiteY3" fmla="*/ 370576 h 370575"/>
                <a:gd name="connsiteX4" fmla="*/ 0 w 373131"/>
                <a:gd name="connsiteY4" fmla="*/ 184010 h 370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3131" h="370575">
                  <a:moveTo>
                    <a:pt x="0" y="184010"/>
                  </a:moveTo>
                  <a:cubicBezTo>
                    <a:pt x="0" y="78375"/>
                    <a:pt x="86468" y="0"/>
                    <a:pt x="186566" y="0"/>
                  </a:cubicBezTo>
                  <a:cubicBezTo>
                    <a:pt x="286664" y="0"/>
                    <a:pt x="373132" y="77949"/>
                    <a:pt x="373132" y="184010"/>
                  </a:cubicBezTo>
                  <a:cubicBezTo>
                    <a:pt x="373132" y="295609"/>
                    <a:pt x="286664" y="370576"/>
                    <a:pt x="186566" y="370576"/>
                  </a:cubicBezTo>
                  <a:cubicBezTo>
                    <a:pt x="86468" y="370576"/>
                    <a:pt x="0" y="295183"/>
                    <a:pt x="0" y="184010"/>
                  </a:cubicBezTo>
                  <a:close/>
                </a:path>
              </a:pathLst>
            </a:custGeom>
            <a:grpFill/>
            <a:ln w="0" cap="flat">
              <a:noFill/>
              <a:prstDash val="solid"/>
              <a:miter/>
            </a:ln>
          </p:spPr>
          <p:txBody>
            <a:bodyPr rtlCol="0" anchor="ctr"/>
            <a:lstStyle/>
            <a:p>
              <a:endParaRPr lang="en-US">
                <a:solidFill>
                  <a:srgbClr val="23004B"/>
                </a:solidFill>
              </a:endParaRPr>
            </a:p>
          </p:txBody>
        </p:sp>
        <p:sp>
          <p:nvSpPr>
            <p:cNvPr id="8" name="Freeform: Shape 11">
              <a:extLst>
                <a:ext uri="{FF2B5EF4-FFF2-40B4-BE49-F238E27FC236}">
                  <a16:creationId xmlns:a16="http://schemas.microsoft.com/office/drawing/2014/main" id="{D42C3872-A906-C289-5D9B-5B2D2F2D33EA}"/>
                </a:ext>
              </a:extLst>
            </p:cNvPr>
            <p:cNvSpPr/>
            <p:nvPr/>
          </p:nvSpPr>
          <p:spPr>
            <a:xfrm>
              <a:off x="10971482" y="370308"/>
              <a:ext cx="163074" cy="40468"/>
            </a:xfrm>
            <a:custGeom>
              <a:avLst/>
              <a:gdLst>
                <a:gd name="connsiteX0" fmla="*/ 871918 w 1040168"/>
                <a:gd name="connsiteY0" fmla="*/ 257273 h 258125"/>
                <a:gd name="connsiteX1" fmla="*/ 1040168 w 1040168"/>
                <a:gd name="connsiteY1" fmla="*/ 0 h 258125"/>
                <a:gd name="connsiteX2" fmla="*/ 0 w 1040168"/>
                <a:gd name="connsiteY2" fmla="*/ 0 h 258125"/>
                <a:gd name="connsiteX3" fmla="*/ 0 w 1040168"/>
                <a:gd name="connsiteY3" fmla="*/ 258125 h 258125"/>
                <a:gd name="connsiteX4" fmla="*/ 871918 w 1040168"/>
                <a:gd name="connsiteY4" fmla="*/ 257273 h 258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168" h="258125">
                  <a:moveTo>
                    <a:pt x="871918" y="257273"/>
                  </a:moveTo>
                  <a:lnTo>
                    <a:pt x="1040168" y="0"/>
                  </a:lnTo>
                  <a:lnTo>
                    <a:pt x="0" y="0"/>
                  </a:lnTo>
                  <a:lnTo>
                    <a:pt x="0" y="258125"/>
                  </a:lnTo>
                  <a:lnTo>
                    <a:pt x="871918" y="257273"/>
                  </a:lnTo>
                  <a:close/>
                </a:path>
              </a:pathLst>
            </a:custGeom>
            <a:grpFill/>
            <a:ln w="0" cap="flat">
              <a:noFill/>
              <a:prstDash val="solid"/>
              <a:miter/>
            </a:ln>
          </p:spPr>
          <p:txBody>
            <a:bodyPr rtlCol="0" anchor="ctr"/>
            <a:lstStyle/>
            <a:p>
              <a:endParaRPr lang="en-US">
                <a:solidFill>
                  <a:srgbClr val="23004B"/>
                </a:solidFill>
              </a:endParaRPr>
            </a:p>
          </p:txBody>
        </p:sp>
        <p:sp>
          <p:nvSpPr>
            <p:cNvPr id="9" name="Freeform: Shape 12">
              <a:extLst>
                <a:ext uri="{FF2B5EF4-FFF2-40B4-BE49-F238E27FC236}">
                  <a16:creationId xmlns:a16="http://schemas.microsoft.com/office/drawing/2014/main" id="{B274B313-8087-9755-742C-249CD2E313C5}"/>
                </a:ext>
              </a:extLst>
            </p:cNvPr>
            <p:cNvSpPr/>
            <p:nvPr/>
          </p:nvSpPr>
          <p:spPr>
            <a:xfrm>
              <a:off x="10956590" y="522096"/>
              <a:ext cx="163608" cy="40468"/>
            </a:xfrm>
            <a:custGeom>
              <a:avLst/>
              <a:gdLst>
                <a:gd name="connsiteX0" fmla="*/ 0 w 1043575"/>
                <a:gd name="connsiteY0" fmla="*/ 257699 h 258125"/>
                <a:gd name="connsiteX1" fmla="*/ 1043576 w 1043575"/>
                <a:gd name="connsiteY1" fmla="*/ 258125 h 258125"/>
                <a:gd name="connsiteX2" fmla="*/ 1043576 w 1043575"/>
                <a:gd name="connsiteY2" fmla="*/ 0 h 258125"/>
                <a:gd name="connsiteX3" fmla="*/ 168676 w 1043575"/>
                <a:gd name="connsiteY3" fmla="*/ 0 h 258125"/>
                <a:gd name="connsiteX4" fmla="*/ 0 w 1043575"/>
                <a:gd name="connsiteY4" fmla="*/ 257699 h 258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3575" h="258125">
                  <a:moveTo>
                    <a:pt x="0" y="257699"/>
                  </a:moveTo>
                  <a:lnTo>
                    <a:pt x="1043576" y="258125"/>
                  </a:lnTo>
                  <a:lnTo>
                    <a:pt x="1043576" y="0"/>
                  </a:lnTo>
                  <a:lnTo>
                    <a:pt x="168676" y="0"/>
                  </a:lnTo>
                  <a:lnTo>
                    <a:pt x="0" y="257699"/>
                  </a:lnTo>
                  <a:close/>
                </a:path>
              </a:pathLst>
            </a:custGeom>
            <a:grpFill/>
            <a:ln w="0" cap="flat">
              <a:noFill/>
              <a:prstDash val="solid"/>
              <a:miter/>
            </a:ln>
          </p:spPr>
          <p:txBody>
            <a:bodyPr rtlCol="0" anchor="ctr"/>
            <a:lstStyle/>
            <a:p>
              <a:endParaRPr lang="en-US">
                <a:solidFill>
                  <a:srgbClr val="23004B"/>
                </a:solidFill>
              </a:endParaRPr>
            </a:p>
          </p:txBody>
        </p:sp>
        <p:sp>
          <p:nvSpPr>
            <p:cNvPr id="10" name="Freeform: Shape 13">
              <a:extLst>
                <a:ext uri="{FF2B5EF4-FFF2-40B4-BE49-F238E27FC236}">
                  <a16:creationId xmlns:a16="http://schemas.microsoft.com/office/drawing/2014/main" id="{106ABE7B-5270-D33F-3F62-A5547AF675F1}"/>
                </a:ext>
              </a:extLst>
            </p:cNvPr>
            <p:cNvSpPr/>
            <p:nvPr/>
          </p:nvSpPr>
          <p:spPr>
            <a:xfrm>
              <a:off x="10991716" y="424065"/>
              <a:ext cx="107714" cy="84408"/>
            </a:xfrm>
            <a:custGeom>
              <a:avLst/>
              <a:gdLst>
                <a:gd name="connsiteX0" fmla="*/ 0 w 687056"/>
                <a:gd name="connsiteY0" fmla="*/ 538400 h 538399"/>
                <a:gd name="connsiteX1" fmla="*/ 334370 w 687056"/>
                <a:gd name="connsiteY1" fmla="*/ 538400 h 538399"/>
                <a:gd name="connsiteX2" fmla="*/ 687056 w 687056"/>
                <a:gd name="connsiteY2" fmla="*/ 0 h 538399"/>
                <a:gd name="connsiteX3" fmla="*/ 353112 w 687056"/>
                <a:gd name="connsiteY3" fmla="*/ 426 h 538399"/>
                <a:gd name="connsiteX4" fmla="*/ 0 w 687056"/>
                <a:gd name="connsiteY4" fmla="*/ 538400 h 5383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7056" h="538399">
                  <a:moveTo>
                    <a:pt x="0" y="538400"/>
                  </a:moveTo>
                  <a:lnTo>
                    <a:pt x="334370" y="538400"/>
                  </a:lnTo>
                  <a:lnTo>
                    <a:pt x="687056" y="0"/>
                  </a:lnTo>
                  <a:lnTo>
                    <a:pt x="353112" y="426"/>
                  </a:lnTo>
                  <a:lnTo>
                    <a:pt x="0" y="538400"/>
                  </a:lnTo>
                  <a:close/>
                </a:path>
              </a:pathLst>
            </a:custGeom>
            <a:grpFill/>
            <a:ln w="0" cap="flat">
              <a:noFill/>
              <a:prstDash val="solid"/>
              <a:miter/>
            </a:ln>
          </p:spPr>
          <p:txBody>
            <a:bodyPr rtlCol="0" anchor="ctr"/>
            <a:lstStyle/>
            <a:p>
              <a:endParaRPr lang="en-US">
                <a:solidFill>
                  <a:srgbClr val="23004B"/>
                </a:solidFill>
              </a:endParaRPr>
            </a:p>
          </p:txBody>
        </p:sp>
        <p:sp>
          <p:nvSpPr>
            <p:cNvPr id="11" name="Freeform: Shape 14">
              <a:extLst>
                <a:ext uri="{FF2B5EF4-FFF2-40B4-BE49-F238E27FC236}">
                  <a16:creationId xmlns:a16="http://schemas.microsoft.com/office/drawing/2014/main" id="{30F6C225-B693-3E7A-C017-86642175C568}"/>
                </a:ext>
              </a:extLst>
            </p:cNvPr>
            <p:cNvSpPr/>
            <p:nvPr/>
          </p:nvSpPr>
          <p:spPr>
            <a:xfrm>
              <a:off x="11660372" y="536254"/>
              <a:ext cx="29115" cy="29115"/>
            </a:xfrm>
            <a:custGeom>
              <a:avLst/>
              <a:gdLst>
                <a:gd name="connsiteX0" fmla="*/ 100524 w 185713"/>
                <a:gd name="connsiteY0" fmla="*/ 52392 h 185713"/>
                <a:gd name="connsiteX1" fmla="*/ 119692 w 185713"/>
                <a:gd name="connsiteY1" fmla="*/ 71985 h 185713"/>
                <a:gd name="connsiteX2" fmla="*/ 100524 w 185713"/>
                <a:gd name="connsiteY2" fmla="*/ 90727 h 185713"/>
                <a:gd name="connsiteX3" fmla="*/ 71133 w 185713"/>
                <a:gd name="connsiteY3" fmla="*/ 90727 h 185713"/>
                <a:gd name="connsiteX4" fmla="*/ 71133 w 185713"/>
                <a:gd name="connsiteY4" fmla="*/ 51966 h 185713"/>
                <a:gd name="connsiteX5" fmla="*/ 100524 w 185713"/>
                <a:gd name="connsiteY5" fmla="*/ 51966 h 185713"/>
                <a:gd name="connsiteX6" fmla="*/ 117988 w 185713"/>
                <a:gd name="connsiteY6" fmla="*/ 146101 h 185713"/>
                <a:gd name="connsiteX7" fmla="*/ 135452 w 185713"/>
                <a:gd name="connsiteY7" fmla="*/ 146101 h 185713"/>
                <a:gd name="connsiteX8" fmla="*/ 106913 w 185713"/>
                <a:gd name="connsiteY8" fmla="*/ 103506 h 185713"/>
                <a:gd name="connsiteX9" fmla="*/ 134174 w 185713"/>
                <a:gd name="connsiteY9" fmla="*/ 71985 h 185713"/>
                <a:gd name="connsiteX10" fmla="*/ 100524 w 185713"/>
                <a:gd name="connsiteY10" fmla="*/ 39613 h 185713"/>
                <a:gd name="connsiteX11" fmla="*/ 57077 w 185713"/>
                <a:gd name="connsiteY11" fmla="*/ 39613 h 185713"/>
                <a:gd name="connsiteX12" fmla="*/ 57077 w 185713"/>
                <a:gd name="connsiteY12" fmla="*/ 146101 h 185713"/>
                <a:gd name="connsiteX13" fmla="*/ 71133 w 185713"/>
                <a:gd name="connsiteY13" fmla="*/ 146101 h 185713"/>
                <a:gd name="connsiteX14" fmla="*/ 71133 w 185713"/>
                <a:gd name="connsiteY14" fmla="*/ 103932 h 185713"/>
                <a:gd name="connsiteX15" fmla="*/ 90301 w 185713"/>
                <a:gd name="connsiteY15" fmla="*/ 103932 h 185713"/>
                <a:gd name="connsiteX16" fmla="*/ 117988 w 185713"/>
                <a:gd name="connsiteY16" fmla="*/ 146101 h 185713"/>
                <a:gd name="connsiteX17" fmla="*/ 92857 w 185713"/>
                <a:gd name="connsiteY17" fmla="*/ 12778 h 185713"/>
                <a:gd name="connsiteX18" fmla="*/ 172510 w 185713"/>
                <a:gd name="connsiteY18" fmla="*/ 92431 h 185713"/>
                <a:gd name="connsiteX19" fmla="*/ 92857 w 185713"/>
                <a:gd name="connsiteY19" fmla="*/ 172509 h 185713"/>
                <a:gd name="connsiteX20" fmla="*/ 12779 w 185713"/>
                <a:gd name="connsiteY20" fmla="*/ 92431 h 185713"/>
                <a:gd name="connsiteX21" fmla="*/ 92857 w 185713"/>
                <a:gd name="connsiteY21" fmla="*/ 12778 h 185713"/>
                <a:gd name="connsiteX22" fmla="*/ 92857 w 185713"/>
                <a:gd name="connsiteY22" fmla="*/ 185714 h 185713"/>
                <a:gd name="connsiteX23" fmla="*/ 185714 w 185713"/>
                <a:gd name="connsiteY23" fmla="*/ 92857 h 185713"/>
                <a:gd name="connsiteX24" fmla="*/ 92857 w 185713"/>
                <a:gd name="connsiteY24" fmla="*/ 0 h 185713"/>
                <a:gd name="connsiteX25" fmla="*/ 0 w 185713"/>
                <a:gd name="connsiteY25" fmla="*/ 92857 h 185713"/>
                <a:gd name="connsiteX26" fmla="*/ 92857 w 185713"/>
                <a:gd name="connsiteY26" fmla="*/ 185714 h 185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85713" h="185713">
                  <a:moveTo>
                    <a:pt x="100524" y="52392"/>
                  </a:moveTo>
                  <a:cubicBezTo>
                    <a:pt x="110747" y="52392"/>
                    <a:pt x="119692" y="60485"/>
                    <a:pt x="119692" y="71985"/>
                  </a:cubicBezTo>
                  <a:cubicBezTo>
                    <a:pt x="119692" y="83060"/>
                    <a:pt x="110321" y="90727"/>
                    <a:pt x="100524" y="90727"/>
                  </a:cubicBezTo>
                  <a:lnTo>
                    <a:pt x="71133" y="90727"/>
                  </a:lnTo>
                  <a:lnTo>
                    <a:pt x="71133" y="51966"/>
                  </a:lnTo>
                  <a:lnTo>
                    <a:pt x="100524" y="51966"/>
                  </a:lnTo>
                  <a:close/>
                  <a:moveTo>
                    <a:pt x="117988" y="146101"/>
                  </a:moveTo>
                  <a:lnTo>
                    <a:pt x="135452" y="146101"/>
                  </a:lnTo>
                  <a:lnTo>
                    <a:pt x="106913" y="103506"/>
                  </a:lnTo>
                  <a:cubicBezTo>
                    <a:pt x="112877" y="103506"/>
                    <a:pt x="134174" y="95413"/>
                    <a:pt x="134174" y="71985"/>
                  </a:cubicBezTo>
                  <a:cubicBezTo>
                    <a:pt x="134174" y="52392"/>
                    <a:pt x="118840" y="39613"/>
                    <a:pt x="100524" y="39613"/>
                  </a:cubicBezTo>
                  <a:lnTo>
                    <a:pt x="57077" y="39613"/>
                  </a:lnTo>
                  <a:lnTo>
                    <a:pt x="57077" y="146101"/>
                  </a:lnTo>
                  <a:lnTo>
                    <a:pt x="71133" y="146101"/>
                  </a:lnTo>
                  <a:lnTo>
                    <a:pt x="71133" y="103932"/>
                  </a:lnTo>
                  <a:lnTo>
                    <a:pt x="90301" y="103932"/>
                  </a:lnTo>
                  <a:lnTo>
                    <a:pt x="117988" y="146101"/>
                  </a:lnTo>
                  <a:close/>
                  <a:moveTo>
                    <a:pt x="92857" y="12778"/>
                  </a:moveTo>
                  <a:cubicBezTo>
                    <a:pt x="137156" y="12778"/>
                    <a:pt x="172510" y="47706"/>
                    <a:pt x="172510" y="92431"/>
                  </a:cubicBezTo>
                  <a:cubicBezTo>
                    <a:pt x="172510" y="137156"/>
                    <a:pt x="137156" y="172509"/>
                    <a:pt x="92857" y="172509"/>
                  </a:cubicBezTo>
                  <a:cubicBezTo>
                    <a:pt x="48558" y="172509"/>
                    <a:pt x="12779" y="136304"/>
                    <a:pt x="12779" y="92431"/>
                  </a:cubicBezTo>
                  <a:cubicBezTo>
                    <a:pt x="12779" y="48558"/>
                    <a:pt x="48558" y="12778"/>
                    <a:pt x="92857" y="12778"/>
                  </a:cubicBezTo>
                  <a:moveTo>
                    <a:pt x="92857" y="185714"/>
                  </a:moveTo>
                  <a:cubicBezTo>
                    <a:pt x="144397" y="185714"/>
                    <a:pt x="185714" y="143971"/>
                    <a:pt x="185714" y="92857"/>
                  </a:cubicBezTo>
                  <a:cubicBezTo>
                    <a:pt x="185714" y="41743"/>
                    <a:pt x="144397" y="0"/>
                    <a:pt x="92857" y="0"/>
                  </a:cubicBezTo>
                  <a:cubicBezTo>
                    <a:pt x="41317" y="0"/>
                    <a:pt x="0" y="41317"/>
                    <a:pt x="0" y="92857"/>
                  </a:cubicBezTo>
                  <a:cubicBezTo>
                    <a:pt x="0" y="144397"/>
                    <a:pt x="41743" y="185714"/>
                    <a:pt x="92857" y="185714"/>
                  </a:cubicBezTo>
                </a:path>
              </a:pathLst>
            </a:custGeom>
            <a:grpFill/>
            <a:ln w="0" cap="flat">
              <a:noFill/>
              <a:prstDash val="solid"/>
              <a:miter/>
            </a:ln>
          </p:spPr>
          <p:txBody>
            <a:bodyPr rtlCol="0" anchor="ctr"/>
            <a:lstStyle/>
            <a:p>
              <a:endParaRPr lang="en-US">
                <a:solidFill>
                  <a:srgbClr val="23004B"/>
                </a:solidFill>
              </a:endParaRPr>
            </a:p>
          </p:txBody>
        </p:sp>
      </p:grpSp>
    </p:spTree>
    <p:extLst>
      <p:ext uri="{BB962C8B-B14F-4D97-AF65-F5344CB8AC3E}">
        <p14:creationId xmlns:p14="http://schemas.microsoft.com/office/powerpoint/2010/main" val="363666030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Closing Light">
    <p:bg>
      <p:bgPr>
        <a:solidFill>
          <a:schemeClr val="bg1"/>
        </a:solidFill>
        <a:effectLst/>
      </p:bgPr>
    </p:bg>
    <p:spTree>
      <p:nvGrpSpPr>
        <p:cNvPr id="1" name=""/>
        <p:cNvGrpSpPr/>
        <p:nvPr/>
      </p:nvGrpSpPr>
      <p:grpSpPr>
        <a:xfrm>
          <a:off x="0" y="0"/>
          <a:ext cx="0" cy="0"/>
          <a:chOff x="0" y="0"/>
          <a:chExt cx="0" cy="0"/>
        </a:xfrm>
      </p:grpSpPr>
      <p:sp>
        <p:nvSpPr>
          <p:cNvPr id="9" name="Text Placeholder 1">
            <a:extLst>
              <a:ext uri="{FF2B5EF4-FFF2-40B4-BE49-F238E27FC236}">
                <a16:creationId xmlns:a16="http://schemas.microsoft.com/office/drawing/2014/main" id="{46F53CAD-5BC8-02CC-E2E0-0E2AC18EC966}"/>
              </a:ext>
            </a:extLst>
          </p:cNvPr>
          <p:cNvSpPr>
            <a:spLocks noGrp="1"/>
          </p:cNvSpPr>
          <p:nvPr>
            <p:ph type="body" sz="half" idx="12"/>
          </p:nvPr>
        </p:nvSpPr>
        <p:spPr>
          <a:xfrm>
            <a:off x="457200" y="1737360"/>
            <a:ext cx="4719032" cy="457200"/>
          </a:xfrm>
          <a:prstGeom prst="rect">
            <a:avLst/>
          </a:prstGeom>
        </p:spPr>
        <p:txBody>
          <a:bodyPr/>
          <a:lstStyle>
            <a:lvl1pPr marL="0" indent="0">
              <a:buNone/>
              <a:defRPr sz="1600">
                <a:solidFill>
                  <a:schemeClr val="tx1"/>
                </a:solidFill>
              </a:defRPr>
            </a:lvl1pPr>
          </a:lstStyle>
          <a:p>
            <a:pPr lvl="0"/>
            <a:r>
              <a:rPr lang="en-US"/>
              <a:t>Click to edit Master text styles</a:t>
            </a:r>
          </a:p>
        </p:txBody>
      </p:sp>
      <p:sp>
        <p:nvSpPr>
          <p:cNvPr id="10" name="Text Placeholder 3">
            <a:extLst>
              <a:ext uri="{FF2B5EF4-FFF2-40B4-BE49-F238E27FC236}">
                <a16:creationId xmlns:a16="http://schemas.microsoft.com/office/drawing/2014/main" id="{90752EA0-C6C2-2310-223C-1E0E5D1729E5}"/>
              </a:ext>
            </a:extLst>
          </p:cNvPr>
          <p:cNvSpPr>
            <a:spLocks noGrp="1"/>
          </p:cNvSpPr>
          <p:nvPr>
            <p:ph type="body" sz="half" idx="13"/>
          </p:nvPr>
        </p:nvSpPr>
        <p:spPr>
          <a:xfrm>
            <a:off x="457200" y="2286000"/>
            <a:ext cx="4719032" cy="457200"/>
          </a:xfrm>
          <a:prstGeom prst="rect">
            <a:avLst/>
          </a:prstGeom>
        </p:spPr>
        <p:txBody>
          <a:bodyPr/>
          <a:lstStyle>
            <a:lvl1pPr marL="0" indent="0">
              <a:buNone/>
              <a:defRPr sz="1600">
                <a:solidFill>
                  <a:schemeClr val="tx1"/>
                </a:solidFill>
              </a:defRPr>
            </a:lvl1pPr>
          </a:lstStyle>
          <a:p>
            <a:pPr lvl="0"/>
            <a:r>
              <a:rPr lang="en-US"/>
              <a:t>Click to edit Master text styles</a:t>
            </a:r>
          </a:p>
        </p:txBody>
      </p:sp>
      <p:sp>
        <p:nvSpPr>
          <p:cNvPr id="11" name="Text Placeholder 9">
            <a:extLst>
              <a:ext uri="{FF2B5EF4-FFF2-40B4-BE49-F238E27FC236}">
                <a16:creationId xmlns:a16="http://schemas.microsoft.com/office/drawing/2014/main" id="{63974066-CC65-2B01-6B17-747B19D57B2F}"/>
              </a:ext>
            </a:extLst>
          </p:cNvPr>
          <p:cNvSpPr>
            <a:spLocks noGrp="1"/>
          </p:cNvSpPr>
          <p:nvPr>
            <p:ph type="body" sz="half" idx="2"/>
          </p:nvPr>
        </p:nvSpPr>
        <p:spPr>
          <a:xfrm>
            <a:off x="457200" y="1188720"/>
            <a:ext cx="4719032" cy="457200"/>
          </a:xfrm>
          <a:prstGeom prst="rect">
            <a:avLst/>
          </a:prstGeom>
        </p:spPr>
        <p:txBody>
          <a:bodyPr/>
          <a:lstStyle>
            <a:lvl1pPr marL="0" indent="0">
              <a:buNone/>
              <a:defRPr sz="1600">
                <a:solidFill>
                  <a:schemeClr val="tx1"/>
                </a:solidFill>
              </a:defRPr>
            </a:lvl1pPr>
          </a:lstStyle>
          <a:p>
            <a:pPr lvl="0"/>
            <a:r>
              <a:rPr lang="en-US"/>
              <a:t>Click to edit Master text styles</a:t>
            </a:r>
          </a:p>
        </p:txBody>
      </p:sp>
      <p:grpSp>
        <p:nvGrpSpPr>
          <p:cNvPr id="12" name="Group 11">
            <a:extLst>
              <a:ext uri="{FF2B5EF4-FFF2-40B4-BE49-F238E27FC236}">
                <a16:creationId xmlns:a16="http://schemas.microsoft.com/office/drawing/2014/main" id="{53037727-A90C-43DD-D08F-CC121029CC34}"/>
              </a:ext>
            </a:extLst>
          </p:cNvPr>
          <p:cNvGrpSpPr/>
          <p:nvPr/>
        </p:nvGrpSpPr>
        <p:grpSpPr>
          <a:xfrm>
            <a:off x="6317673" y="589019"/>
            <a:ext cx="5270133" cy="5691984"/>
            <a:chOff x="846376" y="944995"/>
            <a:chExt cx="3418712" cy="3692365"/>
          </a:xfrm>
          <a:solidFill>
            <a:schemeClr val="accent3"/>
          </a:solidFill>
        </p:grpSpPr>
        <p:sp>
          <p:nvSpPr>
            <p:cNvPr id="13" name="Freeform: Shape 11">
              <a:extLst>
                <a:ext uri="{FF2B5EF4-FFF2-40B4-BE49-F238E27FC236}">
                  <a16:creationId xmlns:a16="http://schemas.microsoft.com/office/drawing/2014/main" id="{EF28E3E8-5478-037C-3370-83BF554060D9}"/>
                </a:ext>
              </a:extLst>
            </p:cNvPr>
            <p:cNvSpPr/>
            <p:nvPr/>
          </p:nvSpPr>
          <p:spPr>
            <a:xfrm>
              <a:off x="1132697" y="944995"/>
              <a:ext cx="3132391" cy="777716"/>
            </a:xfrm>
            <a:custGeom>
              <a:avLst/>
              <a:gdLst>
                <a:gd name="connsiteX0" fmla="*/ 2625566 w 3132391"/>
                <a:gd name="connsiteY0" fmla="*/ 774954 h 777716"/>
                <a:gd name="connsiteX1" fmla="*/ 3132392 w 3132391"/>
                <a:gd name="connsiteY1" fmla="*/ 0 h 777716"/>
                <a:gd name="connsiteX2" fmla="*/ 0 w 3132391"/>
                <a:gd name="connsiteY2" fmla="*/ 286 h 777716"/>
                <a:gd name="connsiteX3" fmla="*/ 0 w 3132391"/>
                <a:gd name="connsiteY3" fmla="*/ 777716 h 777716"/>
                <a:gd name="connsiteX4" fmla="*/ 2625566 w 3132391"/>
                <a:gd name="connsiteY4" fmla="*/ 774954 h 7777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2391" h="777716">
                  <a:moveTo>
                    <a:pt x="2625566" y="774954"/>
                  </a:moveTo>
                  <a:lnTo>
                    <a:pt x="3132392" y="0"/>
                  </a:lnTo>
                  <a:lnTo>
                    <a:pt x="0" y="286"/>
                  </a:lnTo>
                  <a:lnTo>
                    <a:pt x="0" y="777716"/>
                  </a:lnTo>
                  <a:lnTo>
                    <a:pt x="2625566" y="774954"/>
                  </a:lnTo>
                  <a:close/>
                </a:path>
              </a:pathLst>
            </a:custGeom>
            <a:grpFill/>
            <a:ln w="0" cap="flat">
              <a:noFill/>
              <a:prstDash val="solid"/>
              <a:miter/>
            </a:ln>
          </p:spPr>
          <p:txBody>
            <a:bodyPr rtlCol="0" anchor="ctr"/>
            <a:lstStyle/>
            <a:p>
              <a:endParaRPr lang="en-US">
                <a:solidFill>
                  <a:schemeClr val="accent3">
                    <a:lumMod val="90000"/>
                  </a:schemeClr>
                </a:solidFill>
              </a:endParaRPr>
            </a:p>
          </p:txBody>
        </p:sp>
        <p:sp>
          <p:nvSpPr>
            <p:cNvPr id="14" name="Freeform: Shape 12">
              <a:extLst>
                <a:ext uri="{FF2B5EF4-FFF2-40B4-BE49-F238E27FC236}">
                  <a16:creationId xmlns:a16="http://schemas.microsoft.com/office/drawing/2014/main" id="{9C76DE02-9729-C7D0-E8ED-5438F10E2F3E}"/>
                </a:ext>
              </a:extLst>
            </p:cNvPr>
            <p:cNvSpPr/>
            <p:nvPr/>
          </p:nvSpPr>
          <p:spPr>
            <a:xfrm>
              <a:off x="846376" y="3859930"/>
              <a:ext cx="3142011" cy="777430"/>
            </a:xfrm>
            <a:custGeom>
              <a:avLst/>
              <a:gdLst>
                <a:gd name="connsiteX0" fmla="*/ 0 w 3142011"/>
                <a:gd name="connsiteY0" fmla="*/ 776859 h 777430"/>
                <a:gd name="connsiteX1" fmla="*/ 3142012 w 3142011"/>
                <a:gd name="connsiteY1" fmla="*/ 777430 h 777430"/>
                <a:gd name="connsiteX2" fmla="*/ 3142012 w 3142011"/>
                <a:gd name="connsiteY2" fmla="*/ 0 h 777430"/>
                <a:gd name="connsiteX3" fmla="*/ 507397 w 3142011"/>
                <a:gd name="connsiteY3" fmla="*/ 286 h 777430"/>
                <a:gd name="connsiteX4" fmla="*/ 0 w 3142011"/>
                <a:gd name="connsiteY4" fmla="*/ 776859 h 777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2011" h="777430">
                  <a:moveTo>
                    <a:pt x="0" y="776859"/>
                  </a:moveTo>
                  <a:lnTo>
                    <a:pt x="3142012" y="777430"/>
                  </a:lnTo>
                  <a:lnTo>
                    <a:pt x="3142012" y="0"/>
                  </a:lnTo>
                  <a:lnTo>
                    <a:pt x="507397" y="286"/>
                  </a:lnTo>
                  <a:lnTo>
                    <a:pt x="0" y="776859"/>
                  </a:lnTo>
                  <a:close/>
                </a:path>
              </a:pathLst>
            </a:custGeom>
            <a:grpFill/>
            <a:ln w="0" cap="flat">
              <a:noFill/>
              <a:prstDash val="solid"/>
              <a:miter/>
            </a:ln>
          </p:spPr>
          <p:txBody>
            <a:bodyPr rtlCol="0" anchor="ctr"/>
            <a:lstStyle/>
            <a:p>
              <a:endParaRPr lang="en-US">
                <a:solidFill>
                  <a:schemeClr val="accent3">
                    <a:lumMod val="90000"/>
                  </a:schemeClr>
                </a:solidFill>
              </a:endParaRPr>
            </a:p>
          </p:txBody>
        </p:sp>
        <p:sp>
          <p:nvSpPr>
            <p:cNvPr id="15" name="Freeform: Shape 13">
              <a:extLst>
                <a:ext uri="{FF2B5EF4-FFF2-40B4-BE49-F238E27FC236}">
                  <a16:creationId xmlns:a16="http://schemas.microsoft.com/office/drawing/2014/main" id="{9BAEA6B0-0D48-160A-8421-42E49990730C}"/>
                </a:ext>
              </a:extLst>
            </p:cNvPr>
            <p:cNvSpPr/>
            <p:nvPr/>
          </p:nvSpPr>
          <p:spPr>
            <a:xfrm>
              <a:off x="1520746" y="1977124"/>
              <a:ext cx="2069115" cy="1622107"/>
            </a:xfrm>
            <a:custGeom>
              <a:avLst/>
              <a:gdLst>
                <a:gd name="connsiteX0" fmla="*/ 0 w 2069115"/>
                <a:gd name="connsiteY0" fmla="*/ 1622108 h 1622107"/>
                <a:gd name="connsiteX1" fmla="*/ 1007840 w 2069115"/>
                <a:gd name="connsiteY1" fmla="*/ 1621060 h 1622107"/>
                <a:gd name="connsiteX2" fmla="*/ 2069116 w 2069115"/>
                <a:gd name="connsiteY2" fmla="*/ 0 h 1622107"/>
                <a:gd name="connsiteX3" fmla="*/ 1063752 w 2069115"/>
                <a:gd name="connsiteY3" fmla="*/ 1143 h 1622107"/>
                <a:gd name="connsiteX4" fmla="*/ 0 w 2069115"/>
                <a:gd name="connsiteY4" fmla="*/ 1622108 h 1622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9115" h="1622107">
                  <a:moveTo>
                    <a:pt x="0" y="1622108"/>
                  </a:moveTo>
                  <a:lnTo>
                    <a:pt x="1007840" y="1621060"/>
                  </a:lnTo>
                  <a:lnTo>
                    <a:pt x="2069116" y="0"/>
                  </a:lnTo>
                  <a:lnTo>
                    <a:pt x="1063752" y="1143"/>
                  </a:lnTo>
                  <a:lnTo>
                    <a:pt x="0" y="1622108"/>
                  </a:lnTo>
                  <a:close/>
                </a:path>
              </a:pathLst>
            </a:custGeom>
            <a:grpFill/>
            <a:ln w="0" cap="flat">
              <a:noFill/>
              <a:prstDash val="solid"/>
              <a:miter/>
            </a:ln>
          </p:spPr>
          <p:txBody>
            <a:bodyPr rtlCol="0" anchor="ctr"/>
            <a:lstStyle/>
            <a:p>
              <a:endParaRPr lang="en-US">
                <a:solidFill>
                  <a:schemeClr val="accent3">
                    <a:lumMod val="90000"/>
                  </a:schemeClr>
                </a:solidFill>
              </a:endParaRPr>
            </a:p>
          </p:txBody>
        </p:sp>
      </p:grpSp>
      <p:sp>
        <p:nvSpPr>
          <p:cNvPr id="16" name="TextBox 15">
            <a:extLst>
              <a:ext uri="{FF2B5EF4-FFF2-40B4-BE49-F238E27FC236}">
                <a16:creationId xmlns:a16="http://schemas.microsoft.com/office/drawing/2014/main" id="{B27A29DB-E54F-B4EC-EB40-D92892C5AF9B}"/>
              </a:ext>
            </a:extLst>
          </p:cNvPr>
          <p:cNvSpPr txBox="1"/>
          <p:nvPr/>
        </p:nvSpPr>
        <p:spPr>
          <a:xfrm>
            <a:off x="457200" y="529390"/>
            <a:ext cx="1452130" cy="400110"/>
          </a:xfrm>
          <a:prstGeom prst="rect">
            <a:avLst/>
          </a:prstGeom>
          <a:noFill/>
        </p:spPr>
        <p:txBody>
          <a:bodyPr wrap="square" lIns="0" rIns="0" rtlCol="0">
            <a:spAutoFit/>
          </a:bodyPr>
          <a:lstStyle/>
          <a:p>
            <a:r>
              <a:rPr lang="en-US" sz="2000" b="0" i="0">
                <a:solidFill>
                  <a:schemeClr val="accent4"/>
                </a:solidFill>
                <a:latin typeface="+mj-lt"/>
              </a:rPr>
              <a:t>Contact</a:t>
            </a:r>
          </a:p>
        </p:txBody>
      </p:sp>
      <p:sp>
        <p:nvSpPr>
          <p:cNvPr id="17" name="TextBox 16">
            <a:extLst>
              <a:ext uri="{FF2B5EF4-FFF2-40B4-BE49-F238E27FC236}">
                <a16:creationId xmlns:a16="http://schemas.microsoft.com/office/drawing/2014/main" id="{54CB1B0A-68B6-710A-25E1-DA7C8547FED4}"/>
              </a:ext>
            </a:extLst>
          </p:cNvPr>
          <p:cNvSpPr txBox="1"/>
          <p:nvPr/>
        </p:nvSpPr>
        <p:spPr>
          <a:xfrm>
            <a:off x="401726" y="5748835"/>
            <a:ext cx="4754880" cy="584775"/>
          </a:xfrm>
          <a:prstGeom prst="rect">
            <a:avLst/>
          </a:prstGeom>
          <a:noFill/>
        </p:spPr>
        <p:txBody>
          <a:bodyPr wrap="square">
            <a:spAutoFit/>
          </a:bodyPr>
          <a:lstStyle/>
          <a:p>
            <a:r>
              <a:rPr lang="en-US" sz="800">
                <a:solidFill>
                  <a:schemeClr val="bg2"/>
                </a:solidFill>
              </a:rPr>
              <a:t>The information in this document is for general informational purposes only on an “as is” basis.  Zelis makes no representations or warranties of any kind, regarding this information, its products and/or services featured herein, or any specific outcomes based upon the use of such information/products.  Nothing contained in this document is intended to constitute legal advice. </a:t>
            </a:r>
          </a:p>
        </p:txBody>
      </p:sp>
      <p:grpSp>
        <p:nvGrpSpPr>
          <p:cNvPr id="22" name="Group 21">
            <a:extLst>
              <a:ext uri="{FF2B5EF4-FFF2-40B4-BE49-F238E27FC236}">
                <a16:creationId xmlns:a16="http://schemas.microsoft.com/office/drawing/2014/main" id="{5E684947-3332-AD81-A6AA-FE8766249699}"/>
              </a:ext>
            </a:extLst>
          </p:cNvPr>
          <p:cNvGrpSpPr/>
          <p:nvPr/>
        </p:nvGrpSpPr>
        <p:grpSpPr>
          <a:xfrm>
            <a:off x="533400" y="4638502"/>
            <a:ext cx="1980647" cy="862100"/>
            <a:chOff x="10956590" y="246968"/>
            <a:chExt cx="732897" cy="319002"/>
          </a:xfrm>
          <a:solidFill>
            <a:srgbClr val="23004B"/>
          </a:solidFill>
        </p:grpSpPr>
        <p:sp>
          <p:nvSpPr>
            <p:cNvPr id="23" name="Freeform: Shape 6">
              <a:extLst>
                <a:ext uri="{FF2B5EF4-FFF2-40B4-BE49-F238E27FC236}">
                  <a16:creationId xmlns:a16="http://schemas.microsoft.com/office/drawing/2014/main" id="{14780780-3D47-462A-722D-ED7FE7D6DD02}"/>
                </a:ext>
              </a:extLst>
            </p:cNvPr>
            <p:cNvSpPr/>
            <p:nvPr/>
          </p:nvSpPr>
          <p:spPr>
            <a:xfrm>
              <a:off x="11502373" y="368572"/>
              <a:ext cx="152189" cy="197064"/>
            </a:xfrm>
            <a:custGeom>
              <a:avLst/>
              <a:gdLst>
                <a:gd name="connsiteX0" fmla="*/ 573754 w 970738"/>
                <a:gd name="connsiteY0" fmla="*/ 503046 h 1256976"/>
                <a:gd name="connsiteX1" fmla="*/ 309665 w 970738"/>
                <a:gd name="connsiteY1" fmla="*/ 342037 h 1256976"/>
                <a:gd name="connsiteX2" fmla="*/ 479193 w 970738"/>
                <a:gd name="connsiteY2" fmla="*/ 230013 h 1256976"/>
                <a:gd name="connsiteX3" fmla="*/ 728799 w 970738"/>
                <a:gd name="connsiteY3" fmla="*/ 347575 h 1256976"/>
                <a:gd name="connsiteX4" fmla="*/ 898327 w 970738"/>
                <a:gd name="connsiteY4" fmla="*/ 181028 h 1256976"/>
                <a:gd name="connsiteX5" fmla="*/ 479193 w 970738"/>
                <a:gd name="connsiteY5" fmla="*/ 0 h 1256976"/>
                <a:gd name="connsiteX6" fmla="*/ 48558 w 970738"/>
                <a:gd name="connsiteY6" fmla="*/ 356094 h 1256976"/>
                <a:gd name="connsiteX7" fmla="*/ 404652 w 970738"/>
                <a:gd name="connsiteY7" fmla="*/ 726244 h 1256976"/>
                <a:gd name="connsiteX8" fmla="*/ 697705 w 970738"/>
                <a:gd name="connsiteY8" fmla="*/ 895772 h 1256976"/>
                <a:gd name="connsiteX9" fmla="*/ 485156 w 970738"/>
                <a:gd name="connsiteY9" fmla="*/ 1024834 h 1256976"/>
                <a:gd name="connsiteX10" fmla="*/ 174639 w 970738"/>
                <a:gd name="connsiteY10" fmla="*/ 888105 h 1256976"/>
                <a:gd name="connsiteX11" fmla="*/ 0 w 970738"/>
                <a:gd name="connsiteY11" fmla="*/ 1057632 h 1256976"/>
                <a:gd name="connsiteX12" fmla="*/ 502620 w 970738"/>
                <a:gd name="connsiteY12" fmla="*/ 1256977 h 1256976"/>
                <a:gd name="connsiteX13" fmla="*/ 970738 w 970738"/>
                <a:gd name="connsiteY13" fmla="*/ 880863 h 1256976"/>
                <a:gd name="connsiteX14" fmla="*/ 574606 w 970738"/>
                <a:gd name="connsiteY14" fmla="*/ 501768 h 125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70738" h="1256976">
                  <a:moveTo>
                    <a:pt x="573754" y="503046"/>
                  </a:moveTo>
                  <a:cubicBezTo>
                    <a:pt x="384206" y="454062"/>
                    <a:pt x="309665" y="434042"/>
                    <a:pt x="309665" y="342037"/>
                  </a:cubicBezTo>
                  <a:cubicBezTo>
                    <a:pt x="309665" y="270478"/>
                    <a:pt x="370150" y="230013"/>
                    <a:pt x="479193" y="230013"/>
                  </a:cubicBezTo>
                  <a:cubicBezTo>
                    <a:pt x="588236" y="230013"/>
                    <a:pt x="671722" y="281553"/>
                    <a:pt x="728799" y="347575"/>
                  </a:cubicBezTo>
                  <a:lnTo>
                    <a:pt x="898327" y="181028"/>
                  </a:lnTo>
                  <a:cubicBezTo>
                    <a:pt x="806322" y="80504"/>
                    <a:pt x="671722" y="0"/>
                    <a:pt x="479193" y="0"/>
                  </a:cubicBezTo>
                  <a:cubicBezTo>
                    <a:pt x="241087" y="0"/>
                    <a:pt x="48558" y="115006"/>
                    <a:pt x="48558" y="356094"/>
                  </a:cubicBezTo>
                  <a:cubicBezTo>
                    <a:pt x="48558" y="597181"/>
                    <a:pt x="226605" y="677685"/>
                    <a:pt x="404652" y="726244"/>
                  </a:cubicBezTo>
                  <a:cubicBezTo>
                    <a:pt x="608681" y="783747"/>
                    <a:pt x="697705" y="798229"/>
                    <a:pt x="697705" y="895772"/>
                  </a:cubicBezTo>
                  <a:cubicBezTo>
                    <a:pt x="697705" y="976276"/>
                    <a:pt x="631683" y="1024834"/>
                    <a:pt x="485156" y="1024834"/>
                  </a:cubicBezTo>
                  <a:cubicBezTo>
                    <a:pt x="355668" y="1024834"/>
                    <a:pt x="248754" y="981813"/>
                    <a:pt x="174639" y="888105"/>
                  </a:cubicBezTo>
                  <a:lnTo>
                    <a:pt x="0" y="1057632"/>
                  </a:lnTo>
                  <a:cubicBezTo>
                    <a:pt x="93283" y="1166249"/>
                    <a:pt x="263237" y="1256977"/>
                    <a:pt x="502620" y="1256977"/>
                  </a:cubicBezTo>
                  <a:cubicBezTo>
                    <a:pt x="844232" y="1256977"/>
                    <a:pt x="970738" y="1087449"/>
                    <a:pt x="970738" y="880863"/>
                  </a:cubicBezTo>
                  <a:cubicBezTo>
                    <a:pt x="970738" y="625294"/>
                    <a:pt x="764153" y="550753"/>
                    <a:pt x="574606" y="501768"/>
                  </a:cubicBezTo>
                  <a:close/>
                </a:path>
              </a:pathLst>
            </a:custGeom>
            <a:grpFill/>
            <a:ln w="0" cap="flat">
              <a:noFill/>
              <a:prstDash val="solid"/>
              <a:miter/>
            </a:ln>
          </p:spPr>
          <p:txBody>
            <a:bodyPr rtlCol="0" anchor="ctr"/>
            <a:lstStyle/>
            <a:p>
              <a:endParaRPr lang="en-US">
                <a:solidFill>
                  <a:srgbClr val="23004B"/>
                </a:solidFill>
              </a:endParaRPr>
            </a:p>
          </p:txBody>
        </p:sp>
        <p:sp>
          <p:nvSpPr>
            <p:cNvPr id="24" name="Freeform: Shape 7">
              <a:extLst>
                <a:ext uri="{FF2B5EF4-FFF2-40B4-BE49-F238E27FC236}">
                  <a16:creationId xmlns:a16="http://schemas.microsoft.com/office/drawing/2014/main" id="{D1BC7E93-929E-1A0D-7CFE-60D13505CD21}"/>
                </a:ext>
              </a:extLst>
            </p:cNvPr>
            <p:cNvSpPr/>
            <p:nvPr/>
          </p:nvSpPr>
          <p:spPr>
            <a:xfrm>
              <a:off x="11129146" y="368572"/>
              <a:ext cx="198854" cy="197398"/>
            </a:xfrm>
            <a:custGeom>
              <a:avLst/>
              <a:gdLst>
                <a:gd name="connsiteX0" fmla="*/ 678111 w 1268394"/>
                <a:gd name="connsiteY0" fmla="*/ 1015037 h 1259106"/>
                <a:gd name="connsiteX1" fmla="*/ 1020149 w 1268394"/>
                <a:gd name="connsiteY1" fmla="*/ 885549 h 1259106"/>
                <a:gd name="connsiteX2" fmla="*/ 1189677 w 1268394"/>
                <a:gd name="connsiteY2" fmla="*/ 1063596 h 1259106"/>
                <a:gd name="connsiteX3" fmla="*/ 681093 w 1268394"/>
                <a:gd name="connsiteY3" fmla="*/ 1259106 h 1259106"/>
                <a:gd name="connsiteX4" fmla="*/ 0 w 1268394"/>
                <a:gd name="connsiteY4" fmla="*/ 629553 h 1259106"/>
                <a:gd name="connsiteX5" fmla="*/ 643610 w 1268394"/>
                <a:gd name="connsiteY5" fmla="*/ 0 h 1259106"/>
                <a:gd name="connsiteX6" fmla="*/ 1267199 w 1268394"/>
                <a:gd name="connsiteY6" fmla="*/ 727096 h 1259106"/>
                <a:gd name="connsiteX7" fmla="*/ 295609 w 1268394"/>
                <a:gd name="connsiteY7" fmla="*/ 727096 h 1259106"/>
                <a:gd name="connsiteX8" fmla="*/ 677685 w 1268394"/>
                <a:gd name="connsiteY8" fmla="*/ 1014611 h 1259106"/>
                <a:gd name="connsiteX9" fmla="*/ 974146 w 1268394"/>
                <a:gd name="connsiteY9" fmla="*/ 526473 h 1259106"/>
                <a:gd name="connsiteX10" fmla="*/ 646591 w 1268394"/>
                <a:gd name="connsiteY10" fmla="*/ 241939 h 1259106"/>
                <a:gd name="connsiteX11" fmla="*/ 296035 w 1268394"/>
                <a:gd name="connsiteY11" fmla="*/ 526473 h 1259106"/>
                <a:gd name="connsiteX12" fmla="*/ 974146 w 1268394"/>
                <a:gd name="connsiteY12" fmla="*/ 526473 h 1259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8394" h="1259106">
                  <a:moveTo>
                    <a:pt x="678111" y="1015037"/>
                  </a:moveTo>
                  <a:cubicBezTo>
                    <a:pt x="836139" y="1015037"/>
                    <a:pt x="951145" y="951997"/>
                    <a:pt x="1020149" y="885549"/>
                  </a:cubicBezTo>
                  <a:lnTo>
                    <a:pt x="1189677" y="1063596"/>
                  </a:lnTo>
                  <a:cubicBezTo>
                    <a:pt x="1077652" y="1175620"/>
                    <a:pt x="922606" y="1259106"/>
                    <a:pt x="681093" y="1259106"/>
                  </a:cubicBezTo>
                  <a:cubicBezTo>
                    <a:pt x="267070" y="1259106"/>
                    <a:pt x="0" y="991610"/>
                    <a:pt x="0" y="629553"/>
                  </a:cubicBezTo>
                  <a:cubicBezTo>
                    <a:pt x="0" y="267496"/>
                    <a:pt x="281553" y="0"/>
                    <a:pt x="643610" y="0"/>
                  </a:cubicBezTo>
                  <a:cubicBezTo>
                    <a:pt x="1054651" y="0"/>
                    <a:pt x="1287219" y="304554"/>
                    <a:pt x="1267199" y="727096"/>
                  </a:cubicBezTo>
                  <a:lnTo>
                    <a:pt x="295609" y="727096"/>
                  </a:lnTo>
                  <a:cubicBezTo>
                    <a:pt x="330111" y="902587"/>
                    <a:pt x="456618" y="1014611"/>
                    <a:pt x="677685" y="1014611"/>
                  </a:cubicBezTo>
                  <a:close/>
                  <a:moveTo>
                    <a:pt x="974146" y="526473"/>
                  </a:moveTo>
                  <a:cubicBezTo>
                    <a:pt x="948163" y="362483"/>
                    <a:pt x="847639" y="241939"/>
                    <a:pt x="646591" y="241939"/>
                  </a:cubicBezTo>
                  <a:cubicBezTo>
                    <a:pt x="459599" y="241939"/>
                    <a:pt x="330537" y="345445"/>
                    <a:pt x="296035" y="526473"/>
                  </a:cubicBezTo>
                  <a:lnTo>
                    <a:pt x="974146" y="526473"/>
                  </a:lnTo>
                  <a:close/>
                </a:path>
              </a:pathLst>
            </a:custGeom>
            <a:grpFill/>
            <a:ln w="0" cap="flat">
              <a:noFill/>
              <a:prstDash val="solid"/>
              <a:miter/>
            </a:ln>
          </p:spPr>
          <p:txBody>
            <a:bodyPr rtlCol="0" anchor="ctr"/>
            <a:lstStyle/>
            <a:p>
              <a:endParaRPr lang="en-US">
                <a:solidFill>
                  <a:srgbClr val="23004B"/>
                </a:solidFill>
              </a:endParaRPr>
            </a:p>
          </p:txBody>
        </p:sp>
        <p:sp>
          <p:nvSpPr>
            <p:cNvPr id="25" name="Freeform: Shape 8">
              <a:extLst>
                <a:ext uri="{FF2B5EF4-FFF2-40B4-BE49-F238E27FC236}">
                  <a16:creationId xmlns:a16="http://schemas.microsoft.com/office/drawing/2014/main" id="{6AA2459C-0050-7F36-5CA3-0DB7D1B67CED}"/>
                </a:ext>
              </a:extLst>
            </p:cNvPr>
            <p:cNvSpPr/>
            <p:nvPr/>
          </p:nvSpPr>
          <p:spPr>
            <a:xfrm>
              <a:off x="11359466" y="246968"/>
              <a:ext cx="44074" cy="315262"/>
            </a:xfrm>
            <a:custGeom>
              <a:avLst/>
              <a:gdLst>
                <a:gd name="connsiteX0" fmla="*/ 0 w 281126"/>
                <a:gd name="connsiteY0" fmla="*/ 0 h 2010906"/>
                <a:gd name="connsiteX1" fmla="*/ 281127 w 281126"/>
                <a:gd name="connsiteY1" fmla="*/ 0 h 2010906"/>
                <a:gd name="connsiteX2" fmla="*/ 281127 w 281126"/>
                <a:gd name="connsiteY2" fmla="*/ 2010907 h 2010906"/>
                <a:gd name="connsiteX3" fmla="*/ 0 w 281126"/>
                <a:gd name="connsiteY3" fmla="*/ 2010907 h 2010906"/>
                <a:gd name="connsiteX4" fmla="*/ 0 w 281126"/>
                <a:gd name="connsiteY4" fmla="*/ 0 h 2010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126" h="2010906">
                  <a:moveTo>
                    <a:pt x="0" y="0"/>
                  </a:moveTo>
                  <a:lnTo>
                    <a:pt x="281127" y="0"/>
                  </a:lnTo>
                  <a:lnTo>
                    <a:pt x="281127" y="2010907"/>
                  </a:lnTo>
                  <a:lnTo>
                    <a:pt x="0" y="2010907"/>
                  </a:lnTo>
                  <a:lnTo>
                    <a:pt x="0" y="0"/>
                  </a:lnTo>
                  <a:close/>
                </a:path>
              </a:pathLst>
            </a:custGeom>
            <a:grpFill/>
            <a:ln w="0" cap="flat">
              <a:noFill/>
              <a:prstDash val="solid"/>
              <a:miter/>
            </a:ln>
          </p:spPr>
          <p:txBody>
            <a:bodyPr rtlCol="0" anchor="ctr"/>
            <a:lstStyle/>
            <a:p>
              <a:endParaRPr lang="en-US">
                <a:solidFill>
                  <a:srgbClr val="23004B"/>
                </a:solidFill>
              </a:endParaRPr>
            </a:p>
          </p:txBody>
        </p:sp>
        <p:sp>
          <p:nvSpPr>
            <p:cNvPr id="26" name="Freeform: Shape 9">
              <a:extLst>
                <a:ext uri="{FF2B5EF4-FFF2-40B4-BE49-F238E27FC236}">
                  <a16:creationId xmlns:a16="http://schemas.microsoft.com/office/drawing/2014/main" id="{75B4019E-3A28-A1F8-B879-C9C950E3D1FF}"/>
                </a:ext>
              </a:extLst>
            </p:cNvPr>
            <p:cNvSpPr/>
            <p:nvPr/>
          </p:nvSpPr>
          <p:spPr>
            <a:xfrm>
              <a:off x="11434392" y="370442"/>
              <a:ext cx="44541" cy="191588"/>
            </a:xfrm>
            <a:custGeom>
              <a:avLst/>
              <a:gdLst>
                <a:gd name="connsiteX0" fmla="*/ 0 w 284108"/>
                <a:gd name="connsiteY0" fmla="*/ 0 h 1222048"/>
                <a:gd name="connsiteX1" fmla="*/ 284108 w 284108"/>
                <a:gd name="connsiteY1" fmla="*/ 0 h 1222048"/>
                <a:gd name="connsiteX2" fmla="*/ 284108 w 284108"/>
                <a:gd name="connsiteY2" fmla="*/ 1222049 h 1222048"/>
                <a:gd name="connsiteX3" fmla="*/ 0 w 284108"/>
                <a:gd name="connsiteY3" fmla="*/ 1222049 h 1222048"/>
              </a:gdLst>
              <a:ahLst/>
              <a:cxnLst>
                <a:cxn ang="0">
                  <a:pos x="connsiteX0" y="connsiteY0"/>
                </a:cxn>
                <a:cxn ang="0">
                  <a:pos x="connsiteX1" y="connsiteY1"/>
                </a:cxn>
                <a:cxn ang="0">
                  <a:pos x="connsiteX2" y="connsiteY2"/>
                </a:cxn>
                <a:cxn ang="0">
                  <a:pos x="connsiteX3" y="connsiteY3"/>
                </a:cxn>
              </a:cxnLst>
              <a:rect l="l" t="t" r="r" b="b"/>
              <a:pathLst>
                <a:path w="284108" h="1222048">
                  <a:moveTo>
                    <a:pt x="0" y="0"/>
                  </a:moveTo>
                  <a:lnTo>
                    <a:pt x="284108" y="0"/>
                  </a:lnTo>
                  <a:lnTo>
                    <a:pt x="284108" y="1222049"/>
                  </a:lnTo>
                  <a:lnTo>
                    <a:pt x="0" y="1222049"/>
                  </a:lnTo>
                  <a:close/>
                </a:path>
              </a:pathLst>
            </a:custGeom>
            <a:grpFill/>
            <a:ln w="0" cap="flat">
              <a:noFill/>
              <a:prstDash val="solid"/>
              <a:miter/>
            </a:ln>
          </p:spPr>
          <p:txBody>
            <a:bodyPr rtlCol="0" anchor="ctr"/>
            <a:lstStyle/>
            <a:p>
              <a:endParaRPr lang="en-US">
                <a:solidFill>
                  <a:srgbClr val="23004B"/>
                </a:solidFill>
              </a:endParaRPr>
            </a:p>
          </p:txBody>
        </p:sp>
        <p:sp>
          <p:nvSpPr>
            <p:cNvPr id="27" name="Freeform: Shape 10">
              <a:extLst>
                <a:ext uri="{FF2B5EF4-FFF2-40B4-BE49-F238E27FC236}">
                  <a16:creationId xmlns:a16="http://schemas.microsoft.com/office/drawing/2014/main" id="{829B9A0D-B7E6-5364-6DA5-7610F3EA90A3}"/>
                </a:ext>
              </a:extLst>
            </p:cNvPr>
            <p:cNvSpPr/>
            <p:nvPr/>
          </p:nvSpPr>
          <p:spPr>
            <a:xfrm>
              <a:off x="11427581" y="278020"/>
              <a:ext cx="58498" cy="58097"/>
            </a:xfrm>
            <a:custGeom>
              <a:avLst/>
              <a:gdLst>
                <a:gd name="connsiteX0" fmla="*/ 0 w 373131"/>
                <a:gd name="connsiteY0" fmla="*/ 184010 h 370575"/>
                <a:gd name="connsiteX1" fmla="*/ 186566 w 373131"/>
                <a:gd name="connsiteY1" fmla="*/ 0 h 370575"/>
                <a:gd name="connsiteX2" fmla="*/ 373132 w 373131"/>
                <a:gd name="connsiteY2" fmla="*/ 184010 h 370575"/>
                <a:gd name="connsiteX3" fmla="*/ 186566 w 373131"/>
                <a:gd name="connsiteY3" fmla="*/ 370576 h 370575"/>
                <a:gd name="connsiteX4" fmla="*/ 0 w 373131"/>
                <a:gd name="connsiteY4" fmla="*/ 184010 h 370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3131" h="370575">
                  <a:moveTo>
                    <a:pt x="0" y="184010"/>
                  </a:moveTo>
                  <a:cubicBezTo>
                    <a:pt x="0" y="78375"/>
                    <a:pt x="86468" y="0"/>
                    <a:pt x="186566" y="0"/>
                  </a:cubicBezTo>
                  <a:cubicBezTo>
                    <a:pt x="286664" y="0"/>
                    <a:pt x="373132" y="77949"/>
                    <a:pt x="373132" y="184010"/>
                  </a:cubicBezTo>
                  <a:cubicBezTo>
                    <a:pt x="373132" y="295609"/>
                    <a:pt x="286664" y="370576"/>
                    <a:pt x="186566" y="370576"/>
                  </a:cubicBezTo>
                  <a:cubicBezTo>
                    <a:pt x="86468" y="370576"/>
                    <a:pt x="0" y="295183"/>
                    <a:pt x="0" y="184010"/>
                  </a:cubicBezTo>
                  <a:close/>
                </a:path>
              </a:pathLst>
            </a:custGeom>
            <a:grpFill/>
            <a:ln w="0" cap="flat">
              <a:noFill/>
              <a:prstDash val="solid"/>
              <a:miter/>
            </a:ln>
          </p:spPr>
          <p:txBody>
            <a:bodyPr rtlCol="0" anchor="ctr"/>
            <a:lstStyle/>
            <a:p>
              <a:endParaRPr lang="en-US">
                <a:solidFill>
                  <a:srgbClr val="23004B"/>
                </a:solidFill>
              </a:endParaRPr>
            </a:p>
          </p:txBody>
        </p:sp>
        <p:sp>
          <p:nvSpPr>
            <p:cNvPr id="28" name="Freeform: Shape 11">
              <a:extLst>
                <a:ext uri="{FF2B5EF4-FFF2-40B4-BE49-F238E27FC236}">
                  <a16:creationId xmlns:a16="http://schemas.microsoft.com/office/drawing/2014/main" id="{17E7C344-49C5-C481-94E3-E35D3668D528}"/>
                </a:ext>
              </a:extLst>
            </p:cNvPr>
            <p:cNvSpPr/>
            <p:nvPr/>
          </p:nvSpPr>
          <p:spPr>
            <a:xfrm>
              <a:off x="10971482" y="370308"/>
              <a:ext cx="163074" cy="40468"/>
            </a:xfrm>
            <a:custGeom>
              <a:avLst/>
              <a:gdLst>
                <a:gd name="connsiteX0" fmla="*/ 871918 w 1040168"/>
                <a:gd name="connsiteY0" fmla="*/ 257273 h 258125"/>
                <a:gd name="connsiteX1" fmla="*/ 1040168 w 1040168"/>
                <a:gd name="connsiteY1" fmla="*/ 0 h 258125"/>
                <a:gd name="connsiteX2" fmla="*/ 0 w 1040168"/>
                <a:gd name="connsiteY2" fmla="*/ 0 h 258125"/>
                <a:gd name="connsiteX3" fmla="*/ 0 w 1040168"/>
                <a:gd name="connsiteY3" fmla="*/ 258125 h 258125"/>
                <a:gd name="connsiteX4" fmla="*/ 871918 w 1040168"/>
                <a:gd name="connsiteY4" fmla="*/ 257273 h 258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168" h="258125">
                  <a:moveTo>
                    <a:pt x="871918" y="257273"/>
                  </a:moveTo>
                  <a:lnTo>
                    <a:pt x="1040168" y="0"/>
                  </a:lnTo>
                  <a:lnTo>
                    <a:pt x="0" y="0"/>
                  </a:lnTo>
                  <a:lnTo>
                    <a:pt x="0" y="258125"/>
                  </a:lnTo>
                  <a:lnTo>
                    <a:pt x="871918" y="257273"/>
                  </a:lnTo>
                  <a:close/>
                </a:path>
              </a:pathLst>
            </a:custGeom>
            <a:grpFill/>
            <a:ln w="0" cap="flat">
              <a:noFill/>
              <a:prstDash val="solid"/>
              <a:miter/>
            </a:ln>
          </p:spPr>
          <p:txBody>
            <a:bodyPr rtlCol="0" anchor="ctr"/>
            <a:lstStyle/>
            <a:p>
              <a:endParaRPr lang="en-US">
                <a:solidFill>
                  <a:srgbClr val="23004B"/>
                </a:solidFill>
              </a:endParaRPr>
            </a:p>
          </p:txBody>
        </p:sp>
        <p:sp>
          <p:nvSpPr>
            <p:cNvPr id="29" name="Freeform: Shape 12">
              <a:extLst>
                <a:ext uri="{FF2B5EF4-FFF2-40B4-BE49-F238E27FC236}">
                  <a16:creationId xmlns:a16="http://schemas.microsoft.com/office/drawing/2014/main" id="{112D7D2C-6FA2-FA65-3988-C7336D905963}"/>
                </a:ext>
              </a:extLst>
            </p:cNvPr>
            <p:cNvSpPr/>
            <p:nvPr/>
          </p:nvSpPr>
          <p:spPr>
            <a:xfrm>
              <a:off x="10956590" y="522096"/>
              <a:ext cx="163608" cy="40468"/>
            </a:xfrm>
            <a:custGeom>
              <a:avLst/>
              <a:gdLst>
                <a:gd name="connsiteX0" fmla="*/ 0 w 1043575"/>
                <a:gd name="connsiteY0" fmla="*/ 257699 h 258125"/>
                <a:gd name="connsiteX1" fmla="*/ 1043576 w 1043575"/>
                <a:gd name="connsiteY1" fmla="*/ 258125 h 258125"/>
                <a:gd name="connsiteX2" fmla="*/ 1043576 w 1043575"/>
                <a:gd name="connsiteY2" fmla="*/ 0 h 258125"/>
                <a:gd name="connsiteX3" fmla="*/ 168676 w 1043575"/>
                <a:gd name="connsiteY3" fmla="*/ 0 h 258125"/>
                <a:gd name="connsiteX4" fmla="*/ 0 w 1043575"/>
                <a:gd name="connsiteY4" fmla="*/ 257699 h 258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3575" h="258125">
                  <a:moveTo>
                    <a:pt x="0" y="257699"/>
                  </a:moveTo>
                  <a:lnTo>
                    <a:pt x="1043576" y="258125"/>
                  </a:lnTo>
                  <a:lnTo>
                    <a:pt x="1043576" y="0"/>
                  </a:lnTo>
                  <a:lnTo>
                    <a:pt x="168676" y="0"/>
                  </a:lnTo>
                  <a:lnTo>
                    <a:pt x="0" y="257699"/>
                  </a:lnTo>
                  <a:close/>
                </a:path>
              </a:pathLst>
            </a:custGeom>
            <a:grpFill/>
            <a:ln w="0" cap="flat">
              <a:noFill/>
              <a:prstDash val="solid"/>
              <a:miter/>
            </a:ln>
          </p:spPr>
          <p:txBody>
            <a:bodyPr rtlCol="0" anchor="ctr"/>
            <a:lstStyle/>
            <a:p>
              <a:endParaRPr lang="en-US">
                <a:solidFill>
                  <a:srgbClr val="23004B"/>
                </a:solidFill>
              </a:endParaRPr>
            </a:p>
          </p:txBody>
        </p:sp>
        <p:sp>
          <p:nvSpPr>
            <p:cNvPr id="30" name="Freeform: Shape 13">
              <a:extLst>
                <a:ext uri="{FF2B5EF4-FFF2-40B4-BE49-F238E27FC236}">
                  <a16:creationId xmlns:a16="http://schemas.microsoft.com/office/drawing/2014/main" id="{7E36D6DC-D847-3A34-8049-10B94E7E4DF5}"/>
                </a:ext>
              </a:extLst>
            </p:cNvPr>
            <p:cNvSpPr/>
            <p:nvPr/>
          </p:nvSpPr>
          <p:spPr>
            <a:xfrm>
              <a:off x="10991716" y="424065"/>
              <a:ext cx="107714" cy="84408"/>
            </a:xfrm>
            <a:custGeom>
              <a:avLst/>
              <a:gdLst>
                <a:gd name="connsiteX0" fmla="*/ 0 w 687056"/>
                <a:gd name="connsiteY0" fmla="*/ 538400 h 538399"/>
                <a:gd name="connsiteX1" fmla="*/ 334370 w 687056"/>
                <a:gd name="connsiteY1" fmla="*/ 538400 h 538399"/>
                <a:gd name="connsiteX2" fmla="*/ 687056 w 687056"/>
                <a:gd name="connsiteY2" fmla="*/ 0 h 538399"/>
                <a:gd name="connsiteX3" fmla="*/ 353112 w 687056"/>
                <a:gd name="connsiteY3" fmla="*/ 426 h 538399"/>
                <a:gd name="connsiteX4" fmla="*/ 0 w 687056"/>
                <a:gd name="connsiteY4" fmla="*/ 538400 h 5383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7056" h="538399">
                  <a:moveTo>
                    <a:pt x="0" y="538400"/>
                  </a:moveTo>
                  <a:lnTo>
                    <a:pt x="334370" y="538400"/>
                  </a:lnTo>
                  <a:lnTo>
                    <a:pt x="687056" y="0"/>
                  </a:lnTo>
                  <a:lnTo>
                    <a:pt x="353112" y="426"/>
                  </a:lnTo>
                  <a:lnTo>
                    <a:pt x="0" y="538400"/>
                  </a:lnTo>
                  <a:close/>
                </a:path>
              </a:pathLst>
            </a:custGeom>
            <a:grpFill/>
            <a:ln w="0" cap="flat">
              <a:noFill/>
              <a:prstDash val="solid"/>
              <a:miter/>
            </a:ln>
          </p:spPr>
          <p:txBody>
            <a:bodyPr rtlCol="0" anchor="ctr"/>
            <a:lstStyle/>
            <a:p>
              <a:endParaRPr lang="en-US">
                <a:solidFill>
                  <a:srgbClr val="23004B"/>
                </a:solidFill>
              </a:endParaRPr>
            </a:p>
          </p:txBody>
        </p:sp>
        <p:sp>
          <p:nvSpPr>
            <p:cNvPr id="31" name="Freeform: Shape 14">
              <a:extLst>
                <a:ext uri="{FF2B5EF4-FFF2-40B4-BE49-F238E27FC236}">
                  <a16:creationId xmlns:a16="http://schemas.microsoft.com/office/drawing/2014/main" id="{2F50751E-B31E-A216-E9BA-E505EA60CF6A}"/>
                </a:ext>
              </a:extLst>
            </p:cNvPr>
            <p:cNvSpPr/>
            <p:nvPr/>
          </p:nvSpPr>
          <p:spPr>
            <a:xfrm>
              <a:off x="11660372" y="536254"/>
              <a:ext cx="29115" cy="29115"/>
            </a:xfrm>
            <a:custGeom>
              <a:avLst/>
              <a:gdLst>
                <a:gd name="connsiteX0" fmla="*/ 100524 w 185713"/>
                <a:gd name="connsiteY0" fmla="*/ 52392 h 185713"/>
                <a:gd name="connsiteX1" fmla="*/ 119692 w 185713"/>
                <a:gd name="connsiteY1" fmla="*/ 71985 h 185713"/>
                <a:gd name="connsiteX2" fmla="*/ 100524 w 185713"/>
                <a:gd name="connsiteY2" fmla="*/ 90727 h 185713"/>
                <a:gd name="connsiteX3" fmla="*/ 71133 w 185713"/>
                <a:gd name="connsiteY3" fmla="*/ 90727 h 185713"/>
                <a:gd name="connsiteX4" fmla="*/ 71133 w 185713"/>
                <a:gd name="connsiteY4" fmla="*/ 51966 h 185713"/>
                <a:gd name="connsiteX5" fmla="*/ 100524 w 185713"/>
                <a:gd name="connsiteY5" fmla="*/ 51966 h 185713"/>
                <a:gd name="connsiteX6" fmla="*/ 117988 w 185713"/>
                <a:gd name="connsiteY6" fmla="*/ 146101 h 185713"/>
                <a:gd name="connsiteX7" fmla="*/ 135452 w 185713"/>
                <a:gd name="connsiteY7" fmla="*/ 146101 h 185713"/>
                <a:gd name="connsiteX8" fmla="*/ 106913 w 185713"/>
                <a:gd name="connsiteY8" fmla="*/ 103506 h 185713"/>
                <a:gd name="connsiteX9" fmla="*/ 134174 w 185713"/>
                <a:gd name="connsiteY9" fmla="*/ 71985 h 185713"/>
                <a:gd name="connsiteX10" fmla="*/ 100524 w 185713"/>
                <a:gd name="connsiteY10" fmla="*/ 39613 h 185713"/>
                <a:gd name="connsiteX11" fmla="*/ 57077 w 185713"/>
                <a:gd name="connsiteY11" fmla="*/ 39613 h 185713"/>
                <a:gd name="connsiteX12" fmla="*/ 57077 w 185713"/>
                <a:gd name="connsiteY12" fmla="*/ 146101 h 185713"/>
                <a:gd name="connsiteX13" fmla="*/ 71133 w 185713"/>
                <a:gd name="connsiteY13" fmla="*/ 146101 h 185713"/>
                <a:gd name="connsiteX14" fmla="*/ 71133 w 185713"/>
                <a:gd name="connsiteY14" fmla="*/ 103932 h 185713"/>
                <a:gd name="connsiteX15" fmla="*/ 90301 w 185713"/>
                <a:gd name="connsiteY15" fmla="*/ 103932 h 185713"/>
                <a:gd name="connsiteX16" fmla="*/ 117988 w 185713"/>
                <a:gd name="connsiteY16" fmla="*/ 146101 h 185713"/>
                <a:gd name="connsiteX17" fmla="*/ 92857 w 185713"/>
                <a:gd name="connsiteY17" fmla="*/ 12778 h 185713"/>
                <a:gd name="connsiteX18" fmla="*/ 172510 w 185713"/>
                <a:gd name="connsiteY18" fmla="*/ 92431 h 185713"/>
                <a:gd name="connsiteX19" fmla="*/ 92857 w 185713"/>
                <a:gd name="connsiteY19" fmla="*/ 172509 h 185713"/>
                <a:gd name="connsiteX20" fmla="*/ 12779 w 185713"/>
                <a:gd name="connsiteY20" fmla="*/ 92431 h 185713"/>
                <a:gd name="connsiteX21" fmla="*/ 92857 w 185713"/>
                <a:gd name="connsiteY21" fmla="*/ 12778 h 185713"/>
                <a:gd name="connsiteX22" fmla="*/ 92857 w 185713"/>
                <a:gd name="connsiteY22" fmla="*/ 185714 h 185713"/>
                <a:gd name="connsiteX23" fmla="*/ 185714 w 185713"/>
                <a:gd name="connsiteY23" fmla="*/ 92857 h 185713"/>
                <a:gd name="connsiteX24" fmla="*/ 92857 w 185713"/>
                <a:gd name="connsiteY24" fmla="*/ 0 h 185713"/>
                <a:gd name="connsiteX25" fmla="*/ 0 w 185713"/>
                <a:gd name="connsiteY25" fmla="*/ 92857 h 185713"/>
                <a:gd name="connsiteX26" fmla="*/ 92857 w 185713"/>
                <a:gd name="connsiteY26" fmla="*/ 185714 h 185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85713" h="185713">
                  <a:moveTo>
                    <a:pt x="100524" y="52392"/>
                  </a:moveTo>
                  <a:cubicBezTo>
                    <a:pt x="110747" y="52392"/>
                    <a:pt x="119692" y="60485"/>
                    <a:pt x="119692" y="71985"/>
                  </a:cubicBezTo>
                  <a:cubicBezTo>
                    <a:pt x="119692" y="83060"/>
                    <a:pt x="110321" y="90727"/>
                    <a:pt x="100524" y="90727"/>
                  </a:cubicBezTo>
                  <a:lnTo>
                    <a:pt x="71133" y="90727"/>
                  </a:lnTo>
                  <a:lnTo>
                    <a:pt x="71133" y="51966"/>
                  </a:lnTo>
                  <a:lnTo>
                    <a:pt x="100524" y="51966"/>
                  </a:lnTo>
                  <a:close/>
                  <a:moveTo>
                    <a:pt x="117988" y="146101"/>
                  </a:moveTo>
                  <a:lnTo>
                    <a:pt x="135452" y="146101"/>
                  </a:lnTo>
                  <a:lnTo>
                    <a:pt x="106913" y="103506"/>
                  </a:lnTo>
                  <a:cubicBezTo>
                    <a:pt x="112877" y="103506"/>
                    <a:pt x="134174" y="95413"/>
                    <a:pt x="134174" y="71985"/>
                  </a:cubicBezTo>
                  <a:cubicBezTo>
                    <a:pt x="134174" y="52392"/>
                    <a:pt x="118840" y="39613"/>
                    <a:pt x="100524" y="39613"/>
                  </a:cubicBezTo>
                  <a:lnTo>
                    <a:pt x="57077" y="39613"/>
                  </a:lnTo>
                  <a:lnTo>
                    <a:pt x="57077" y="146101"/>
                  </a:lnTo>
                  <a:lnTo>
                    <a:pt x="71133" y="146101"/>
                  </a:lnTo>
                  <a:lnTo>
                    <a:pt x="71133" y="103932"/>
                  </a:lnTo>
                  <a:lnTo>
                    <a:pt x="90301" y="103932"/>
                  </a:lnTo>
                  <a:lnTo>
                    <a:pt x="117988" y="146101"/>
                  </a:lnTo>
                  <a:close/>
                  <a:moveTo>
                    <a:pt x="92857" y="12778"/>
                  </a:moveTo>
                  <a:cubicBezTo>
                    <a:pt x="137156" y="12778"/>
                    <a:pt x="172510" y="47706"/>
                    <a:pt x="172510" y="92431"/>
                  </a:cubicBezTo>
                  <a:cubicBezTo>
                    <a:pt x="172510" y="137156"/>
                    <a:pt x="137156" y="172509"/>
                    <a:pt x="92857" y="172509"/>
                  </a:cubicBezTo>
                  <a:cubicBezTo>
                    <a:pt x="48558" y="172509"/>
                    <a:pt x="12779" y="136304"/>
                    <a:pt x="12779" y="92431"/>
                  </a:cubicBezTo>
                  <a:cubicBezTo>
                    <a:pt x="12779" y="48558"/>
                    <a:pt x="48558" y="12778"/>
                    <a:pt x="92857" y="12778"/>
                  </a:cubicBezTo>
                  <a:moveTo>
                    <a:pt x="92857" y="185714"/>
                  </a:moveTo>
                  <a:cubicBezTo>
                    <a:pt x="144397" y="185714"/>
                    <a:pt x="185714" y="143971"/>
                    <a:pt x="185714" y="92857"/>
                  </a:cubicBezTo>
                  <a:cubicBezTo>
                    <a:pt x="185714" y="41743"/>
                    <a:pt x="144397" y="0"/>
                    <a:pt x="92857" y="0"/>
                  </a:cubicBezTo>
                  <a:cubicBezTo>
                    <a:pt x="41317" y="0"/>
                    <a:pt x="0" y="41317"/>
                    <a:pt x="0" y="92857"/>
                  </a:cubicBezTo>
                  <a:cubicBezTo>
                    <a:pt x="0" y="144397"/>
                    <a:pt x="41743" y="185714"/>
                    <a:pt x="92857" y="185714"/>
                  </a:cubicBezTo>
                </a:path>
              </a:pathLst>
            </a:custGeom>
            <a:grpFill/>
            <a:ln w="0" cap="flat">
              <a:noFill/>
              <a:prstDash val="solid"/>
              <a:miter/>
            </a:ln>
          </p:spPr>
          <p:txBody>
            <a:bodyPr rtlCol="0" anchor="ctr"/>
            <a:lstStyle/>
            <a:p>
              <a:endParaRPr lang="en-US">
                <a:solidFill>
                  <a:srgbClr val="23004B"/>
                </a:solidFill>
              </a:endParaRPr>
            </a:p>
          </p:txBody>
        </p:sp>
      </p:grpSp>
    </p:spTree>
    <p:extLst>
      <p:ext uri="{BB962C8B-B14F-4D97-AF65-F5344CB8AC3E}">
        <p14:creationId xmlns:p14="http://schemas.microsoft.com/office/powerpoint/2010/main" val="106566576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Three Column Content">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1233A3A-FE1F-4424-A2D3-7EAB9D052A4D}"/>
              </a:ext>
            </a:extLst>
          </p:cNvPr>
          <p:cNvSpPr>
            <a:spLocks noGrp="1"/>
          </p:cNvSpPr>
          <p:nvPr>
            <p:ph type="sldNum" sz="quarter" idx="12"/>
          </p:nvPr>
        </p:nvSpPr>
        <p:spPr/>
        <p:txBody>
          <a:bodyPr/>
          <a:lstStyle/>
          <a:p>
            <a:fld id="{24765544-FD03-4464-B699-C4215568ACB5}" type="slidenum">
              <a:rPr lang="en-US" smtClean="0"/>
              <a:t>‹#›</a:t>
            </a:fld>
            <a:endParaRPr lang="en-US"/>
          </a:p>
        </p:txBody>
      </p:sp>
      <p:pic>
        <p:nvPicPr>
          <p:cNvPr id="8" name="Picture 7" descr="Logo&#10;&#10;Description automatically generated">
            <a:extLst>
              <a:ext uri="{FF2B5EF4-FFF2-40B4-BE49-F238E27FC236}">
                <a16:creationId xmlns:a16="http://schemas.microsoft.com/office/drawing/2014/main" id="{A2EFABA9-2B41-4A88-B819-8FB80914531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5760" y="6309360"/>
            <a:ext cx="766503" cy="365760"/>
          </a:xfrm>
          <a:prstGeom prst="rect">
            <a:avLst/>
          </a:prstGeom>
        </p:spPr>
      </p:pic>
      <p:sp>
        <p:nvSpPr>
          <p:cNvPr id="9" name="Text Placeholder 7">
            <a:extLst>
              <a:ext uri="{FF2B5EF4-FFF2-40B4-BE49-F238E27FC236}">
                <a16:creationId xmlns:a16="http://schemas.microsoft.com/office/drawing/2014/main" id="{FF2ACCCE-C649-408D-A8AF-E5532641E219}"/>
              </a:ext>
            </a:extLst>
          </p:cNvPr>
          <p:cNvSpPr>
            <a:spLocks noGrp="1"/>
          </p:cNvSpPr>
          <p:nvPr>
            <p:ph type="body" sz="quarter" idx="13" hasCustomPrompt="1"/>
          </p:nvPr>
        </p:nvSpPr>
        <p:spPr>
          <a:xfrm>
            <a:off x="365760" y="365760"/>
            <a:ext cx="5943600" cy="365760"/>
          </a:xfrm>
        </p:spPr>
        <p:txBody>
          <a:bodyPr>
            <a:noAutofit/>
          </a:bodyPr>
          <a:lstStyle>
            <a:lvl1pPr marL="0" indent="0">
              <a:buNone/>
              <a:defRPr sz="1800" b="1" i="1">
                <a:solidFill>
                  <a:schemeClr val="accent1"/>
                </a:solidFill>
                <a:latin typeface="Georgia" panose="02040502050405020303" pitchFamily="18" charset="0"/>
              </a:defRPr>
            </a:lvl1pPr>
          </a:lstStyle>
          <a:p>
            <a:pPr lvl="0"/>
            <a:r>
              <a:rPr lang="en-US"/>
              <a:t>Slide title (2-5 words)</a:t>
            </a:r>
          </a:p>
        </p:txBody>
      </p:sp>
      <p:sp>
        <p:nvSpPr>
          <p:cNvPr id="15" name="Title 1">
            <a:extLst>
              <a:ext uri="{FF2B5EF4-FFF2-40B4-BE49-F238E27FC236}">
                <a16:creationId xmlns:a16="http://schemas.microsoft.com/office/drawing/2014/main" id="{25BEEC79-05B5-4CC6-8A36-751868A3CA5F}"/>
              </a:ext>
            </a:extLst>
          </p:cNvPr>
          <p:cNvSpPr>
            <a:spLocks noGrp="1"/>
          </p:cNvSpPr>
          <p:nvPr>
            <p:ph type="title" hasCustomPrompt="1"/>
          </p:nvPr>
        </p:nvSpPr>
        <p:spPr>
          <a:xfrm>
            <a:off x="365760" y="822960"/>
            <a:ext cx="10972800" cy="731520"/>
          </a:xfrm>
        </p:spPr>
        <p:txBody>
          <a:bodyPr anchor="t">
            <a:noAutofit/>
          </a:bodyPr>
          <a:lstStyle>
            <a:lvl1pPr>
              <a:defRPr sz="2000"/>
            </a:lvl1pPr>
          </a:lstStyle>
          <a:p>
            <a:r>
              <a:rPr lang="en-US"/>
              <a:t>Key takeaway statement, may underline 1-2 words for emphasis and extend 1-2 lines. Text should be 20pt or larger. Delete this box if not needed.</a:t>
            </a:r>
          </a:p>
        </p:txBody>
      </p:sp>
      <p:sp>
        <p:nvSpPr>
          <p:cNvPr id="16" name="Text Placeholder 8">
            <a:extLst>
              <a:ext uri="{FF2B5EF4-FFF2-40B4-BE49-F238E27FC236}">
                <a16:creationId xmlns:a16="http://schemas.microsoft.com/office/drawing/2014/main" id="{C399A404-6362-4165-8082-F1C03B93081A}"/>
              </a:ext>
            </a:extLst>
          </p:cNvPr>
          <p:cNvSpPr>
            <a:spLocks noGrp="1"/>
          </p:cNvSpPr>
          <p:nvPr>
            <p:ph type="body" sz="quarter" idx="14" hasCustomPrompt="1"/>
          </p:nvPr>
        </p:nvSpPr>
        <p:spPr>
          <a:xfrm>
            <a:off x="8595360" y="122238"/>
            <a:ext cx="2743200" cy="274637"/>
          </a:xfrm>
        </p:spPr>
        <p:txBody>
          <a:bodyPr anchor="ctr">
            <a:noAutofit/>
          </a:bodyPr>
          <a:lstStyle>
            <a:lvl1pPr marL="0" indent="0" algn="r">
              <a:buNone/>
              <a:defRPr sz="1100">
                <a:solidFill>
                  <a:schemeClr val="bg2">
                    <a:lumMod val="50000"/>
                  </a:schemeClr>
                </a:solidFill>
              </a:defRPr>
            </a:lvl1pPr>
          </a:lstStyle>
          <a:p>
            <a:pPr lvl="0"/>
            <a:r>
              <a:rPr lang="en-US"/>
              <a:t>Related agenda topic</a:t>
            </a:r>
          </a:p>
        </p:txBody>
      </p:sp>
      <p:sp>
        <p:nvSpPr>
          <p:cNvPr id="3" name="Text Placeholder 2">
            <a:extLst>
              <a:ext uri="{FF2B5EF4-FFF2-40B4-BE49-F238E27FC236}">
                <a16:creationId xmlns:a16="http://schemas.microsoft.com/office/drawing/2014/main" id="{E57109A3-5601-40D6-A3A7-8415A70A9A08}"/>
              </a:ext>
            </a:extLst>
          </p:cNvPr>
          <p:cNvSpPr>
            <a:spLocks noGrp="1"/>
          </p:cNvSpPr>
          <p:nvPr>
            <p:ph type="body" sz="quarter" idx="30" hasCustomPrompt="1"/>
          </p:nvPr>
        </p:nvSpPr>
        <p:spPr>
          <a:xfrm>
            <a:off x="362611" y="1645920"/>
            <a:ext cx="3566160" cy="4572000"/>
          </a:xfrm>
        </p:spPr>
        <p:txBody>
          <a:bodyPr/>
          <a:lstStyle>
            <a:lvl1pPr marL="0" indent="0">
              <a:spcBef>
                <a:spcPts val="0"/>
              </a:spcBef>
              <a:buNone/>
              <a:defRPr sz="1400"/>
            </a:lvl1pPr>
            <a:lvl2pPr marL="182880" indent="-182880">
              <a:spcBef>
                <a:spcPts val="0"/>
              </a:spcBef>
              <a:defRPr sz="1400"/>
            </a:lvl2pPr>
            <a:lvl3pPr marL="365760" indent="-182880">
              <a:spcBef>
                <a:spcPts val="0"/>
              </a:spcBef>
              <a:defRPr sz="1200"/>
            </a:lvl3pPr>
          </a:lstStyle>
          <a:p>
            <a:pPr lvl="0"/>
            <a:r>
              <a:rPr lang="en-US"/>
              <a:t>Main slide copy, extend 1-3 lines with 2 bullet levels. Text should be 14pt or larger. Click icon to add graphic.</a:t>
            </a:r>
          </a:p>
          <a:p>
            <a:pPr lvl="1"/>
            <a:r>
              <a:rPr lang="en-US"/>
              <a:t>First level bullet, extend to 1-2 lines. Text should be 14pt or larger.</a:t>
            </a:r>
          </a:p>
          <a:p>
            <a:pPr lvl="2"/>
            <a:r>
              <a:rPr lang="en-US"/>
              <a:t>Second level bullet, extend to 1-2 lines. Text should be 12pt or larger.</a:t>
            </a:r>
          </a:p>
        </p:txBody>
      </p:sp>
      <p:sp>
        <p:nvSpPr>
          <p:cNvPr id="13" name="Text Placeholder 2">
            <a:extLst>
              <a:ext uri="{FF2B5EF4-FFF2-40B4-BE49-F238E27FC236}">
                <a16:creationId xmlns:a16="http://schemas.microsoft.com/office/drawing/2014/main" id="{624D5E9F-2159-4A58-AB83-FA977355E79A}"/>
              </a:ext>
            </a:extLst>
          </p:cNvPr>
          <p:cNvSpPr>
            <a:spLocks noGrp="1"/>
          </p:cNvSpPr>
          <p:nvPr>
            <p:ph type="body" sz="quarter" idx="31" hasCustomPrompt="1"/>
          </p:nvPr>
        </p:nvSpPr>
        <p:spPr>
          <a:xfrm>
            <a:off x="4023360" y="1645920"/>
            <a:ext cx="3566160" cy="4572000"/>
          </a:xfrm>
        </p:spPr>
        <p:txBody>
          <a:bodyPr/>
          <a:lstStyle>
            <a:lvl1pPr marL="0" indent="0">
              <a:spcBef>
                <a:spcPts val="0"/>
              </a:spcBef>
              <a:buNone/>
              <a:defRPr sz="1400"/>
            </a:lvl1pPr>
            <a:lvl2pPr marL="182880" indent="-182880">
              <a:spcBef>
                <a:spcPts val="0"/>
              </a:spcBef>
              <a:defRPr sz="1400"/>
            </a:lvl2pPr>
            <a:lvl3pPr marL="365760" indent="-182880">
              <a:spcBef>
                <a:spcPts val="0"/>
              </a:spcBef>
              <a:defRPr sz="1200"/>
            </a:lvl3pPr>
          </a:lstStyle>
          <a:p>
            <a:pPr lvl="0"/>
            <a:r>
              <a:rPr lang="en-US"/>
              <a:t>Main slide copy, extend 1-3 lines with 2 bullet levels. Text should be 14pt or larger. Click icon to add graphic.</a:t>
            </a:r>
          </a:p>
          <a:p>
            <a:pPr lvl="1"/>
            <a:r>
              <a:rPr lang="en-US"/>
              <a:t>First level bullet, extend to 1-2 lines. Text should be 14pt or larger.</a:t>
            </a:r>
          </a:p>
          <a:p>
            <a:pPr lvl="2"/>
            <a:r>
              <a:rPr lang="en-US"/>
              <a:t>Second level bullet, extend to 1-2 lines. Text should be 12pt or larger.</a:t>
            </a:r>
          </a:p>
        </p:txBody>
      </p:sp>
      <p:sp>
        <p:nvSpPr>
          <p:cNvPr id="14" name="Text Placeholder 2">
            <a:extLst>
              <a:ext uri="{FF2B5EF4-FFF2-40B4-BE49-F238E27FC236}">
                <a16:creationId xmlns:a16="http://schemas.microsoft.com/office/drawing/2014/main" id="{9B56A9A0-52C9-4DA9-9880-B268774D3074}"/>
              </a:ext>
            </a:extLst>
          </p:cNvPr>
          <p:cNvSpPr>
            <a:spLocks noGrp="1"/>
          </p:cNvSpPr>
          <p:nvPr>
            <p:ph type="body" sz="quarter" idx="32" hasCustomPrompt="1"/>
          </p:nvPr>
        </p:nvSpPr>
        <p:spPr>
          <a:xfrm>
            <a:off x="7680960" y="1645920"/>
            <a:ext cx="3657600" cy="4572000"/>
          </a:xfrm>
        </p:spPr>
        <p:txBody>
          <a:bodyPr/>
          <a:lstStyle>
            <a:lvl1pPr marL="0" indent="0">
              <a:spcBef>
                <a:spcPts val="0"/>
              </a:spcBef>
              <a:buNone/>
              <a:defRPr sz="1400"/>
            </a:lvl1pPr>
            <a:lvl2pPr marL="182880" indent="-182880">
              <a:spcBef>
                <a:spcPts val="0"/>
              </a:spcBef>
              <a:defRPr sz="1400"/>
            </a:lvl2pPr>
            <a:lvl3pPr marL="365760" indent="-182880">
              <a:spcBef>
                <a:spcPts val="0"/>
              </a:spcBef>
              <a:defRPr sz="1200"/>
            </a:lvl3pPr>
          </a:lstStyle>
          <a:p>
            <a:pPr lvl="0"/>
            <a:r>
              <a:rPr lang="en-US"/>
              <a:t>Main slide copy, extend 1-3 lines with 2 bullet levels. Text should be 14pt or larger. Click icon to add graphic.</a:t>
            </a:r>
          </a:p>
          <a:p>
            <a:pPr lvl="1"/>
            <a:r>
              <a:rPr lang="en-US"/>
              <a:t>First level bullet, extend to 1-2 lines. Text should be 14pt or larger.</a:t>
            </a:r>
          </a:p>
          <a:p>
            <a:pPr lvl="2"/>
            <a:r>
              <a:rPr lang="en-US"/>
              <a:t>Second level bullet, extend to 1-2 lines. Text should be 12pt or larger.</a:t>
            </a:r>
          </a:p>
        </p:txBody>
      </p:sp>
    </p:spTree>
    <p:extLst>
      <p:ext uri="{BB962C8B-B14F-4D97-AF65-F5344CB8AC3E}">
        <p14:creationId xmlns:p14="http://schemas.microsoft.com/office/powerpoint/2010/main" val="88786041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3876E-6BFB-C3C6-FDAC-29C578C39597}"/>
              </a:ext>
            </a:extLst>
          </p:cNvPr>
          <p:cNvSpPr>
            <a:spLocks noGrp="1"/>
          </p:cNvSpPr>
          <p:nvPr>
            <p:ph type="title"/>
          </p:nvPr>
        </p:nvSpPr>
        <p:spPr>
          <a:xfrm>
            <a:off x="365760" y="365125"/>
            <a:ext cx="10972800" cy="410379"/>
          </a:xfrm>
        </p:spPr>
        <p:txBody>
          <a:bodyPr>
            <a:normAutofit/>
          </a:bodyPr>
          <a:lstStyle>
            <a:lvl1pPr>
              <a:defRPr sz="1800">
                <a:solidFill>
                  <a:schemeClr val="accent1"/>
                </a:solidFill>
                <a:latin typeface="AvenirNext LT Pro Regular" panose="020B0704020202020204" pitchFamily="34" charset="0"/>
              </a:defRPr>
            </a:lvl1pPr>
          </a:lstStyle>
          <a:p>
            <a:r>
              <a:rPr lang="en-US"/>
              <a:t>Click to edit Master title style</a:t>
            </a:r>
          </a:p>
        </p:txBody>
      </p:sp>
      <p:sp>
        <p:nvSpPr>
          <p:cNvPr id="3" name="Slide Number Placeholder 2">
            <a:extLst>
              <a:ext uri="{FF2B5EF4-FFF2-40B4-BE49-F238E27FC236}">
                <a16:creationId xmlns:a16="http://schemas.microsoft.com/office/drawing/2014/main" id="{5CCD519E-1A00-CDF3-9285-814E36714944}"/>
              </a:ext>
            </a:extLst>
          </p:cNvPr>
          <p:cNvSpPr>
            <a:spLocks noGrp="1"/>
          </p:cNvSpPr>
          <p:nvPr>
            <p:ph type="sldNum" sz="quarter" idx="10"/>
          </p:nvPr>
        </p:nvSpPr>
        <p:spPr/>
        <p:txBody>
          <a:bodyPr/>
          <a:lstStyle>
            <a:lvl1pPr>
              <a:defRPr>
                <a:latin typeface="AvenirNext LT Pro Regular" panose="020B0504020202020204" pitchFamily="34" charset="0"/>
              </a:defRPr>
            </a:lvl1pPr>
          </a:lstStyle>
          <a:p>
            <a:pPr>
              <a:defRPr/>
            </a:pPr>
            <a:fld id="{78C158F0-531B-4D8F-B6F9-8CC09C40F2A5}" type="slidenum">
              <a:rPr lang="en-US" smtClean="0">
                <a:solidFill>
                  <a:srgbClr val="23004B"/>
                </a:solidFill>
              </a:rPr>
              <a:pPr>
                <a:defRPr/>
              </a:pPr>
              <a:t>‹#›</a:t>
            </a:fld>
            <a:endParaRPr lang="en-US">
              <a:solidFill>
                <a:srgbClr val="23004B"/>
              </a:solidFill>
            </a:endParaRPr>
          </a:p>
        </p:txBody>
      </p:sp>
      <p:sp>
        <p:nvSpPr>
          <p:cNvPr id="7" name="Slide Number Placeholder 2">
            <a:extLst>
              <a:ext uri="{FF2B5EF4-FFF2-40B4-BE49-F238E27FC236}">
                <a16:creationId xmlns:a16="http://schemas.microsoft.com/office/drawing/2014/main" id="{D3F1E07F-A540-C0A8-3412-D16897272A09}"/>
              </a:ext>
            </a:extLst>
          </p:cNvPr>
          <p:cNvSpPr txBox="1">
            <a:spLocks/>
          </p:cNvSpPr>
          <p:nvPr userDrawn="1"/>
        </p:nvSpPr>
        <p:spPr>
          <a:xfrm>
            <a:off x="4480560" y="6491922"/>
            <a:ext cx="2743200" cy="365125"/>
          </a:xfrm>
          <a:prstGeom prst="rect">
            <a:avLst/>
          </a:prstGeom>
        </p:spPr>
        <p:txBody>
          <a:bodyPr vert="horz" lIns="0" tIns="45720" rIns="0" bIns="45720" rtlCol="0" anchor="ctr"/>
          <a:lstStyle>
            <a:defPPr>
              <a:defRPr lang="en-US"/>
            </a:defPPr>
            <a:lvl1pPr marL="0" algn="r" defTabSz="914400" rtl="0" eaLnBrk="1" latinLnBrk="0" hangingPunct="1">
              <a:defRPr sz="1100" b="1" kern="1200">
                <a:solidFill>
                  <a:schemeClr val="tx1"/>
                </a:solidFill>
                <a:latin typeface="AvenirNext LT Pro Regular" panose="020B05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700" b="0">
                <a:solidFill>
                  <a:schemeClr val="bg2">
                    <a:lumMod val="50000"/>
                  </a:schemeClr>
                </a:solidFill>
                <a:latin typeface="AvenirNext LT Pro Regular" panose="020B0504020202020204" pitchFamily="34" charset="0"/>
              </a:rPr>
              <a:t>Confidential – For Internal Zelis Use Only</a:t>
            </a:r>
          </a:p>
        </p:txBody>
      </p:sp>
    </p:spTree>
    <p:extLst>
      <p:ext uri="{BB962C8B-B14F-4D97-AF65-F5344CB8AC3E}">
        <p14:creationId xmlns:p14="http://schemas.microsoft.com/office/powerpoint/2010/main" val="315893861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cSld name="Transition 2 Dark">
    <p:spTree>
      <p:nvGrpSpPr>
        <p:cNvPr id="1" name=""/>
        <p:cNvGrpSpPr/>
        <p:nvPr/>
      </p:nvGrpSpPr>
      <p:grpSpPr>
        <a:xfrm>
          <a:off x="0" y="0"/>
          <a:ext cx="0" cy="0"/>
          <a:chOff x="0" y="0"/>
          <a:chExt cx="0" cy="0"/>
        </a:xfrm>
      </p:grpSpPr>
      <p:grpSp>
        <p:nvGrpSpPr>
          <p:cNvPr id="41" name="Group 40">
            <a:extLst>
              <a:ext uri="{FF2B5EF4-FFF2-40B4-BE49-F238E27FC236}">
                <a16:creationId xmlns:a16="http://schemas.microsoft.com/office/drawing/2014/main" id="{3E04F5D9-2A88-4A62-4B65-00A2ED8FE289}"/>
              </a:ext>
            </a:extLst>
          </p:cNvPr>
          <p:cNvGrpSpPr/>
          <p:nvPr/>
        </p:nvGrpSpPr>
        <p:grpSpPr>
          <a:xfrm>
            <a:off x="2326439" y="2153086"/>
            <a:ext cx="951724" cy="801996"/>
            <a:chOff x="2789852" y="2187999"/>
            <a:chExt cx="1295111" cy="1091361"/>
          </a:xfrm>
        </p:grpSpPr>
        <p:pic>
          <p:nvPicPr>
            <p:cNvPr id="42" name="Graphic 41">
              <a:extLst>
                <a:ext uri="{FF2B5EF4-FFF2-40B4-BE49-F238E27FC236}">
                  <a16:creationId xmlns:a16="http://schemas.microsoft.com/office/drawing/2014/main" id="{0BD0C83A-7C0B-6815-4FED-3158DBFB263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027458" y="2456858"/>
              <a:ext cx="1057505" cy="822502"/>
            </a:xfrm>
            <a:prstGeom prst="rect">
              <a:avLst/>
            </a:prstGeom>
          </p:spPr>
        </p:pic>
        <p:pic>
          <p:nvPicPr>
            <p:cNvPr id="43" name="Graphic 42">
              <a:extLst>
                <a:ext uri="{FF2B5EF4-FFF2-40B4-BE49-F238E27FC236}">
                  <a16:creationId xmlns:a16="http://schemas.microsoft.com/office/drawing/2014/main" id="{EE7995C9-648D-4359-6EA0-6801147A6D8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789852" y="2187999"/>
              <a:ext cx="691353" cy="537718"/>
            </a:xfrm>
            <a:prstGeom prst="rect">
              <a:avLst/>
            </a:prstGeom>
          </p:spPr>
        </p:pic>
      </p:grpSp>
      <p:grpSp>
        <p:nvGrpSpPr>
          <p:cNvPr id="44" name="Group 43">
            <a:extLst>
              <a:ext uri="{FF2B5EF4-FFF2-40B4-BE49-F238E27FC236}">
                <a16:creationId xmlns:a16="http://schemas.microsoft.com/office/drawing/2014/main" id="{9CE923DE-FF2F-CA80-D355-7FB22BB8DB96}"/>
              </a:ext>
            </a:extLst>
          </p:cNvPr>
          <p:cNvGrpSpPr/>
          <p:nvPr/>
        </p:nvGrpSpPr>
        <p:grpSpPr>
          <a:xfrm>
            <a:off x="8913838" y="3951799"/>
            <a:ext cx="988938" cy="832227"/>
            <a:chOff x="9137935" y="2906983"/>
            <a:chExt cx="988938" cy="832227"/>
          </a:xfrm>
        </p:grpSpPr>
        <p:pic>
          <p:nvPicPr>
            <p:cNvPr id="45" name="Graphic 44">
              <a:extLst>
                <a:ext uri="{FF2B5EF4-FFF2-40B4-BE49-F238E27FC236}">
                  <a16:creationId xmlns:a16="http://schemas.microsoft.com/office/drawing/2014/main" id="{87527195-4BBC-0279-5966-7841A63D7AC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137935" y="2906983"/>
              <a:ext cx="802718" cy="624335"/>
            </a:xfrm>
            <a:prstGeom prst="rect">
              <a:avLst/>
            </a:prstGeom>
          </p:spPr>
        </p:pic>
        <p:pic>
          <p:nvPicPr>
            <p:cNvPr id="46" name="Graphic 45">
              <a:extLst>
                <a:ext uri="{FF2B5EF4-FFF2-40B4-BE49-F238E27FC236}">
                  <a16:creationId xmlns:a16="http://schemas.microsoft.com/office/drawing/2014/main" id="{E6E7766D-A447-D057-859A-6BE00CD4FF3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602089" y="3331045"/>
              <a:ext cx="524784" cy="408165"/>
            </a:xfrm>
            <a:prstGeom prst="rect">
              <a:avLst/>
            </a:prstGeom>
          </p:spPr>
        </p:pic>
      </p:grpSp>
      <p:sp>
        <p:nvSpPr>
          <p:cNvPr id="48" name="Title 1">
            <a:extLst>
              <a:ext uri="{FF2B5EF4-FFF2-40B4-BE49-F238E27FC236}">
                <a16:creationId xmlns:a16="http://schemas.microsoft.com/office/drawing/2014/main" id="{400B78B2-35D5-F27F-9EFF-613CC0A2EEE4}"/>
              </a:ext>
            </a:extLst>
          </p:cNvPr>
          <p:cNvSpPr>
            <a:spLocks noGrp="1"/>
          </p:cNvSpPr>
          <p:nvPr>
            <p:ph type="title" hasCustomPrompt="1"/>
          </p:nvPr>
        </p:nvSpPr>
        <p:spPr>
          <a:xfrm>
            <a:off x="3167650" y="2108188"/>
            <a:ext cx="5843346" cy="2369127"/>
          </a:xfrm>
          <a:prstGeom prst="rect">
            <a:avLst/>
          </a:prstGeom>
        </p:spPr>
        <p:txBody>
          <a:bodyPr anchor="ctr">
            <a:noAutofit/>
          </a:bodyPr>
          <a:lstStyle>
            <a:lvl1pPr algn="ctr">
              <a:defRPr sz="3600">
                <a:solidFill>
                  <a:schemeClr val="bg1"/>
                </a:solidFill>
              </a:defRPr>
            </a:lvl1pPr>
          </a:lstStyle>
          <a:p>
            <a:r>
              <a:rPr lang="en-US"/>
              <a:t>This is a transition slide section title example and may extend to 2-4 lines. Text should be 36-40pt</a:t>
            </a:r>
          </a:p>
        </p:txBody>
      </p:sp>
      <p:pic>
        <p:nvPicPr>
          <p:cNvPr id="59" name="Graphic 58">
            <a:extLst>
              <a:ext uri="{FF2B5EF4-FFF2-40B4-BE49-F238E27FC236}">
                <a16:creationId xmlns:a16="http://schemas.microsoft.com/office/drawing/2014/main" id="{82017379-0734-37B0-56DE-65C40F710BA3}"/>
              </a:ext>
            </a:extLst>
          </p:cNvPr>
          <p:cNvPicPr>
            <a:picLocks noChangeAspect="1"/>
          </p:cNvPicPr>
          <p:nvPr/>
        </p:nvPicPr>
        <p:blipFill>
          <a:blip>
            <a:extLst>
              <a:ext uri="{96DAC541-7B7A-43D3-8B79-37D633B846F1}">
                <asvg:svgBlip xmlns:asvg="http://schemas.microsoft.com/office/drawing/2016/SVG/main" r:embed="rId2"/>
              </a:ext>
            </a:extLst>
          </a:blip>
          <a:srcRect r="50436" b="26891"/>
          <a:stretch>
            <a:fillRect/>
          </a:stretch>
        </p:blipFill>
        <p:spPr>
          <a:xfrm>
            <a:off x="11566359" y="6140229"/>
            <a:ext cx="625642" cy="717771"/>
          </a:xfrm>
          <a:custGeom>
            <a:avLst/>
            <a:gdLst>
              <a:gd name="connsiteX0" fmla="*/ 0 w 749037"/>
              <a:gd name="connsiteY0" fmla="*/ 0 h 859337"/>
              <a:gd name="connsiteX1" fmla="*/ 749037 w 749037"/>
              <a:gd name="connsiteY1" fmla="*/ 0 h 859337"/>
              <a:gd name="connsiteX2" fmla="*/ 749037 w 749037"/>
              <a:gd name="connsiteY2" fmla="*/ 859337 h 859337"/>
              <a:gd name="connsiteX3" fmla="*/ 0 w 749037"/>
              <a:gd name="connsiteY3" fmla="*/ 859337 h 859337"/>
              <a:gd name="connsiteX4" fmla="*/ 0 w 749037"/>
              <a:gd name="connsiteY4" fmla="*/ 0 h 859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037" h="859337">
                <a:moveTo>
                  <a:pt x="0" y="0"/>
                </a:moveTo>
                <a:lnTo>
                  <a:pt x="749037" y="0"/>
                </a:lnTo>
                <a:lnTo>
                  <a:pt x="749037" y="859337"/>
                </a:lnTo>
                <a:lnTo>
                  <a:pt x="0" y="859337"/>
                </a:lnTo>
                <a:lnTo>
                  <a:pt x="0" y="0"/>
                </a:lnTo>
                <a:close/>
              </a:path>
            </a:pathLst>
          </a:custGeom>
        </p:spPr>
      </p:pic>
      <p:sp>
        <p:nvSpPr>
          <p:cNvPr id="60" name="Slide Number Placeholder 5">
            <a:extLst>
              <a:ext uri="{FF2B5EF4-FFF2-40B4-BE49-F238E27FC236}">
                <a16:creationId xmlns:a16="http://schemas.microsoft.com/office/drawing/2014/main" id="{B4583357-01C3-85EA-C05E-F489C958C642}"/>
              </a:ext>
            </a:extLst>
          </p:cNvPr>
          <p:cNvSpPr txBox="1">
            <a:spLocks/>
          </p:cNvSpPr>
          <p:nvPr/>
        </p:nvSpPr>
        <p:spPr>
          <a:xfrm>
            <a:off x="11834190" y="6492875"/>
            <a:ext cx="261769" cy="365125"/>
          </a:xfrm>
          <a:prstGeom prst="rect">
            <a:avLst/>
          </a:prstGeom>
        </p:spPr>
        <p:txBody>
          <a:bodyPr vert="horz" lIns="0" tIns="45720" rIns="0" bIns="45720" rtlCol="0" anchor="ctr"/>
          <a:lstStyle>
            <a:defPPr>
              <a:defRPr lang="en-US"/>
            </a:defPPr>
            <a:lvl1pPr marL="0" algn="r" defTabSz="914400" rtl="0" eaLnBrk="1" latinLnBrk="0" hangingPunct="1">
              <a:defRPr sz="1100" b="1" kern="1200">
                <a:solidFill>
                  <a:schemeClr val="tx1"/>
                </a:solidFill>
                <a:latin typeface="AvenirNext LT Pro Medium" panose="020B05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8C158F0-531B-4D8F-B6F9-8CC09C40F2A5}" type="slidenum">
              <a:rPr lang="en-US" sz="800" b="1" smtClean="0">
                <a:latin typeface="+mn-lt"/>
              </a:rPr>
              <a:pPr/>
              <a:t>‹#›</a:t>
            </a:fld>
            <a:endParaRPr lang="en-US" sz="800" b="1">
              <a:latin typeface="+mn-lt"/>
            </a:endParaRPr>
          </a:p>
        </p:txBody>
      </p:sp>
      <p:grpSp>
        <p:nvGrpSpPr>
          <p:cNvPr id="61" name="Group 60">
            <a:extLst>
              <a:ext uri="{FF2B5EF4-FFF2-40B4-BE49-F238E27FC236}">
                <a16:creationId xmlns:a16="http://schemas.microsoft.com/office/drawing/2014/main" id="{8C78C525-E199-CCD1-1E2C-4C14A70A1109}"/>
              </a:ext>
            </a:extLst>
          </p:cNvPr>
          <p:cNvGrpSpPr/>
          <p:nvPr/>
        </p:nvGrpSpPr>
        <p:grpSpPr>
          <a:xfrm>
            <a:off x="10972800" y="274320"/>
            <a:ext cx="732897" cy="319002"/>
            <a:chOff x="10956590" y="246968"/>
            <a:chExt cx="732897" cy="319002"/>
          </a:xfrm>
          <a:solidFill>
            <a:schemeClr val="bg1"/>
          </a:solidFill>
        </p:grpSpPr>
        <p:sp>
          <p:nvSpPr>
            <p:cNvPr id="62" name="Freeform: Shape 6">
              <a:extLst>
                <a:ext uri="{FF2B5EF4-FFF2-40B4-BE49-F238E27FC236}">
                  <a16:creationId xmlns:a16="http://schemas.microsoft.com/office/drawing/2014/main" id="{8CFF9DD8-C27C-1910-1652-516CE0510AE1}"/>
                </a:ext>
              </a:extLst>
            </p:cNvPr>
            <p:cNvSpPr/>
            <p:nvPr/>
          </p:nvSpPr>
          <p:spPr>
            <a:xfrm>
              <a:off x="11502373" y="368572"/>
              <a:ext cx="152189" cy="197064"/>
            </a:xfrm>
            <a:custGeom>
              <a:avLst/>
              <a:gdLst>
                <a:gd name="connsiteX0" fmla="*/ 573754 w 970738"/>
                <a:gd name="connsiteY0" fmla="*/ 503046 h 1256976"/>
                <a:gd name="connsiteX1" fmla="*/ 309665 w 970738"/>
                <a:gd name="connsiteY1" fmla="*/ 342037 h 1256976"/>
                <a:gd name="connsiteX2" fmla="*/ 479193 w 970738"/>
                <a:gd name="connsiteY2" fmla="*/ 230013 h 1256976"/>
                <a:gd name="connsiteX3" fmla="*/ 728799 w 970738"/>
                <a:gd name="connsiteY3" fmla="*/ 347575 h 1256976"/>
                <a:gd name="connsiteX4" fmla="*/ 898327 w 970738"/>
                <a:gd name="connsiteY4" fmla="*/ 181028 h 1256976"/>
                <a:gd name="connsiteX5" fmla="*/ 479193 w 970738"/>
                <a:gd name="connsiteY5" fmla="*/ 0 h 1256976"/>
                <a:gd name="connsiteX6" fmla="*/ 48558 w 970738"/>
                <a:gd name="connsiteY6" fmla="*/ 356094 h 1256976"/>
                <a:gd name="connsiteX7" fmla="*/ 404652 w 970738"/>
                <a:gd name="connsiteY7" fmla="*/ 726244 h 1256976"/>
                <a:gd name="connsiteX8" fmla="*/ 697705 w 970738"/>
                <a:gd name="connsiteY8" fmla="*/ 895772 h 1256976"/>
                <a:gd name="connsiteX9" fmla="*/ 485156 w 970738"/>
                <a:gd name="connsiteY9" fmla="*/ 1024834 h 1256976"/>
                <a:gd name="connsiteX10" fmla="*/ 174639 w 970738"/>
                <a:gd name="connsiteY10" fmla="*/ 888105 h 1256976"/>
                <a:gd name="connsiteX11" fmla="*/ 0 w 970738"/>
                <a:gd name="connsiteY11" fmla="*/ 1057632 h 1256976"/>
                <a:gd name="connsiteX12" fmla="*/ 502620 w 970738"/>
                <a:gd name="connsiteY12" fmla="*/ 1256977 h 1256976"/>
                <a:gd name="connsiteX13" fmla="*/ 970738 w 970738"/>
                <a:gd name="connsiteY13" fmla="*/ 880863 h 1256976"/>
                <a:gd name="connsiteX14" fmla="*/ 574606 w 970738"/>
                <a:gd name="connsiteY14" fmla="*/ 501768 h 125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70738" h="1256976">
                  <a:moveTo>
                    <a:pt x="573754" y="503046"/>
                  </a:moveTo>
                  <a:cubicBezTo>
                    <a:pt x="384206" y="454062"/>
                    <a:pt x="309665" y="434042"/>
                    <a:pt x="309665" y="342037"/>
                  </a:cubicBezTo>
                  <a:cubicBezTo>
                    <a:pt x="309665" y="270478"/>
                    <a:pt x="370150" y="230013"/>
                    <a:pt x="479193" y="230013"/>
                  </a:cubicBezTo>
                  <a:cubicBezTo>
                    <a:pt x="588236" y="230013"/>
                    <a:pt x="671722" y="281553"/>
                    <a:pt x="728799" y="347575"/>
                  </a:cubicBezTo>
                  <a:lnTo>
                    <a:pt x="898327" y="181028"/>
                  </a:lnTo>
                  <a:cubicBezTo>
                    <a:pt x="806322" y="80504"/>
                    <a:pt x="671722" y="0"/>
                    <a:pt x="479193" y="0"/>
                  </a:cubicBezTo>
                  <a:cubicBezTo>
                    <a:pt x="241087" y="0"/>
                    <a:pt x="48558" y="115006"/>
                    <a:pt x="48558" y="356094"/>
                  </a:cubicBezTo>
                  <a:cubicBezTo>
                    <a:pt x="48558" y="597181"/>
                    <a:pt x="226605" y="677685"/>
                    <a:pt x="404652" y="726244"/>
                  </a:cubicBezTo>
                  <a:cubicBezTo>
                    <a:pt x="608681" y="783747"/>
                    <a:pt x="697705" y="798229"/>
                    <a:pt x="697705" y="895772"/>
                  </a:cubicBezTo>
                  <a:cubicBezTo>
                    <a:pt x="697705" y="976276"/>
                    <a:pt x="631683" y="1024834"/>
                    <a:pt x="485156" y="1024834"/>
                  </a:cubicBezTo>
                  <a:cubicBezTo>
                    <a:pt x="355668" y="1024834"/>
                    <a:pt x="248754" y="981813"/>
                    <a:pt x="174639" y="888105"/>
                  </a:cubicBezTo>
                  <a:lnTo>
                    <a:pt x="0" y="1057632"/>
                  </a:lnTo>
                  <a:cubicBezTo>
                    <a:pt x="93283" y="1166249"/>
                    <a:pt x="263237" y="1256977"/>
                    <a:pt x="502620" y="1256977"/>
                  </a:cubicBezTo>
                  <a:cubicBezTo>
                    <a:pt x="844232" y="1256977"/>
                    <a:pt x="970738" y="1087449"/>
                    <a:pt x="970738" y="880863"/>
                  </a:cubicBezTo>
                  <a:cubicBezTo>
                    <a:pt x="970738" y="625294"/>
                    <a:pt x="764153" y="550753"/>
                    <a:pt x="574606" y="501768"/>
                  </a:cubicBezTo>
                  <a:close/>
                </a:path>
              </a:pathLst>
            </a:custGeom>
            <a:grpFill/>
            <a:ln w="0" cap="flat">
              <a:noFill/>
              <a:prstDash val="solid"/>
              <a:miter/>
            </a:ln>
          </p:spPr>
          <p:txBody>
            <a:bodyPr rtlCol="0" anchor="ctr"/>
            <a:lstStyle/>
            <a:p>
              <a:endParaRPr lang="en-US">
                <a:solidFill>
                  <a:srgbClr val="23004B"/>
                </a:solidFill>
              </a:endParaRPr>
            </a:p>
          </p:txBody>
        </p:sp>
        <p:sp>
          <p:nvSpPr>
            <p:cNvPr id="63" name="Freeform: Shape 7">
              <a:extLst>
                <a:ext uri="{FF2B5EF4-FFF2-40B4-BE49-F238E27FC236}">
                  <a16:creationId xmlns:a16="http://schemas.microsoft.com/office/drawing/2014/main" id="{03BD2A61-539C-4822-6483-42D945B38F78}"/>
                </a:ext>
              </a:extLst>
            </p:cNvPr>
            <p:cNvSpPr/>
            <p:nvPr/>
          </p:nvSpPr>
          <p:spPr>
            <a:xfrm>
              <a:off x="11129146" y="368572"/>
              <a:ext cx="198854" cy="197398"/>
            </a:xfrm>
            <a:custGeom>
              <a:avLst/>
              <a:gdLst>
                <a:gd name="connsiteX0" fmla="*/ 678111 w 1268394"/>
                <a:gd name="connsiteY0" fmla="*/ 1015037 h 1259106"/>
                <a:gd name="connsiteX1" fmla="*/ 1020149 w 1268394"/>
                <a:gd name="connsiteY1" fmla="*/ 885549 h 1259106"/>
                <a:gd name="connsiteX2" fmla="*/ 1189677 w 1268394"/>
                <a:gd name="connsiteY2" fmla="*/ 1063596 h 1259106"/>
                <a:gd name="connsiteX3" fmla="*/ 681093 w 1268394"/>
                <a:gd name="connsiteY3" fmla="*/ 1259106 h 1259106"/>
                <a:gd name="connsiteX4" fmla="*/ 0 w 1268394"/>
                <a:gd name="connsiteY4" fmla="*/ 629553 h 1259106"/>
                <a:gd name="connsiteX5" fmla="*/ 643610 w 1268394"/>
                <a:gd name="connsiteY5" fmla="*/ 0 h 1259106"/>
                <a:gd name="connsiteX6" fmla="*/ 1267199 w 1268394"/>
                <a:gd name="connsiteY6" fmla="*/ 727096 h 1259106"/>
                <a:gd name="connsiteX7" fmla="*/ 295609 w 1268394"/>
                <a:gd name="connsiteY7" fmla="*/ 727096 h 1259106"/>
                <a:gd name="connsiteX8" fmla="*/ 677685 w 1268394"/>
                <a:gd name="connsiteY8" fmla="*/ 1014611 h 1259106"/>
                <a:gd name="connsiteX9" fmla="*/ 974146 w 1268394"/>
                <a:gd name="connsiteY9" fmla="*/ 526473 h 1259106"/>
                <a:gd name="connsiteX10" fmla="*/ 646591 w 1268394"/>
                <a:gd name="connsiteY10" fmla="*/ 241939 h 1259106"/>
                <a:gd name="connsiteX11" fmla="*/ 296035 w 1268394"/>
                <a:gd name="connsiteY11" fmla="*/ 526473 h 1259106"/>
                <a:gd name="connsiteX12" fmla="*/ 974146 w 1268394"/>
                <a:gd name="connsiteY12" fmla="*/ 526473 h 1259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8394" h="1259106">
                  <a:moveTo>
                    <a:pt x="678111" y="1015037"/>
                  </a:moveTo>
                  <a:cubicBezTo>
                    <a:pt x="836139" y="1015037"/>
                    <a:pt x="951145" y="951997"/>
                    <a:pt x="1020149" y="885549"/>
                  </a:cubicBezTo>
                  <a:lnTo>
                    <a:pt x="1189677" y="1063596"/>
                  </a:lnTo>
                  <a:cubicBezTo>
                    <a:pt x="1077652" y="1175620"/>
                    <a:pt x="922606" y="1259106"/>
                    <a:pt x="681093" y="1259106"/>
                  </a:cubicBezTo>
                  <a:cubicBezTo>
                    <a:pt x="267070" y="1259106"/>
                    <a:pt x="0" y="991610"/>
                    <a:pt x="0" y="629553"/>
                  </a:cubicBezTo>
                  <a:cubicBezTo>
                    <a:pt x="0" y="267496"/>
                    <a:pt x="281553" y="0"/>
                    <a:pt x="643610" y="0"/>
                  </a:cubicBezTo>
                  <a:cubicBezTo>
                    <a:pt x="1054651" y="0"/>
                    <a:pt x="1287219" y="304554"/>
                    <a:pt x="1267199" y="727096"/>
                  </a:cubicBezTo>
                  <a:lnTo>
                    <a:pt x="295609" y="727096"/>
                  </a:lnTo>
                  <a:cubicBezTo>
                    <a:pt x="330111" y="902587"/>
                    <a:pt x="456618" y="1014611"/>
                    <a:pt x="677685" y="1014611"/>
                  </a:cubicBezTo>
                  <a:close/>
                  <a:moveTo>
                    <a:pt x="974146" y="526473"/>
                  </a:moveTo>
                  <a:cubicBezTo>
                    <a:pt x="948163" y="362483"/>
                    <a:pt x="847639" y="241939"/>
                    <a:pt x="646591" y="241939"/>
                  </a:cubicBezTo>
                  <a:cubicBezTo>
                    <a:pt x="459599" y="241939"/>
                    <a:pt x="330537" y="345445"/>
                    <a:pt x="296035" y="526473"/>
                  </a:cubicBezTo>
                  <a:lnTo>
                    <a:pt x="974146" y="526473"/>
                  </a:lnTo>
                  <a:close/>
                </a:path>
              </a:pathLst>
            </a:custGeom>
            <a:grpFill/>
            <a:ln w="0" cap="flat">
              <a:noFill/>
              <a:prstDash val="solid"/>
              <a:miter/>
            </a:ln>
          </p:spPr>
          <p:txBody>
            <a:bodyPr rtlCol="0" anchor="ctr"/>
            <a:lstStyle/>
            <a:p>
              <a:endParaRPr lang="en-US">
                <a:solidFill>
                  <a:srgbClr val="23004B"/>
                </a:solidFill>
              </a:endParaRPr>
            </a:p>
          </p:txBody>
        </p:sp>
        <p:sp>
          <p:nvSpPr>
            <p:cNvPr id="64" name="Freeform: Shape 8">
              <a:extLst>
                <a:ext uri="{FF2B5EF4-FFF2-40B4-BE49-F238E27FC236}">
                  <a16:creationId xmlns:a16="http://schemas.microsoft.com/office/drawing/2014/main" id="{9118526A-CAD4-EB34-9642-68BB5E19A4B1}"/>
                </a:ext>
              </a:extLst>
            </p:cNvPr>
            <p:cNvSpPr/>
            <p:nvPr/>
          </p:nvSpPr>
          <p:spPr>
            <a:xfrm>
              <a:off x="11359466" y="246968"/>
              <a:ext cx="44074" cy="315262"/>
            </a:xfrm>
            <a:custGeom>
              <a:avLst/>
              <a:gdLst>
                <a:gd name="connsiteX0" fmla="*/ 0 w 281126"/>
                <a:gd name="connsiteY0" fmla="*/ 0 h 2010906"/>
                <a:gd name="connsiteX1" fmla="*/ 281127 w 281126"/>
                <a:gd name="connsiteY1" fmla="*/ 0 h 2010906"/>
                <a:gd name="connsiteX2" fmla="*/ 281127 w 281126"/>
                <a:gd name="connsiteY2" fmla="*/ 2010907 h 2010906"/>
                <a:gd name="connsiteX3" fmla="*/ 0 w 281126"/>
                <a:gd name="connsiteY3" fmla="*/ 2010907 h 2010906"/>
                <a:gd name="connsiteX4" fmla="*/ 0 w 281126"/>
                <a:gd name="connsiteY4" fmla="*/ 0 h 2010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126" h="2010906">
                  <a:moveTo>
                    <a:pt x="0" y="0"/>
                  </a:moveTo>
                  <a:lnTo>
                    <a:pt x="281127" y="0"/>
                  </a:lnTo>
                  <a:lnTo>
                    <a:pt x="281127" y="2010907"/>
                  </a:lnTo>
                  <a:lnTo>
                    <a:pt x="0" y="2010907"/>
                  </a:lnTo>
                  <a:lnTo>
                    <a:pt x="0" y="0"/>
                  </a:lnTo>
                  <a:close/>
                </a:path>
              </a:pathLst>
            </a:custGeom>
            <a:grpFill/>
            <a:ln w="0" cap="flat">
              <a:noFill/>
              <a:prstDash val="solid"/>
              <a:miter/>
            </a:ln>
          </p:spPr>
          <p:txBody>
            <a:bodyPr rtlCol="0" anchor="ctr"/>
            <a:lstStyle/>
            <a:p>
              <a:endParaRPr lang="en-US">
                <a:solidFill>
                  <a:srgbClr val="23004B"/>
                </a:solidFill>
              </a:endParaRPr>
            </a:p>
          </p:txBody>
        </p:sp>
        <p:sp>
          <p:nvSpPr>
            <p:cNvPr id="65" name="Freeform: Shape 9">
              <a:extLst>
                <a:ext uri="{FF2B5EF4-FFF2-40B4-BE49-F238E27FC236}">
                  <a16:creationId xmlns:a16="http://schemas.microsoft.com/office/drawing/2014/main" id="{88B25FFF-6188-3143-C1D7-6DCC8F880476}"/>
                </a:ext>
              </a:extLst>
            </p:cNvPr>
            <p:cNvSpPr/>
            <p:nvPr/>
          </p:nvSpPr>
          <p:spPr>
            <a:xfrm>
              <a:off x="11434392" y="370442"/>
              <a:ext cx="44541" cy="191588"/>
            </a:xfrm>
            <a:custGeom>
              <a:avLst/>
              <a:gdLst>
                <a:gd name="connsiteX0" fmla="*/ 0 w 284108"/>
                <a:gd name="connsiteY0" fmla="*/ 0 h 1222048"/>
                <a:gd name="connsiteX1" fmla="*/ 284108 w 284108"/>
                <a:gd name="connsiteY1" fmla="*/ 0 h 1222048"/>
                <a:gd name="connsiteX2" fmla="*/ 284108 w 284108"/>
                <a:gd name="connsiteY2" fmla="*/ 1222049 h 1222048"/>
                <a:gd name="connsiteX3" fmla="*/ 0 w 284108"/>
                <a:gd name="connsiteY3" fmla="*/ 1222049 h 1222048"/>
              </a:gdLst>
              <a:ahLst/>
              <a:cxnLst>
                <a:cxn ang="0">
                  <a:pos x="connsiteX0" y="connsiteY0"/>
                </a:cxn>
                <a:cxn ang="0">
                  <a:pos x="connsiteX1" y="connsiteY1"/>
                </a:cxn>
                <a:cxn ang="0">
                  <a:pos x="connsiteX2" y="connsiteY2"/>
                </a:cxn>
                <a:cxn ang="0">
                  <a:pos x="connsiteX3" y="connsiteY3"/>
                </a:cxn>
              </a:cxnLst>
              <a:rect l="l" t="t" r="r" b="b"/>
              <a:pathLst>
                <a:path w="284108" h="1222048">
                  <a:moveTo>
                    <a:pt x="0" y="0"/>
                  </a:moveTo>
                  <a:lnTo>
                    <a:pt x="284108" y="0"/>
                  </a:lnTo>
                  <a:lnTo>
                    <a:pt x="284108" y="1222049"/>
                  </a:lnTo>
                  <a:lnTo>
                    <a:pt x="0" y="1222049"/>
                  </a:lnTo>
                  <a:close/>
                </a:path>
              </a:pathLst>
            </a:custGeom>
            <a:grpFill/>
            <a:ln w="0" cap="flat">
              <a:noFill/>
              <a:prstDash val="solid"/>
              <a:miter/>
            </a:ln>
          </p:spPr>
          <p:txBody>
            <a:bodyPr rtlCol="0" anchor="ctr"/>
            <a:lstStyle/>
            <a:p>
              <a:endParaRPr lang="en-US">
                <a:solidFill>
                  <a:srgbClr val="23004B"/>
                </a:solidFill>
              </a:endParaRPr>
            </a:p>
          </p:txBody>
        </p:sp>
        <p:sp>
          <p:nvSpPr>
            <p:cNvPr id="66" name="Freeform: Shape 10">
              <a:extLst>
                <a:ext uri="{FF2B5EF4-FFF2-40B4-BE49-F238E27FC236}">
                  <a16:creationId xmlns:a16="http://schemas.microsoft.com/office/drawing/2014/main" id="{B73DAD05-357F-FD03-08E2-546AA03AE48B}"/>
                </a:ext>
              </a:extLst>
            </p:cNvPr>
            <p:cNvSpPr/>
            <p:nvPr/>
          </p:nvSpPr>
          <p:spPr>
            <a:xfrm>
              <a:off x="11427581" y="278020"/>
              <a:ext cx="58498" cy="58097"/>
            </a:xfrm>
            <a:custGeom>
              <a:avLst/>
              <a:gdLst>
                <a:gd name="connsiteX0" fmla="*/ 0 w 373131"/>
                <a:gd name="connsiteY0" fmla="*/ 184010 h 370575"/>
                <a:gd name="connsiteX1" fmla="*/ 186566 w 373131"/>
                <a:gd name="connsiteY1" fmla="*/ 0 h 370575"/>
                <a:gd name="connsiteX2" fmla="*/ 373132 w 373131"/>
                <a:gd name="connsiteY2" fmla="*/ 184010 h 370575"/>
                <a:gd name="connsiteX3" fmla="*/ 186566 w 373131"/>
                <a:gd name="connsiteY3" fmla="*/ 370576 h 370575"/>
                <a:gd name="connsiteX4" fmla="*/ 0 w 373131"/>
                <a:gd name="connsiteY4" fmla="*/ 184010 h 370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3131" h="370575">
                  <a:moveTo>
                    <a:pt x="0" y="184010"/>
                  </a:moveTo>
                  <a:cubicBezTo>
                    <a:pt x="0" y="78375"/>
                    <a:pt x="86468" y="0"/>
                    <a:pt x="186566" y="0"/>
                  </a:cubicBezTo>
                  <a:cubicBezTo>
                    <a:pt x="286664" y="0"/>
                    <a:pt x="373132" y="77949"/>
                    <a:pt x="373132" y="184010"/>
                  </a:cubicBezTo>
                  <a:cubicBezTo>
                    <a:pt x="373132" y="295609"/>
                    <a:pt x="286664" y="370576"/>
                    <a:pt x="186566" y="370576"/>
                  </a:cubicBezTo>
                  <a:cubicBezTo>
                    <a:pt x="86468" y="370576"/>
                    <a:pt x="0" y="295183"/>
                    <a:pt x="0" y="184010"/>
                  </a:cubicBezTo>
                  <a:close/>
                </a:path>
              </a:pathLst>
            </a:custGeom>
            <a:grpFill/>
            <a:ln w="0" cap="flat">
              <a:noFill/>
              <a:prstDash val="solid"/>
              <a:miter/>
            </a:ln>
          </p:spPr>
          <p:txBody>
            <a:bodyPr rtlCol="0" anchor="ctr"/>
            <a:lstStyle/>
            <a:p>
              <a:endParaRPr lang="en-US">
                <a:solidFill>
                  <a:srgbClr val="23004B"/>
                </a:solidFill>
              </a:endParaRPr>
            </a:p>
          </p:txBody>
        </p:sp>
        <p:sp>
          <p:nvSpPr>
            <p:cNvPr id="67" name="Freeform: Shape 11">
              <a:extLst>
                <a:ext uri="{FF2B5EF4-FFF2-40B4-BE49-F238E27FC236}">
                  <a16:creationId xmlns:a16="http://schemas.microsoft.com/office/drawing/2014/main" id="{A09025F0-9F1A-19A4-900F-FEFE2F2F7541}"/>
                </a:ext>
              </a:extLst>
            </p:cNvPr>
            <p:cNvSpPr/>
            <p:nvPr/>
          </p:nvSpPr>
          <p:spPr>
            <a:xfrm>
              <a:off x="10971482" y="370308"/>
              <a:ext cx="163074" cy="40468"/>
            </a:xfrm>
            <a:custGeom>
              <a:avLst/>
              <a:gdLst>
                <a:gd name="connsiteX0" fmla="*/ 871918 w 1040168"/>
                <a:gd name="connsiteY0" fmla="*/ 257273 h 258125"/>
                <a:gd name="connsiteX1" fmla="*/ 1040168 w 1040168"/>
                <a:gd name="connsiteY1" fmla="*/ 0 h 258125"/>
                <a:gd name="connsiteX2" fmla="*/ 0 w 1040168"/>
                <a:gd name="connsiteY2" fmla="*/ 0 h 258125"/>
                <a:gd name="connsiteX3" fmla="*/ 0 w 1040168"/>
                <a:gd name="connsiteY3" fmla="*/ 258125 h 258125"/>
                <a:gd name="connsiteX4" fmla="*/ 871918 w 1040168"/>
                <a:gd name="connsiteY4" fmla="*/ 257273 h 258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168" h="258125">
                  <a:moveTo>
                    <a:pt x="871918" y="257273"/>
                  </a:moveTo>
                  <a:lnTo>
                    <a:pt x="1040168" y="0"/>
                  </a:lnTo>
                  <a:lnTo>
                    <a:pt x="0" y="0"/>
                  </a:lnTo>
                  <a:lnTo>
                    <a:pt x="0" y="258125"/>
                  </a:lnTo>
                  <a:lnTo>
                    <a:pt x="871918" y="257273"/>
                  </a:lnTo>
                  <a:close/>
                </a:path>
              </a:pathLst>
            </a:custGeom>
            <a:grpFill/>
            <a:ln w="0" cap="flat">
              <a:noFill/>
              <a:prstDash val="solid"/>
              <a:miter/>
            </a:ln>
          </p:spPr>
          <p:txBody>
            <a:bodyPr rtlCol="0" anchor="ctr"/>
            <a:lstStyle/>
            <a:p>
              <a:endParaRPr lang="en-US">
                <a:solidFill>
                  <a:srgbClr val="23004B"/>
                </a:solidFill>
              </a:endParaRPr>
            </a:p>
          </p:txBody>
        </p:sp>
        <p:sp>
          <p:nvSpPr>
            <p:cNvPr id="68" name="Freeform: Shape 12">
              <a:extLst>
                <a:ext uri="{FF2B5EF4-FFF2-40B4-BE49-F238E27FC236}">
                  <a16:creationId xmlns:a16="http://schemas.microsoft.com/office/drawing/2014/main" id="{2319D1E0-24A9-882F-C79E-60AE16D03259}"/>
                </a:ext>
              </a:extLst>
            </p:cNvPr>
            <p:cNvSpPr/>
            <p:nvPr/>
          </p:nvSpPr>
          <p:spPr>
            <a:xfrm>
              <a:off x="10956590" y="522096"/>
              <a:ext cx="163608" cy="40468"/>
            </a:xfrm>
            <a:custGeom>
              <a:avLst/>
              <a:gdLst>
                <a:gd name="connsiteX0" fmla="*/ 0 w 1043575"/>
                <a:gd name="connsiteY0" fmla="*/ 257699 h 258125"/>
                <a:gd name="connsiteX1" fmla="*/ 1043576 w 1043575"/>
                <a:gd name="connsiteY1" fmla="*/ 258125 h 258125"/>
                <a:gd name="connsiteX2" fmla="*/ 1043576 w 1043575"/>
                <a:gd name="connsiteY2" fmla="*/ 0 h 258125"/>
                <a:gd name="connsiteX3" fmla="*/ 168676 w 1043575"/>
                <a:gd name="connsiteY3" fmla="*/ 0 h 258125"/>
                <a:gd name="connsiteX4" fmla="*/ 0 w 1043575"/>
                <a:gd name="connsiteY4" fmla="*/ 257699 h 258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3575" h="258125">
                  <a:moveTo>
                    <a:pt x="0" y="257699"/>
                  </a:moveTo>
                  <a:lnTo>
                    <a:pt x="1043576" y="258125"/>
                  </a:lnTo>
                  <a:lnTo>
                    <a:pt x="1043576" y="0"/>
                  </a:lnTo>
                  <a:lnTo>
                    <a:pt x="168676" y="0"/>
                  </a:lnTo>
                  <a:lnTo>
                    <a:pt x="0" y="257699"/>
                  </a:lnTo>
                  <a:close/>
                </a:path>
              </a:pathLst>
            </a:custGeom>
            <a:grpFill/>
            <a:ln w="0" cap="flat">
              <a:noFill/>
              <a:prstDash val="solid"/>
              <a:miter/>
            </a:ln>
          </p:spPr>
          <p:txBody>
            <a:bodyPr rtlCol="0" anchor="ctr"/>
            <a:lstStyle/>
            <a:p>
              <a:endParaRPr lang="en-US">
                <a:solidFill>
                  <a:srgbClr val="23004B"/>
                </a:solidFill>
              </a:endParaRPr>
            </a:p>
          </p:txBody>
        </p:sp>
        <p:sp>
          <p:nvSpPr>
            <p:cNvPr id="69" name="Freeform: Shape 13">
              <a:extLst>
                <a:ext uri="{FF2B5EF4-FFF2-40B4-BE49-F238E27FC236}">
                  <a16:creationId xmlns:a16="http://schemas.microsoft.com/office/drawing/2014/main" id="{95443B10-9979-1F39-1356-AA5A31DC58A3}"/>
                </a:ext>
              </a:extLst>
            </p:cNvPr>
            <p:cNvSpPr/>
            <p:nvPr/>
          </p:nvSpPr>
          <p:spPr>
            <a:xfrm>
              <a:off x="10991716" y="424065"/>
              <a:ext cx="107714" cy="84408"/>
            </a:xfrm>
            <a:custGeom>
              <a:avLst/>
              <a:gdLst>
                <a:gd name="connsiteX0" fmla="*/ 0 w 687056"/>
                <a:gd name="connsiteY0" fmla="*/ 538400 h 538399"/>
                <a:gd name="connsiteX1" fmla="*/ 334370 w 687056"/>
                <a:gd name="connsiteY1" fmla="*/ 538400 h 538399"/>
                <a:gd name="connsiteX2" fmla="*/ 687056 w 687056"/>
                <a:gd name="connsiteY2" fmla="*/ 0 h 538399"/>
                <a:gd name="connsiteX3" fmla="*/ 353112 w 687056"/>
                <a:gd name="connsiteY3" fmla="*/ 426 h 538399"/>
                <a:gd name="connsiteX4" fmla="*/ 0 w 687056"/>
                <a:gd name="connsiteY4" fmla="*/ 538400 h 5383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7056" h="538399">
                  <a:moveTo>
                    <a:pt x="0" y="538400"/>
                  </a:moveTo>
                  <a:lnTo>
                    <a:pt x="334370" y="538400"/>
                  </a:lnTo>
                  <a:lnTo>
                    <a:pt x="687056" y="0"/>
                  </a:lnTo>
                  <a:lnTo>
                    <a:pt x="353112" y="426"/>
                  </a:lnTo>
                  <a:lnTo>
                    <a:pt x="0" y="538400"/>
                  </a:lnTo>
                  <a:close/>
                </a:path>
              </a:pathLst>
            </a:custGeom>
            <a:grpFill/>
            <a:ln w="0" cap="flat">
              <a:noFill/>
              <a:prstDash val="solid"/>
              <a:miter/>
            </a:ln>
          </p:spPr>
          <p:txBody>
            <a:bodyPr rtlCol="0" anchor="ctr"/>
            <a:lstStyle/>
            <a:p>
              <a:endParaRPr lang="en-US">
                <a:solidFill>
                  <a:srgbClr val="23004B"/>
                </a:solidFill>
              </a:endParaRPr>
            </a:p>
          </p:txBody>
        </p:sp>
        <p:sp>
          <p:nvSpPr>
            <p:cNvPr id="70" name="Freeform: Shape 14">
              <a:extLst>
                <a:ext uri="{FF2B5EF4-FFF2-40B4-BE49-F238E27FC236}">
                  <a16:creationId xmlns:a16="http://schemas.microsoft.com/office/drawing/2014/main" id="{B28FE5E2-04AC-C8E4-AD19-9A7291C0812F}"/>
                </a:ext>
              </a:extLst>
            </p:cNvPr>
            <p:cNvSpPr/>
            <p:nvPr/>
          </p:nvSpPr>
          <p:spPr>
            <a:xfrm>
              <a:off x="11660372" y="536254"/>
              <a:ext cx="29115" cy="29115"/>
            </a:xfrm>
            <a:custGeom>
              <a:avLst/>
              <a:gdLst>
                <a:gd name="connsiteX0" fmla="*/ 100524 w 185713"/>
                <a:gd name="connsiteY0" fmla="*/ 52392 h 185713"/>
                <a:gd name="connsiteX1" fmla="*/ 119692 w 185713"/>
                <a:gd name="connsiteY1" fmla="*/ 71985 h 185713"/>
                <a:gd name="connsiteX2" fmla="*/ 100524 w 185713"/>
                <a:gd name="connsiteY2" fmla="*/ 90727 h 185713"/>
                <a:gd name="connsiteX3" fmla="*/ 71133 w 185713"/>
                <a:gd name="connsiteY3" fmla="*/ 90727 h 185713"/>
                <a:gd name="connsiteX4" fmla="*/ 71133 w 185713"/>
                <a:gd name="connsiteY4" fmla="*/ 51966 h 185713"/>
                <a:gd name="connsiteX5" fmla="*/ 100524 w 185713"/>
                <a:gd name="connsiteY5" fmla="*/ 51966 h 185713"/>
                <a:gd name="connsiteX6" fmla="*/ 117988 w 185713"/>
                <a:gd name="connsiteY6" fmla="*/ 146101 h 185713"/>
                <a:gd name="connsiteX7" fmla="*/ 135452 w 185713"/>
                <a:gd name="connsiteY7" fmla="*/ 146101 h 185713"/>
                <a:gd name="connsiteX8" fmla="*/ 106913 w 185713"/>
                <a:gd name="connsiteY8" fmla="*/ 103506 h 185713"/>
                <a:gd name="connsiteX9" fmla="*/ 134174 w 185713"/>
                <a:gd name="connsiteY9" fmla="*/ 71985 h 185713"/>
                <a:gd name="connsiteX10" fmla="*/ 100524 w 185713"/>
                <a:gd name="connsiteY10" fmla="*/ 39613 h 185713"/>
                <a:gd name="connsiteX11" fmla="*/ 57077 w 185713"/>
                <a:gd name="connsiteY11" fmla="*/ 39613 h 185713"/>
                <a:gd name="connsiteX12" fmla="*/ 57077 w 185713"/>
                <a:gd name="connsiteY12" fmla="*/ 146101 h 185713"/>
                <a:gd name="connsiteX13" fmla="*/ 71133 w 185713"/>
                <a:gd name="connsiteY13" fmla="*/ 146101 h 185713"/>
                <a:gd name="connsiteX14" fmla="*/ 71133 w 185713"/>
                <a:gd name="connsiteY14" fmla="*/ 103932 h 185713"/>
                <a:gd name="connsiteX15" fmla="*/ 90301 w 185713"/>
                <a:gd name="connsiteY15" fmla="*/ 103932 h 185713"/>
                <a:gd name="connsiteX16" fmla="*/ 117988 w 185713"/>
                <a:gd name="connsiteY16" fmla="*/ 146101 h 185713"/>
                <a:gd name="connsiteX17" fmla="*/ 92857 w 185713"/>
                <a:gd name="connsiteY17" fmla="*/ 12778 h 185713"/>
                <a:gd name="connsiteX18" fmla="*/ 172510 w 185713"/>
                <a:gd name="connsiteY18" fmla="*/ 92431 h 185713"/>
                <a:gd name="connsiteX19" fmla="*/ 92857 w 185713"/>
                <a:gd name="connsiteY19" fmla="*/ 172509 h 185713"/>
                <a:gd name="connsiteX20" fmla="*/ 12779 w 185713"/>
                <a:gd name="connsiteY20" fmla="*/ 92431 h 185713"/>
                <a:gd name="connsiteX21" fmla="*/ 92857 w 185713"/>
                <a:gd name="connsiteY21" fmla="*/ 12778 h 185713"/>
                <a:gd name="connsiteX22" fmla="*/ 92857 w 185713"/>
                <a:gd name="connsiteY22" fmla="*/ 185714 h 185713"/>
                <a:gd name="connsiteX23" fmla="*/ 185714 w 185713"/>
                <a:gd name="connsiteY23" fmla="*/ 92857 h 185713"/>
                <a:gd name="connsiteX24" fmla="*/ 92857 w 185713"/>
                <a:gd name="connsiteY24" fmla="*/ 0 h 185713"/>
                <a:gd name="connsiteX25" fmla="*/ 0 w 185713"/>
                <a:gd name="connsiteY25" fmla="*/ 92857 h 185713"/>
                <a:gd name="connsiteX26" fmla="*/ 92857 w 185713"/>
                <a:gd name="connsiteY26" fmla="*/ 185714 h 185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85713" h="185713">
                  <a:moveTo>
                    <a:pt x="100524" y="52392"/>
                  </a:moveTo>
                  <a:cubicBezTo>
                    <a:pt x="110747" y="52392"/>
                    <a:pt x="119692" y="60485"/>
                    <a:pt x="119692" y="71985"/>
                  </a:cubicBezTo>
                  <a:cubicBezTo>
                    <a:pt x="119692" y="83060"/>
                    <a:pt x="110321" y="90727"/>
                    <a:pt x="100524" y="90727"/>
                  </a:cubicBezTo>
                  <a:lnTo>
                    <a:pt x="71133" y="90727"/>
                  </a:lnTo>
                  <a:lnTo>
                    <a:pt x="71133" y="51966"/>
                  </a:lnTo>
                  <a:lnTo>
                    <a:pt x="100524" y="51966"/>
                  </a:lnTo>
                  <a:close/>
                  <a:moveTo>
                    <a:pt x="117988" y="146101"/>
                  </a:moveTo>
                  <a:lnTo>
                    <a:pt x="135452" y="146101"/>
                  </a:lnTo>
                  <a:lnTo>
                    <a:pt x="106913" y="103506"/>
                  </a:lnTo>
                  <a:cubicBezTo>
                    <a:pt x="112877" y="103506"/>
                    <a:pt x="134174" y="95413"/>
                    <a:pt x="134174" y="71985"/>
                  </a:cubicBezTo>
                  <a:cubicBezTo>
                    <a:pt x="134174" y="52392"/>
                    <a:pt x="118840" y="39613"/>
                    <a:pt x="100524" y="39613"/>
                  </a:cubicBezTo>
                  <a:lnTo>
                    <a:pt x="57077" y="39613"/>
                  </a:lnTo>
                  <a:lnTo>
                    <a:pt x="57077" y="146101"/>
                  </a:lnTo>
                  <a:lnTo>
                    <a:pt x="71133" y="146101"/>
                  </a:lnTo>
                  <a:lnTo>
                    <a:pt x="71133" y="103932"/>
                  </a:lnTo>
                  <a:lnTo>
                    <a:pt x="90301" y="103932"/>
                  </a:lnTo>
                  <a:lnTo>
                    <a:pt x="117988" y="146101"/>
                  </a:lnTo>
                  <a:close/>
                  <a:moveTo>
                    <a:pt x="92857" y="12778"/>
                  </a:moveTo>
                  <a:cubicBezTo>
                    <a:pt x="137156" y="12778"/>
                    <a:pt x="172510" y="47706"/>
                    <a:pt x="172510" y="92431"/>
                  </a:cubicBezTo>
                  <a:cubicBezTo>
                    <a:pt x="172510" y="137156"/>
                    <a:pt x="137156" y="172509"/>
                    <a:pt x="92857" y="172509"/>
                  </a:cubicBezTo>
                  <a:cubicBezTo>
                    <a:pt x="48558" y="172509"/>
                    <a:pt x="12779" y="136304"/>
                    <a:pt x="12779" y="92431"/>
                  </a:cubicBezTo>
                  <a:cubicBezTo>
                    <a:pt x="12779" y="48558"/>
                    <a:pt x="48558" y="12778"/>
                    <a:pt x="92857" y="12778"/>
                  </a:cubicBezTo>
                  <a:moveTo>
                    <a:pt x="92857" y="185714"/>
                  </a:moveTo>
                  <a:cubicBezTo>
                    <a:pt x="144397" y="185714"/>
                    <a:pt x="185714" y="143971"/>
                    <a:pt x="185714" y="92857"/>
                  </a:cubicBezTo>
                  <a:cubicBezTo>
                    <a:pt x="185714" y="41743"/>
                    <a:pt x="144397" y="0"/>
                    <a:pt x="92857" y="0"/>
                  </a:cubicBezTo>
                  <a:cubicBezTo>
                    <a:pt x="41317" y="0"/>
                    <a:pt x="0" y="41317"/>
                    <a:pt x="0" y="92857"/>
                  </a:cubicBezTo>
                  <a:cubicBezTo>
                    <a:pt x="0" y="144397"/>
                    <a:pt x="41743" y="185714"/>
                    <a:pt x="92857" y="185714"/>
                  </a:cubicBezTo>
                </a:path>
              </a:pathLst>
            </a:custGeom>
            <a:grpFill/>
            <a:ln w="0" cap="flat">
              <a:noFill/>
              <a:prstDash val="solid"/>
              <a:miter/>
            </a:ln>
          </p:spPr>
          <p:txBody>
            <a:bodyPr rtlCol="0" anchor="ctr"/>
            <a:lstStyle/>
            <a:p>
              <a:endParaRPr lang="en-US">
                <a:solidFill>
                  <a:srgbClr val="23004B"/>
                </a:solidFill>
              </a:endParaRPr>
            </a:p>
          </p:txBody>
        </p:sp>
      </p:grpSp>
    </p:spTree>
    <p:extLst>
      <p:ext uri="{BB962C8B-B14F-4D97-AF65-F5344CB8AC3E}">
        <p14:creationId xmlns:p14="http://schemas.microsoft.com/office/powerpoint/2010/main" val="428706366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F2DF1D-EBE6-B017-14A1-1522515069B7}"/>
              </a:ext>
            </a:extLst>
          </p:cNvPr>
          <p:cNvSpPr>
            <a:spLocks noGrp="1"/>
          </p:cNvSpPr>
          <p:nvPr>
            <p:ph type="dt" sz="half" idx="10"/>
          </p:nvPr>
        </p:nvSpPr>
        <p:spPr/>
        <p:txBody>
          <a:bodyPr/>
          <a:lstStyle/>
          <a:p>
            <a:fld id="{7110862D-DC0A-4FBC-A7EA-099B07983E73}" type="datetimeFigureOut">
              <a:rPr lang="en-US" smtClean="0"/>
              <a:t>7/16/2026</a:t>
            </a:fld>
            <a:endParaRPr lang="en-US"/>
          </a:p>
        </p:txBody>
      </p:sp>
      <p:sp>
        <p:nvSpPr>
          <p:cNvPr id="4" name="Slide Number Placeholder 3">
            <a:extLst>
              <a:ext uri="{FF2B5EF4-FFF2-40B4-BE49-F238E27FC236}">
                <a16:creationId xmlns:a16="http://schemas.microsoft.com/office/drawing/2014/main" id="{2545573A-11B7-0EA9-948D-77F1D282F14E}"/>
              </a:ext>
            </a:extLst>
          </p:cNvPr>
          <p:cNvSpPr>
            <a:spLocks noGrp="1"/>
          </p:cNvSpPr>
          <p:nvPr>
            <p:ph type="sldNum" sz="quarter" idx="12"/>
          </p:nvPr>
        </p:nvSpPr>
        <p:spPr/>
        <p:txBody>
          <a:bodyPr/>
          <a:lstStyle/>
          <a:p>
            <a:fld id="{EED633E5-68C7-4811-B69E-3230593F4193}" type="slidenum">
              <a:rPr lang="en-US" smtClean="0"/>
              <a:t>‹#›</a:t>
            </a:fld>
            <a:endParaRPr lang="en-US"/>
          </a:p>
        </p:txBody>
      </p:sp>
      <p:sp>
        <p:nvSpPr>
          <p:cNvPr id="5" name="Slide Number Placeholder 2">
            <a:extLst>
              <a:ext uri="{FF2B5EF4-FFF2-40B4-BE49-F238E27FC236}">
                <a16:creationId xmlns:a16="http://schemas.microsoft.com/office/drawing/2014/main" id="{4EAF5708-D0EC-92C8-813D-B8769CCEA755}"/>
              </a:ext>
            </a:extLst>
          </p:cNvPr>
          <p:cNvSpPr txBox="1">
            <a:spLocks/>
          </p:cNvSpPr>
          <p:nvPr userDrawn="1"/>
        </p:nvSpPr>
        <p:spPr>
          <a:xfrm>
            <a:off x="4724400" y="6309360"/>
            <a:ext cx="2743200" cy="365125"/>
          </a:xfrm>
          <a:prstGeom prst="rect">
            <a:avLst/>
          </a:prstGeom>
        </p:spPr>
        <p:txBody>
          <a:bodyPr vert="horz" lIns="0" tIns="45720" rIns="0" bIns="45720" rtlCol="0" anchor="ctr"/>
          <a:lstStyle>
            <a:defPPr>
              <a:defRPr lang="en-US"/>
            </a:defPPr>
            <a:lvl1pPr marL="0" algn="r" defTabSz="914400" rtl="0" eaLnBrk="1" latinLnBrk="0" hangingPunct="1">
              <a:defRPr sz="1100" b="1" kern="1200">
                <a:solidFill>
                  <a:schemeClr val="tx1"/>
                </a:solidFill>
                <a:latin typeface="AvenirNext LT Pro Regular" panose="020B05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700" b="0">
                <a:solidFill>
                  <a:schemeClr val="bg2">
                    <a:lumMod val="50000"/>
                  </a:schemeClr>
                </a:solidFill>
                <a:latin typeface="AvenirNext LT Pro Regular" panose="020B0504020202020204" pitchFamily="34" charset="0"/>
              </a:rPr>
              <a:t>Confidential – For Internal Zelis Use Only</a:t>
            </a:r>
          </a:p>
        </p:txBody>
      </p:sp>
    </p:spTree>
    <p:extLst>
      <p:ext uri="{BB962C8B-B14F-4D97-AF65-F5344CB8AC3E}">
        <p14:creationId xmlns:p14="http://schemas.microsoft.com/office/powerpoint/2010/main" val="4846064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One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431ED-35BC-4212-AFD8-A159293F27A5}"/>
              </a:ext>
            </a:extLst>
          </p:cNvPr>
          <p:cNvSpPr>
            <a:spLocks noGrp="1"/>
          </p:cNvSpPr>
          <p:nvPr>
            <p:ph type="title" hasCustomPrompt="1"/>
          </p:nvPr>
        </p:nvSpPr>
        <p:spPr>
          <a:xfrm>
            <a:off x="365760" y="822960"/>
            <a:ext cx="10972800" cy="731520"/>
          </a:xfrm>
        </p:spPr>
        <p:txBody>
          <a:bodyPr anchor="t">
            <a:noAutofit/>
          </a:bodyPr>
          <a:lstStyle>
            <a:lvl1pPr>
              <a:defRPr sz="2000"/>
            </a:lvl1pPr>
          </a:lstStyle>
          <a:p>
            <a:r>
              <a:rPr lang="en-US"/>
              <a:t>Key takeaway statement, may underline 1-2 words for emphasis and extend 1-2 lines. Text should be 20pt or larger. Delete this box if not needed.</a:t>
            </a:r>
          </a:p>
        </p:txBody>
      </p:sp>
      <p:sp>
        <p:nvSpPr>
          <p:cNvPr id="3" name="Content Placeholder 2">
            <a:extLst>
              <a:ext uri="{FF2B5EF4-FFF2-40B4-BE49-F238E27FC236}">
                <a16:creationId xmlns:a16="http://schemas.microsoft.com/office/drawing/2014/main" id="{BF700E6D-E954-49F2-B4CE-B4B944F54AB0}"/>
              </a:ext>
            </a:extLst>
          </p:cNvPr>
          <p:cNvSpPr>
            <a:spLocks noGrp="1"/>
          </p:cNvSpPr>
          <p:nvPr>
            <p:ph idx="1" hasCustomPrompt="1"/>
          </p:nvPr>
        </p:nvSpPr>
        <p:spPr>
          <a:xfrm>
            <a:off x="365760" y="1825625"/>
            <a:ext cx="10972800" cy="4351338"/>
          </a:xfrm>
        </p:spPr>
        <p:txBody>
          <a:bodyPr lIns="0"/>
          <a:lstStyle>
            <a:lvl1pPr marL="0" indent="0">
              <a:spcBef>
                <a:spcPts val="600"/>
              </a:spcBef>
              <a:buNone/>
              <a:defRPr sz="2000"/>
            </a:lvl1pPr>
            <a:lvl2pPr marL="182880" indent="-182880">
              <a:spcBef>
                <a:spcPts val="600"/>
              </a:spcBef>
              <a:defRPr/>
            </a:lvl2pPr>
            <a:lvl3pPr marL="365760" indent="-182880">
              <a:spcBef>
                <a:spcPts val="600"/>
              </a:spcBef>
              <a:defRPr/>
            </a:lvl3pPr>
            <a:lvl5pPr marL="1828800" indent="0">
              <a:buNone/>
              <a:defRPr/>
            </a:lvl5pPr>
          </a:lstStyle>
          <a:p>
            <a:pPr lvl="0"/>
            <a:r>
              <a:rPr lang="en-US"/>
              <a:t>Main slide copy, extend to 1-2 lines with 2 bullet levels. Text should be 20pt or larger. Click icon to add graphic. </a:t>
            </a:r>
          </a:p>
          <a:p>
            <a:pPr lvl="1"/>
            <a:r>
              <a:rPr lang="en-US"/>
              <a:t>First level bullet, extend to 1-line. Text should be 20pt or larger. </a:t>
            </a:r>
          </a:p>
          <a:p>
            <a:pPr lvl="2"/>
            <a:r>
              <a:rPr lang="en-US"/>
              <a:t>Second level bullet, may extend to multiple lines. Text should be 14pt or larger.</a:t>
            </a:r>
          </a:p>
        </p:txBody>
      </p:sp>
      <p:sp>
        <p:nvSpPr>
          <p:cNvPr id="6" name="Slide Number Placeholder 5">
            <a:extLst>
              <a:ext uri="{FF2B5EF4-FFF2-40B4-BE49-F238E27FC236}">
                <a16:creationId xmlns:a16="http://schemas.microsoft.com/office/drawing/2014/main" id="{D1BECEF7-8DC0-4217-B1E6-E97F973AC6FB}"/>
              </a:ext>
            </a:extLst>
          </p:cNvPr>
          <p:cNvSpPr>
            <a:spLocks noGrp="1"/>
          </p:cNvSpPr>
          <p:nvPr>
            <p:ph type="sldNum" sz="quarter" idx="12"/>
          </p:nvPr>
        </p:nvSpPr>
        <p:spPr/>
        <p:txBody>
          <a:bodyPr/>
          <a:lstStyle/>
          <a:p>
            <a:fld id="{24765544-FD03-4464-B699-C4215568ACB5}" type="slidenum">
              <a:rPr lang="en-US" smtClean="0"/>
              <a:t>‹#›</a:t>
            </a:fld>
            <a:endParaRPr lang="en-US"/>
          </a:p>
        </p:txBody>
      </p:sp>
      <p:pic>
        <p:nvPicPr>
          <p:cNvPr id="7" name="Picture 6" descr="Logo&#10;&#10;Description automatically generated">
            <a:extLst>
              <a:ext uri="{FF2B5EF4-FFF2-40B4-BE49-F238E27FC236}">
                <a16:creationId xmlns:a16="http://schemas.microsoft.com/office/drawing/2014/main" id="{2D5B8A20-547F-46CE-881B-DB378FDC40D8}"/>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365760" y="6309360"/>
            <a:ext cx="766503" cy="365760"/>
          </a:xfrm>
          <a:prstGeom prst="rect">
            <a:avLst/>
          </a:prstGeom>
        </p:spPr>
      </p:pic>
      <p:sp>
        <p:nvSpPr>
          <p:cNvPr id="8" name="Text Placeholder 7">
            <a:extLst>
              <a:ext uri="{FF2B5EF4-FFF2-40B4-BE49-F238E27FC236}">
                <a16:creationId xmlns:a16="http://schemas.microsoft.com/office/drawing/2014/main" id="{AF67F3A2-24A6-45E6-90E1-9C7B460D948E}"/>
              </a:ext>
            </a:extLst>
          </p:cNvPr>
          <p:cNvSpPr>
            <a:spLocks noGrp="1"/>
          </p:cNvSpPr>
          <p:nvPr>
            <p:ph type="body" sz="quarter" idx="13" hasCustomPrompt="1"/>
          </p:nvPr>
        </p:nvSpPr>
        <p:spPr>
          <a:xfrm>
            <a:off x="365760" y="365760"/>
            <a:ext cx="5943600" cy="365760"/>
          </a:xfrm>
        </p:spPr>
        <p:txBody>
          <a:bodyPr>
            <a:noAutofit/>
          </a:bodyPr>
          <a:lstStyle>
            <a:lvl1pPr marL="0" indent="0">
              <a:buNone/>
              <a:defRPr sz="1800" b="0" i="0">
                <a:solidFill>
                  <a:schemeClr val="accent1"/>
                </a:solidFill>
                <a:latin typeface="AvenirNext LT Pro Regular" panose="020B0704020202020204" pitchFamily="34" charset="0"/>
              </a:defRPr>
            </a:lvl1pPr>
          </a:lstStyle>
          <a:p>
            <a:pPr lvl="0"/>
            <a:r>
              <a:rPr lang="en-US"/>
              <a:t>Slide title (2-5 words)</a:t>
            </a:r>
          </a:p>
        </p:txBody>
      </p:sp>
      <p:sp>
        <p:nvSpPr>
          <p:cNvPr id="9" name="Text Placeholder 8">
            <a:extLst>
              <a:ext uri="{FF2B5EF4-FFF2-40B4-BE49-F238E27FC236}">
                <a16:creationId xmlns:a16="http://schemas.microsoft.com/office/drawing/2014/main" id="{DB8335DB-6FEE-437B-8565-E30D38C149AF}"/>
              </a:ext>
            </a:extLst>
          </p:cNvPr>
          <p:cNvSpPr>
            <a:spLocks noGrp="1"/>
          </p:cNvSpPr>
          <p:nvPr>
            <p:ph type="body" sz="quarter" idx="14" hasCustomPrompt="1"/>
          </p:nvPr>
        </p:nvSpPr>
        <p:spPr>
          <a:xfrm>
            <a:off x="8595360" y="122238"/>
            <a:ext cx="2743200" cy="274637"/>
          </a:xfrm>
        </p:spPr>
        <p:txBody>
          <a:bodyPr anchor="ctr">
            <a:noAutofit/>
          </a:bodyPr>
          <a:lstStyle>
            <a:lvl1pPr marL="0" indent="0" algn="r">
              <a:buFontTx/>
              <a:buNone/>
              <a:defRPr sz="1100">
                <a:solidFill>
                  <a:schemeClr val="bg2">
                    <a:lumMod val="50000"/>
                  </a:schemeClr>
                </a:solidFill>
              </a:defRPr>
            </a:lvl1pPr>
          </a:lstStyle>
          <a:p>
            <a:pPr lvl="0"/>
            <a:r>
              <a:rPr lang="en-US"/>
              <a:t>Related agenda topic</a:t>
            </a:r>
          </a:p>
        </p:txBody>
      </p:sp>
    </p:spTree>
    <p:extLst>
      <p:ext uri="{BB962C8B-B14F-4D97-AF65-F5344CB8AC3E}">
        <p14:creationId xmlns:p14="http://schemas.microsoft.com/office/powerpoint/2010/main" val="18645881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theme" Target="../theme/theme2.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slideLayout" Target="../slideLayouts/slideLayout48.xml"/><Relationship Id="rId18" Type="http://schemas.openxmlformats.org/officeDocument/2006/relationships/slideLayout" Target="../slideLayouts/slideLayout53.xml"/><Relationship Id="rId3" Type="http://schemas.openxmlformats.org/officeDocument/2006/relationships/slideLayout" Target="../slideLayouts/slideLayout38.xml"/><Relationship Id="rId21" Type="http://schemas.openxmlformats.org/officeDocument/2006/relationships/slideLayout" Target="../slideLayouts/slideLayout56.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17" Type="http://schemas.openxmlformats.org/officeDocument/2006/relationships/slideLayout" Target="../slideLayouts/slideLayout52.xml"/><Relationship Id="rId2" Type="http://schemas.openxmlformats.org/officeDocument/2006/relationships/slideLayout" Target="../slideLayouts/slideLayout37.xml"/><Relationship Id="rId16" Type="http://schemas.openxmlformats.org/officeDocument/2006/relationships/slideLayout" Target="../slideLayouts/slideLayout51.xml"/><Relationship Id="rId20" Type="http://schemas.openxmlformats.org/officeDocument/2006/relationships/slideLayout" Target="../slideLayouts/slideLayout55.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24" Type="http://schemas.openxmlformats.org/officeDocument/2006/relationships/image" Target="../media/image8.svg"/><Relationship Id="rId5" Type="http://schemas.openxmlformats.org/officeDocument/2006/relationships/slideLayout" Target="../slideLayouts/slideLayout40.xml"/><Relationship Id="rId15" Type="http://schemas.openxmlformats.org/officeDocument/2006/relationships/slideLayout" Target="../slideLayouts/slideLayout50.xml"/><Relationship Id="rId23" Type="http://schemas.openxmlformats.org/officeDocument/2006/relationships/theme" Target="../theme/theme3.xml"/><Relationship Id="rId10" Type="http://schemas.openxmlformats.org/officeDocument/2006/relationships/slideLayout" Target="../slideLayouts/slideLayout45.xml"/><Relationship Id="rId19" Type="http://schemas.openxmlformats.org/officeDocument/2006/relationships/slideLayout" Target="../slideLayouts/slideLayout54.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slideLayout" Target="../slideLayouts/slideLayout49.xml"/><Relationship Id="rId22"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247799-9114-4159-BF97-EFA5E1531998}"/>
              </a:ext>
            </a:extLst>
          </p:cNvPr>
          <p:cNvSpPr>
            <a:spLocks noGrp="1"/>
          </p:cNvSpPr>
          <p:nvPr>
            <p:ph type="title"/>
          </p:nvPr>
        </p:nvSpPr>
        <p:spPr>
          <a:xfrm>
            <a:off x="365760" y="365125"/>
            <a:ext cx="10972800" cy="1325563"/>
          </a:xfrm>
          <a:prstGeom prst="rect">
            <a:avLst/>
          </a:prstGeom>
        </p:spPr>
        <p:txBody>
          <a:bodyPr vert="horz" lIns="0" tIns="45720" rIns="0" bIns="45720" rtlCol="0" anchor="ctr">
            <a:normAutofit/>
          </a:bodyPr>
          <a:lstStyle/>
          <a:p>
            <a:r>
              <a:rPr lang="en-US"/>
              <a:t>This is the Master Slide. Please choose one of the child layouts.</a:t>
            </a:r>
          </a:p>
        </p:txBody>
      </p:sp>
      <p:sp>
        <p:nvSpPr>
          <p:cNvPr id="3" name="Text Placeholder 2">
            <a:extLst>
              <a:ext uri="{FF2B5EF4-FFF2-40B4-BE49-F238E27FC236}">
                <a16:creationId xmlns:a16="http://schemas.microsoft.com/office/drawing/2014/main" id="{FA8A61F6-AFAD-4100-A949-754199DECF13}"/>
              </a:ext>
            </a:extLst>
          </p:cNvPr>
          <p:cNvSpPr>
            <a:spLocks noGrp="1"/>
          </p:cNvSpPr>
          <p:nvPr>
            <p:ph type="body" idx="1"/>
          </p:nvPr>
        </p:nvSpPr>
        <p:spPr>
          <a:xfrm>
            <a:off x="381000" y="1825625"/>
            <a:ext cx="10972800" cy="4297680"/>
          </a:xfrm>
          <a:prstGeom prst="rect">
            <a:avLst/>
          </a:prstGeom>
        </p:spPr>
        <p:txBody>
          <a:bodyPr vert="horz" lIns="0" tIns="45720" rIns="0" bIns="45720" rtlCol="0">
            <a:normAutofit/>
          </a:bodyPr>
          <a:lstStyle/>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a:t>Slides should have no more than 3 levels of text including 2 levels of bulleted text. If you find your content is creating more lines, please consider making another slide.</a:t>
            </a:r>
          </a:p>
          <a:p>
            <a:pPr lvl="0"/>
            <a:r>
              <a:rPr lang="en-US"/>
              <a:t> This is the first level bullet. First level should be 18pt or larger.</a:t>
            </a:r>
          </a:p>
          <a:p>
            <a:pPr lvl="2"/>
            <a:r>
              <a:rPr lang="en-US"/>
              <a:t>This is the second level bullet. Second level should be 12pt or larger.</a:t>
            </a:r>
          </a:p>
        </p:txBody>
      </p:sp>
      <p:sp>
        <p:nvSpPr>
          <p:cNvPr id="6" name="Slide Number Placeholder 5">
            <a:extLst>
              <a:ext uri="{FF2B5EF4-FFF2-40B4-BE49-F238E27FC236}">
                <a16:creationId xmlns:a16="http://schemas.microsoft.com/office/drawing/2014/main" id="{01CE6898-2D22-4303-AEE2-A6A08D3D1CE3}"/>
              </a:ext>
            </a:extLst>
          </p:cNvPr>
          <p:cNvSpPr>
            <a:spLocks noGrp="1"/>
          </p:cNvSpPr>
          <p:nvPr>
            <p:ph type="sldNum" sz="quarter" idx="4"/>
          </p:nvPr>
        </p:nvSpPr>
        <p:spPr>
          <a:xfrm>
            <a:off x="10904220" y="6309677"/>
            <a:ext cx="457200" cy="365125"/>
          </a:xfrm>
          <a:prstGeom prst="rect">
            <a:avLst/>
          </a:prstGeom>
        </p:spPr>
        <p:txBody>
          <a:bodyPr vert="horz" lIns="0" tIns="45720" rIns="0" bIns="45720" rtlCol="0" anchor="ctr"/>
          <a:lstStyle>
            <a:lvl1pPr algn="r">
              <a:defRPr sz="1100" b="1">
                <a:solidFill>
                  <a:schemeClr val="tx1"/>
                </a:solidFill>
                <a:latin typeface="AvenirNext LT Pro Regular" panose="020B0504020202020204" pitchFamily="34" charset="0"/>
              </a:defRPr>
            </a:lvl1pPr>
          </a:lstStyle>
          <a:p>
            <a:fld id="{78C158F0-531B-4D8F-B6F9-8CC09C40F2A5}" type="slidenum">
              <a:rPr lang="en-US" smtClean="0"/>
              <a:pPr/>
              <a:t>‹#›</a:t>
            </a:fld>
            <a:endParaRPr lang="en-US"/>
          </a:p>
        </p:txBody>
      </p:sp>
      <p:sp>
        <p:nvSpPr>
          <p:cNvPr id="9" name="Parallelogram 8">
            <a:extLst>
              <a:ext uri="{FF2B5EF4-FFF2-40B4-BE49-F238E27FC236}">
                <a16:creationId xmlns:a16="http://schemas.microsoft.com/office/drawing/2014/main" id="{03FA8B8A-5508-43BE-B40F-FF974D3FC599}"/>
              </a:ext>
            </a:extLst>
          </p:cNvPr>
          <p:cNvSpPr>
            <a:spLocks/>
          </p:cNvSpPr>
          <p:nvPr userDrawn="1"/>
        </p:nvSpPr>
        <p:spPr>
          <a:xfrm>
            <a:off x="10789920" y="6400800"/>
            <a:ext cx="228600" cy="182880"/>
          </a:xfrm>
          <a:prstGeom prst="parallelogram">
            <a:avLst>
              <a:gd name="adj" fmla="val 65506"/>
            </a:avLst>
          </a:prstGeom>
          <a:solidFill>
            <a:schemeClr val="accent3"/>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5">
            <a:extLst>
              <a:ext uri="{FF2B5EF4-FFF2-40B4-BE49-F238E27FC236}">
                <a16:creationId xmlns:a16="http://schemas.microsoft.com/office/drawing/2014/main" id="{3468DAF3-D134-47E7-2E85-605B446120EB}"/>
              </a:ext>
            </a:extLst>
          </p:cNvPr>
          <p:cNvSpPr txBox="1">
            <a:spLocks/>
          </p:cNvSpPr>
          <p:nvPr userDrawn="1"/>
        </p:nvSpPr>
        <p:spPr>
          <a:xfrm>
            <a:off x="9875520" y="6309677"/>
            <a:ext cx="822960" cy="365125"/>
          </a:xfrm>
          <a:prstGeom prst="rect">
            <a:avLst/>
          </a:prstGeom>
        </p:spPr>
        <p:txBody>
          <a:bodyPr vert="horz" lIns="0" tIns="45720" rIns="0" bIns="45720" rtlCol="0" anchor="ctr"/>
          <a:lstStyle>
            <a:defPPr>
              <a:defRPr lang="en-US"/>
            </a:defPPr>
            <a:lvl1pPr marL="0" algn="r" defTabSz="914400" rtl="0" eaLnBrk="1" latinLnBrk="0" hangingPunct="1">
              <a:defRPr sz="1100" b="1" kern="1200">
                <a:solidFill>
                  <a:schemeClr val="tx1"/>
                </a:solidFill>
                <a:latin typeface="AvenirNext LT Pro Regular" panose="020B05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b="0">
                <a:solidFill>
                  <a:schemeClr val="bg2">
                    <a:lumMod val="75000"/>
                  </a:schemeClr>
                </a:solidFill>
                <a:latin typeface="AvenirNext LT Pro Regular" panose="020B0504020202020204" pitchFamily="34" charset="0"/>
              </a:rPr>
              <a:t>© Zelis Healthcare</a:t>
            </a:r>
          </a:p>
        </p:txBody>
      </p:sp>
      <p:sp>
        <p:nvSpPr>
          <p:cNvPr id="7" name="TextBox 6">
            <a:extLst>
              <a:ext uri="{FF2B5EF4-FFF2-40B4-BE49-F238E27FC236}">
                <a16:creationId xmlns:a16="http://schemas.microsoft.com/office/drawing/2014/main" id="{79CADFBE-C557-E4F7-41C6-304AF42B219B}"/>
              </a:ext>
            </a:extLst>
          </p:cNvPr>
          <p:cNvSpPr txBox="1"/>
          <p:nvPr>
            <p:extLst>
              <p:ext uri="{1162E1C5-73C7-4A58-AE30-91384D911F3F}">
                <p184:classification xmlns:p184="http://schemas.microsoft.com/office/powerpoint/2018/4/main" val="ftr"/>
              </p:ext>
            </p:extLst>
          </p:nvPr>
        </p:nvSpPr>
        <p:spPr>
          <a:xfrm>
            <a:off x="5888800" y="6611620"/>
            <a:ext cx="446087" cy="182880"/>
          </a:xfrm>
          <a:prstGeom prst="rect">
            <a:avLst/>
          </a:prstGeom>
        </p:spPr>
        <p:txBody>
          <a:bodyPr horzOverflow="overflow" lIns="0" tIns="0" rIns="0" bIns="0">
            <a:spAutoFit/>
          </a:bodyPr>
          <a:lstStyle/>
          <a:p>
            <a:pPr algn="l"/>
            <a:r>
              <a:rPr lang="en-US" sz="1200">
                <a:solidFill>
                  <a:srgbClr val="008000">
                    <a:alpha val="50000"/>
                  </a:srgbClr>
                </a:solidFill>
                <a:latin typeface="Aptos" panose="020B0004020202020204" pitchFamily="34" charset="0"/>
              </a:rPr>
              <a:t>Public</a:t>
            </a:r>
          </a:p>
        </p:txBody>
      </p:sp>
    </p:spTree>
    <p:extLst>
      <p:ext uri="{BB962C8B-B14F-4D97-AF65-F5344CB8AC3E}">
        <p14:creationId xmlns:p14="http://schemas.microsoft.com/office/powerpoint/2010/main" val="1245921018"/>
      </p:ext>
    </p:extLst>
  </p:cSld>
  <p:clrMap bg1="lt1" tx1="dk1" bg2="lt2" tx2="dk2" accent1="accent1" accent2="accent2" accent3="accent3" accent4="accent4" accent5="accent5" accent6="accent6" hlink="hlink" folHlink="folHlink"/>
  <p:sldLayoutIdLst>
    <p:sldLayoutId id="2147483672" r:id="rId1"/>
    <p:sldLayoutId id="2147483660" r:id="rId2"/>
    <p:sldLayoutId id="2147483662" r:id="rId3"/>
    <p:sldLayoutId id="2147483673" r:id="rId4"/>
    <p:sldLayoutId id="2147483650" r:id="rId5"/>
    <p:sldLayoutId id="2147483652" r:id="rId6"/>
    <p:sldLayoutId id="2147483653" r:id="rId7"/>
    <p:sldLayoutId id="2147483667" r:id="rId8"/>
    <p:sldLayoutId id="2147483661" r:id="rId9"/>
    <p:sldLayoutId id="2147483656" r:id="rId10"/>
    <p:sldLayoutId id="2147483665" r:id="rId11"/>
    <p:sldLayoutId id="2147483666" r:id="rId12"/>
    <p:sldLayoutId id="2147483668" r:id="rId13"/>
    <p:sldLayoutId id="2147483698" r:id="rId14"/>
    <p:sldLayoutId id="2147483670" r:id="rId15"/>
    <p:sldLayoutId id="2147483663" r:id="rId16"/>
    <p:sldLayoutId id="2147483702" r:id="rId17"/>
    <p:sldLayoutId id="2147483726" r:id="rId18"/>
  </p:sldLayoutIdLst>
  <p:hf hdr="0" ftr="0" dt="0"/>
  <p:txStyles>
    <p:titleStyle>
      <a:lvl1pPr algn="l" defTabSz="914400" rtl="0" eaLnBrk="1" latinLnBrk="0" hangingPunct="1">
        <a:lnSpc>
          <a:spcPct val="90000"/>
        </a:lnSpc>
        <a:spcBef>
          <a:spcPct val="0"/>
        </a:spcBef>
        <a:buNone/>
        <a:defRPr sz="2800" kern="1200">
          <a:solidFill>
            <a:schemeClr val="tx1"/>
          </a:solidFill>
          <a:latin typeface="AvenirNext LT Pro Regular" panose="020B0504020202020204" pitchFamily="34" charset="0"/>
          <a:ea typeface="+mj-ea"/>
          <a:cs typeface="+mj-cs"/>
        </a:defRPr>
      </a:lvl1pPr>
    </p:titleStyle>
    <p:bodyStyle>
      <a:lvl1pPr marL="182880" marR="0" indent="-18288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sz="2000" kern="1200">
          <a:solidFill>
            <a:schemeClr val="tx1"/>
          </a:solidFill>
          <a:latin typeface="AvenirNext LT Pro Regular" panose="020B0504020202020204" pitchFamily="34" charset="0"/>
          <a:ea typeface="+mn-ea"/>
          <a:cs typeface="+mn-cs"/>
        </a:defRPr>
      </a:lvl1pPr>
      <a:lvl2pPr marL="457200" indent="-228600" algn="l" defTabSz="914400" rtl="0" eaLnBrk="1" latinLnBrk="0" hangingPunct="1">
        <a:lnSpc>
          <a:spcPct val="100000"/>
        </a:lnSpc>
        <a:spcBef>
          <a:spcPts val="600"/>
        </a:spcBef>
        <a:spcAft>
          <a:spcPts val="600"/>
        </a:spcAft>
        <a:buFont typeface="Arial" panose="020B0604020202020204" pitchFamily="34" charset="0"/>
        <a:buChar char="•"/>
        <a:defRPr sz="2000" kern="1200">
          <a:solidFill>
            <a:schemeClr val="tx1"/>
          </a:solidFill>
          <a:latin typeface="AvenirNext LT Pro Regular" panose="020B0504020202020204" pitchFamily="34" charset="0"/>
          <a:ea typeface="+mn-ea"/>
          <a:cs typeface="+mn-cs"/>
        </a:defRPr>
      </a:lvl2pPr>
      <a:lvl3pPr marL="457200" indent="-182880" algn="l" defTabSz="914400" rtl="0" eaLnBrk="1" latinLnBrk="0" hangingPunct="1">
        <a:lnSpc>
          <a:spcPct val="100000"/>
        </a:lnSpc>
        <a:spcBef>
          <a:spcPts val="600"/>
        </a:spcBef>
        <a:spcAft>
          <a:spcPts val="600"/>
        </a:spcAft>
        <a:buFont typeface="Arial" panose="020B0604020202020204" pitchFamily="34" charset="0"/>
        <a:buChar char="•"/>
        <a:defRPr sz="1600" kern="1200">
          <a:solidFill>
            <a:schemeClr val="tx1"/>
          </a:solidFill>
          <a:latin typeface="AvenirNext LT Pro Regular"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Next LT Pro Regular"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Next LT Pro Regular"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A2CBA2E-D940-4B77-9754-8B0A13FDCAD2}"/>
              </a:ext>
            </a:extLst>
          </p:cNvPr>
          <p:cNvSpPr/>
          <p:nvPr userDrawn="1"/>
        </p:nvSpPr>
        <p:spPr>
          <a:xfrm>
            <a:off x="0" y="0"/>
            <a:ext cx="12192000" cy="6858000"/>
          </a:xfrm>
          <a:prstGeom prst="rect">
            <a:avLst/>
          </a:prstGeom>
          <a:solidFill>
            <a:srgbClr val="2300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11061296-2AD2-4C47-8FF9-2FBFB09631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This is the Master Slide. Please choose one of the child layouts.</a:t>
            </a:r>
          </a:p>
        </p:txBody>
      </p:sp>
      <p:sp>
        <p:nvSpPr>
          <p:cNvPr id="3" name="Text Placeholder 2">
            <a:extLst>
              <a:ext uri="{FF2B5EF4-FFF2-40B4-BE49-F238E27FC236}">
                <a16:creationId xmlns:a16="http://schemas.microsoft.com/office/drawing/2014/main" id="{D428A757-77FA-4A35-AAA0-9050D23129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a:t>Slides should have no more than 3 levels of text including 2 levels of bulleted text. If you find your content is creating more lines, please consider making another slide.</a:t>
            </a:r>
          </a:p>
          <a:p>
            <a:pPr lvl="0"/>
            <a:r>
              <a:rPr lang="en-US"/>
              <a:t> This is the first level bullet. First level should be 18pt or larger.</a:t>
            </a:r>
          </a:p>
          <a:p>
            <a:pPr lvl="2"/>
            <a:r>
              <a:rPr lang="en-US"/>
              <a:t>This is the second level bullet. Second level should be 12pt or larger.</a:t>
            </a:r>
          </a:p>
        </p:txBody>
      </p:sp>
      <p:sp>
        <p:nvSpPr>
          <p:cNvPr id="9" name="Parallelogram 8">
            <a:extLst>
              <a:ext uri="{FF2B5EF4-FFF2-40B4-BE49-F238E27FC236}">
                <a16:creationId xmlns:a16="http://schemas.microsoft.com/office/drawing/2014/main" id="{E811D490-B3D6-4F3A-AD27-4C9A3E4C2ED1}"/>
              </a:ext>
            </a:extLst>
          </p:cNvPr>
          <p:cNvSpPr>
            <a:spLocks/>
          </p:cNvSpPr>
          <p:nvPr userDrawn="1"/>
        </p:nvSpPr>
        <p:spPr>
          <a:xfrm>
            <a:off x="10789920" y="6400800"/>
            <a:ext cx="228600" cy="182880"/>
          </a:xfrm>
          <a:prstGeom prst="parallelogram">
            <a:avLst>
              <a:gd name="adj" fmla="val 65506"/>
            </a:avLst>
          </a:prstGeom>
          <a:solidFill>
            <a:schemeClr val="accent3"/>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5">
            <a:extLst>
              <a:ext uri="{FF2B5EF4-FFF2-40B4-BE49-F238E27FC236}">
                <a16:creationId xmlns:a16="http://schemas.microsoft.com/office/drawing/2014/main" id="{8336AF09-31A0-0F70-9977-EE23A05DB977}"/>
              </a:ext>
            </a:extLst>
          </p:cNvPr>
          <p:cNvSpPr txBox="1">
            <a:spLocks/>
          </p:cNvSpPr>
          <p:nvPr userDrawn="1"/>
        </p:nvSpPr>
        <p:spPr>
          <a:xfrm>
            <a:off x="10904220" y="6309677"/>
            <a:ext cx="457200" cy="365125"/>
          </a:xfrm>
          <a:prstGeom prst="rect">
            <a:avLst/>
          </a:prstGeom>
        </p:spPr>
        <p:txBody>
          <a:bodyPr vert="horz" lIns="0" tIns="45720" rIns="0" bIns="45720" rtlCol="0" anchor="ctr"/>
          <a:lstStyle>
            <a:defPPr>
              <a:defRPr lang="en-US"/>
            </a:defPPr>
            <a:lvl1pPr marL="0" algn="r" defTabSz="914400" rtl="0" eaLnBrk="1" latinLnBrk="0" hangingPunct="1">
              <a:defRPr sz="1100" b="1" kern="1200">
                <a:solidFill>
                  <a:schemeClr val="tx1"/>
                </a:solidFill>
                <a:latin typeface="AvenirNext LT Pro Regular" panose="020B05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8C158F0-531B-4D8F-B6F9-8CC09C40F2A5}" type="slidenum">
              <a:rPr lang="en-US" smtClean="0">
                <a:solidFill>
                  <a:schemeClr val="bg1"/>
                </a:solidFill>
              </a:rPr>
              <a:pPr/>
              <a:t>‹#›</a:t>
            </a:fld>
            <a:endParaRPr lang="en-US">
              <a:solidFill>
                <a:schemeClr val="bg1"/>
              </a:solidFill>
            </a:endParaRPr>
          </a:p>
        </p:txBody>
      </p:sp>
      <p:sp>
        <p:nvSpPr>
          <p:cNvPr id="14" name="Slide Number Placeholder 5">
            <a:extLst>
              <a:ext uri="{FF2B5EF4-FFF2-40B4-BE49-F238E27FC236}">
                <a16:creationId xmlns:a16="http://schemas.microsoft.com/office/drawing/2014/main" id="{E3F26147-3B1F-7139-05FD-0B82DB5D2700}"/>
              </a:ext>
            </a:extLst>
          </p:cNvPr>
          <p:cNvSpPr txBox="1">
            <a:spLocks/>
          </p:cNvSpPr>
          <p:nvPr userDrawn="1"/>
        </p:nvSpPr>
        <p:spPr>
          <a:xfrm>
            <a:off x="9875520" y="6309677"/>
            <a:ext cx="822960" cy="365125"/>
          </a:xfrm>
          <a:prstGeom prst="rect">
            <a:avLst/>
          </a:prstGeom>
        </p:spPr>
        <p:txBody>
          <a:bodyPr vert="horz" lIns="0" tIns="45720" rIns="0" bIns="45720" rtlCol="0" anchor="ctr"/>
          <a:lstStyle>
            <a:defPPr>
              <a:defRPr lang="en-US"/>
            </a:defPPr>
            <a:lvl1pPr marL="0" algn="r" defTabSz="914400" rtl="0" eaLnBrk="1" latinLnBrk="0" hangingPunct="1">
              <a:defRPr sz="1100" b="1" kern="1200">
                <a:solidFill>
                  <a:schemeClr val="tx1"/>
                </a:solidFill>
                <a:latin typeface="AvenirNext LT Pro Regular" panose="020B05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b="0">
                <a:solidFill>
                  <a:schemeClr val="bg2">
                    <a:lumMod val="75000"/>
                  </a:schemeClr>
                </a:solidFill>
                <a:latin typeface="AvenirNext LT Pro Regular" panose="020B0504020202020204" pitchFamily="34" charset="0"/>
              </a:rPr>
              <a:t>© Zelis Healthcare</a:t>
            </a:r>
          </a:p>
        </p:txBody>
      </p:sp>
      <p:sp>
        <p:nvSpPr>
          <p:cNvPr id="5" name="TextBox 4">
            <a:extLst>
              <a:ext uri="{FF2B5EF4-FFF2-40B4-BE49-F238E27FC236}">
                <a16:creationId xmlns:a16="http://schemas.microsoft.com/office/drawing/2014/main" id="{DB9DC8BB-3548-412D-CE83-160007643690}"/>
              </a:ext>
            </a:extLst>
          </p:cNvPr>
          <p:cNvSpPr txBox="1"/>
          <p:nvPr>
            <p:extLst>
              <p:ext uri="{1162E1C5-73C7-4A58-AE30-91384D911F3F}">
                <p184:classification xmlns:p184="http://schemas.microsoft.com/office/powerpoint/2018/4/main" val="ftr"/>
              </p:ext>
            </p:extLst>
          </p:nvPr>
        </p:nvSpPr>
        <p:spPr>
          <a:xfrm>
            <a:off x="5888800" y="6611620"/>
            <a:ext cx="446087" cy="182880"/>
          </a:xfrm>
          <a:prstGeom prst="rect">
            <a:avLst/>
          </a:prstGeom>
        </p:spPr>
        <p:txBody>
          <a:bodyPr horzOverflow="overflow" lIns="0" tIns="0" rIns="0" bIns="0">
            <a:spAutoFit/>
          </a:bodyPr>
          <a:lstStyle/>
          <a:p>
            <a:pPr algn="l"/>
            <a:r>
              <a:rPr lang="en-US" sz="1200">
                <a:solidFill>
                  <a:srgbClr val="008000">
                    <a:alpha val="50000"/>
                  </a:srgbClr>
                </a:solidFill>
                <a:latin typeface="Aptos" panose="020B0004020202020204" pitchFamily="34" charset="0"/>
              </a:rPr>
              <a:t>Public</a:t>
            </a:r>
          </a:p>
        </p:txBody>
      </p:sp>
    </p:spTree>
    <p:extLst>
      <p:ext uri="{BB962C8B-B14F-4D97-AF65-F5344CB8AC3E}">
        <p14:creationId xmlns:p14="http://schemas.microsoft.com/office/powerpoint/2010/main" val="918974413"/>
      </p:ext>
    </p:extLst>
  </p:cSld>
  <p:clrMap bg1="lt1" tx1="dk1" bg2="lt2" tx2="dk2" accent1="accent1" accent2="accent2" accent3="accent3" accent4="accent4" accent5="accent5" accent6="accent6" hlink="hlink" folHlink="folHlink"/>
  <p:sldLayoutIdLst>
    <p:sldLayoutId id="2147483671" r:id="rId1"/>
    <p:sldLayoutId id="2147483676"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9" r:id="rId14"/>
    <p:sldLayoutId id="2147483700" r:id="rId15"/>
    <p:sldLayoutId id="2147483697" r:id="rId16"/>
    <p:sldLayoutId id="2147483701" r:id="rId17"/>
  </p:sldLayoutIdLst>
  <p:txStyles>
    <p:titleStyle>
      <a:lvl1pPr algn="l" defTabSz="914400" rtl="0" eaLnBrk="1" latinLnBrk="0" hangingPunct="1">
        <a:lnSpc>
          <a:spcPct val="90000"/>
        </a:lnSpc>
        <a:spcBef>
          <a:spcPct val="0"/>
        </a:spcBef>
        <a:buNone/>
        <a:defRPr sz="2800" kern="1200">
          <a:solidFill>
            <a:schemeClr val="bg1"/>
          </a:solidFill>
          <a:latin typeface="AvenirNext LT Pro Regular" panose="020B05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bg1"/>
          </a:solidFill>
          <a:latin typeface="AvenirNext LT Pro Regular"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venirNext LT Pro Regular"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247799-9114-4159-BF97-EFA5E1531998}"/>
              </a:ext>
            </a:extLst>
          </p:cNvPr>
          <p:cNvSpPr>
            <a:spLocks noGrp="1"/>
          </p:cNvSpPr>
          <p:nvPr>
            <p:ph type="title"/>
          </p:nvPr>
        </p:nvSpPr>
        <p:spPr>
          <a:xfrm>
            <a:off x="365760" y="365125"/>
            <a:ext cx="10972800" cy="1325563"/>
          </a:xfrm>
          <a:prstGeom prst="rect">
            <a:avLst/>
          </a:prstGeom>
        </p:spPr>
        <p:txBody>
          <a:bodyPr vert="horz" lIns="0" tIns="45720" rIns="0" bIns="45720" rtlCol="0" anchor="ctr">
            <a:normAutofit/>
          </a:bodyPr>
          <a:lstStyle/>
          <a:p>
            <a:r>
              <a:rPr lang="en-US"/>
              <a:t>This is the Master Slide. Please choose one of the child layouts.</a:t>
            </a:r>
          </a:p>
        </p:txBody>
      </p:sp>
      <p:sp>
        <p:nvSpPr>
          <p:cNvPr id="3" name="Text Placeholder 2">
            <a:extLst>
              <a:ext uri="{FF2B5EF4-FFF2-40B4-BE49-F238E27FC236}">
                <a16:creationId xmlns:a16="http://schemas.microsoft.com/office/drawing/2014/main" id="{FA8A61F6-AFAD-4100-A949-754199DECF13}"/>
              </a:ext>
            </a:extLst>
          </p:cNvPr>
          <p:cNvSpPr>
            <a:spLocks noGrp="1"/>
          </p:cNvSpPr>
          <p:nvPr>
            <p:ph type="body" idx="1"/>
          </p:nvPr>
        </p:nvSpPr>
        <p:spPr>
          <a:xfrm>
            <a:off x="361750" y="1854501"/>
            <a:ext cx="10972800" cy="4297680"/>
          </a:xfrm>
          <a:prstGeom prst="rect">
            <a:avLst/>
          </a:prstGeom>
        </p:spPr>
        <p:txBody>
          <a:bodyPr vert="horz" lIns="0" tIns="45720" rIns="0" bIns="45720" rtlCol="0">
            <a:normAutofit/>
          </a:bodyPr>
          <a:lstStyle/>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a:t>Slides should have no more than 3 levels of text including 2 levels of bulleted text. If you find your content is creating more lines, please consider making another slide.</a:t>
            </a:r>
          </a:p>
          <a:p>
            <a:pPr lvl="0"/>
            <a:r>
              <a:rPr lang="en-US"/>
              <a:t> This is the first level bullet. First level should be 18pt or larger.</a:t>
            </a:r>
          </a:p>
          <a:p>
            <a:pPr lvl="2"/>
            <a:r>
              <a:rPr lang="en-US"/>
              <a:t>This is the second level bullet. Second level should be 12pt or larger.</a:t>
            </a:r>
          </a:p>
        </p:txBody>
      </p:sp>
      <p:pic>
        <p:nvPicPr>
          <p:cNvPr id="8" name="Graphic 7">
            <a:extLst>
              <a:ext uri="{FF2B5EF4-FFF2-40B4-BE49-F238E27FC236}">
                <a16:creationId xmlns:a16="http://schemas.microsoft.com/office/drawing/2014/main" id="{DBD32ADA-E847-4403-BB3F-2DA958ADFEFC}"/>
              </a:ext>
            </a:extLst>
          </p:cNvPr>
          <p:cNvPicPr>
            <a:picLocks noChangeAspect="1"/>
          </p:cNvPicPr>
          <p:nvPr/>
        </p:nvPicPr>
        <p:blipFill>
          <a:blip>
            <a:extLst>
              <a:ext uri="{96DAC541-7B7A-43D3-8B79-37D633B846F1}">
                <asvg:svgBlip xmlns:asvg="http://schemas.microsoft.com/office/drawing/2016/SVG/main" r:embed="rId24"/>
              </a:ext>
            </a:extLst>
          </a:blip>
          <a:srcRect r="50436" b="26891"/>
          <a:stretch>
            <a:fillRect/>
          </a:stretch>
        </p:blipFill>
        <p:spPr>
          <a:xfrm>
            <a:off x="11566359" y="6222206"/>
            <a:ext cx="625642" cy="635794"/>
          </a:xfrm>
          <a:custGeom>
            <a:avLst/>
            <a:gdLst>
              <a:gd name="connsiteX0" fmla="*/ 0 w 749037"/>
              <a:gd name="connsiteY0" fmla="*/ 0 h 859337"/>
              <a:gd name="connsiteX1" fmla="*/ 749037 w 749037"/>
              <a:gd name="connsiteY1" fmla="*/ 0 h 859337"/>
              <a:gd name="connsiteX2" fmla="*/ 749037 w 749037"/>
              <a:gd name="connsiteY2" fmla="*/ 859337 h 859337"/>
              <a:gd name="connsiteX3" fmla="*/ 0 w 749037"/>
              <a:gd name="connsiteY3" fmla="*/ 859337 h 859337"/>
              <a:gd name="connsiteX4" fmla="*/ 0 w 749037"/>
              <a:gd name="connsiteY4" fmla="*/ 0 h 859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037" h="859337">
                <a:moveTo>
                  <a:pt x="0" y="0"/>
                </a:moveTo>
                <a:lnTo>
                  <a:pt x="749037" y="0"/>
                </a:lnTo>
                <a:lnTo>
                  <a:pt x="749037" y="859337"/>
                </a:lnTo>
                <a:lnTo>
                  <a:pt x="0" y="859337"/>
                </a:lnTo>
                <a:lnTo>
                  <a:pt x="0" y="0"/>
                </a:lnTo>
                <a:close/>
              </a:path>
            </a:pathLst>
          </a:custGeom>
        </p:spPr>
      </p:pic>
      <p:sp>
        <p:nvSpPr>
          <p:cNvPr id="10" name="Slide Number Placeholder 5">
            <a:extLst>
              <a:ext uri="{FF2B5EF4-FFF2-40B4-BE49-F238E27FC236}">
                <a16:creationId xmlns:a16="http://schemas.microsoft.com/office/drawing/2014/main" id="{A029D616-7700-09CE-DFFD-886AEF52B600}"/>
              </a:ext>
            </a:extLst>
          </p:cNvPr>
          <p:cNvSpPr txBox="1">
            <a:spLocks/>
          </p:cNvSpPr>
          <p:nvPr/>
        </p:nvSpPr>
        <p:spPr>
          <a:xfrm>
            <a:off x="11834190" y="6492875"/>
            <a:ext cx="261769" cy="365125"/>
          </a:xfrm>
          <a:prstGeom prst="rect">
            <a:avLst/>
          </a:prstGeom>
        </p:spPr>
        <p:txBody>
          <a:bodyPr vert="horz" lIns="0" tIns="45720" rIns="0" bIns="45720" rtlCol="0" anchor="ctr"/>
          <a:lstStyle>
            <a:defPPr>
              <a:defRPr lang="en-US"/>
            </a:defPPr>
            <a:lvl1pPr marL="0" algn="r" defTabSz="914400" rtl="0" eaLnBrk="1" latinLnBrk="0" hangingPunct="1">
              <a:defRPr sz="1100" b="1" kern="1200">
                <a:solidFill>
                  <a:schemeClr val="tx1"/>
                </a:solidFill>
                <a:latin typeface="AvenirNext LT Pro Medium" panose="020B05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8C158F0-531B-4D8F-B6F9-8CC09C40F2A5}" type="slidenum">
              <a:rPr lang="en-US" sz="800" b="1" smtClean="0">
                <a:latin typeface="+mn-lt"/>
              </a:rPr>
              <a:pPr/>
              <a:t>‹#›</a:t>
            </a:fld>
            <a:endParaRPr lang="en-US" sz="800" b="1">
              <a:latin typeface="+mn-lt"/>
            </a:endParaRPr>
          </a:p>
        </p:txBody>
      </p:sp>
      <p:sp>
        <p:nvSpPr>
          <p:cNvPr id="5" name="TextBox 20">
            <a:extLst>
              <a:ext uri="{FF2B5EF4-FFF2-40B4-BE49-F238E27FC236}">
                <a16:creationId xmlns:a16="http://schemas.microsoft.com/office/drawing/2014/main" id="{9A210828-B049-014E-6A72-C7BBE8CC2DD5}"/>
              </a:ext>
            </a:extLst>
          </p:cNvPr>
          <p:cNvSpPr txBox="1">
            <a:spLocks noChangeArrowheads="1"/>
          </p:cNvSpPr>
          <p:nvPr/>
        </p:nvSpPr>
        <p:spPr bwMode="gray">
          <a:xfrm>
            <a:off x="8846136" y="6591449"/>
            <a:ext cx="2550734" cy="107722"/>
          </a:xfrm>
          <a:prstGeom prst="rect">
            <a:avLst/>
          </a:prstGeom>
          <a:noFill/>
          <a:ln w="9525">
            <a:noFill/>
            <a:miter lim="800000"/>
            <a:headEnd/>
            <a:tailEnd/>
          </a:ln>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700">
                <a:solidFill>
                  <a:schemeClr val="bg2"/>
                </a:solidFill>
                <a:latin typeface="+mn-lt"/>
                <a:ea typeface="Open Sans" panose="020B0606030504020204" pitchFamily="34" charset="0"/>
                <a:cs typeface="Open Sans" panose="020B0606030504020204" pitchFamily="34" charset="0"/>
              </a:rPr>
              <a:t>Copyright </a:t>
            </a:r>
            <a:r>
              <a:rPr lang="en-US" sz="700" b="0">
                <a:solidFill>
                  <a:schemeClr val="bg2"/>
                </a:solidFill>
                <a:latin typeface="+mn-lt"/>
              </a:rPr>
              <a:t>© Zelis Healthcare</a:t>
            </a:r>
            <a:endParaRPr lang="en-US" sz="700">
              <a:solidFill>
                <a:schemeClr val="bg2"/>
              </a:solidFill>
              <a:latin typeface="+mn-lt"/>
              <a:ea typeface="Open Sans" panose="020B0606030504020204" pitchFamily="34" charset="0"/>
              <a:cs typeface="Open Sans" panose="020B0606030504020204" pitchFamily="34" charset="0"/>
            </a:endParaRPr>
          </a:p>
        </p:txBody>
      </p:sp>
      <p:sp>
        <p:nvSpPr>
          <p:cNvPr id="6" name="TextBox 5">
            <a:extLst>
              <a:ext uri="{FF2B5EF4-FFF2-40B4-BE49-F238E27FC236}">
                <a16:creationId xmlns:a16="http://schemas.microsoft.com/office/drawing/2014/main" id="{112A33DE-862A-0E86-34C4-57573166E270}"/>
              </a:ext>
            </a:extLst>
          </p:cNvPr>
          <p:cNvSpPr txBox="1"/>
          <p:nvPr>
            <p:extLst>
              <p:ext uri="{1162E1C5-73C7-4A58-AE30-91384D911F3F}">
                <p184:classification xmlns:p184="http://schemas.microsoft.com/office/powerpoint/2018/4/main" val="ftr"/>
              </p:ext>
            </p:extLst>
          </p:nvPr>
        </p:nvSpPr>
        <p:spPr>
          <a:xfrm>
            <a:off x="5888800" y="6611620"/>
            <a:ext cx="446087" cy="182880"/>
          </a:xfrm>
          <a:prstGeom prst="rect">
            <a:avLst/>
          </a:prstGeom>
        </p:spPr>
        <p:txBody>
          <a:bodyPr horzOverflow="overflow" lIns="0" tIns="0" rIns="0" bIns="0">
            <a:spAutoFit/>
          </a:bodyPr>
          <a:lstStyle/>
          <a:p>
            <a:pPr algn="l"/>
            <a:r>
              <a:rPr lang="en-US" sz="1200">
                <a:solidFill>
                  <a:srgbClr val="008000">
                    <a:alpha val="50000"/>
                  </a:srgbClr>
                </a:solidFill>
                <a:latin typeface="Aptos" panose="020B0004020202020204" pitchFamily="34" charset="0"/>
              </a:rPr>
              <a:t>Public</a:t>
            </a:r>
          </a:p>
        </p:txBody>
      </p:sp>
    </p:spTree>
    <p:extLst>
      <p:ext uri="{BB962C8B-B14F-4D97-AF65-F5344CB8AC3E}">
        <p14:creationId xmlns:p14="http://schemas.microsoft.com/office/powerpoint/2010/main" val="2590245037"/>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 id="2147483719" r:id="rId16"/>
    <p:sldLayoutId id="2147483720" r:id="rId17"/>
    <p:sldLayoutId id="2147483721" r:id="rId18"/>
    <p:sldLayoutId id="2147483722" r:id="rId19"/>
    <p:sldLayoutId id="2147483723" r:id="rId20"/>
    <p:sldLayoutId id="2147483724" r:id="rId21"/>
    <p:sldLayoutId id="2147483725" r:id="rId22"/>
  </p:sldLayoutIdLst>
  <p:hf hdr="0" ftr="0" dt="0"/>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182880" marR="0" indent="-18288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sz="2000" kern="1200">
          <a:solidFill>
            <a:schemeClr val="tx1"/>
          </a:solidFill>
          <a:latin typeface="+mn-lt"/>
          <a:ea typeface="+mn-ea"/>
          <a:cs typeface="+mn-cs"/>
        </a:defRPr>
      </a:lvl1pPr>
      <a:lvl2pPr marL="457200" indent="-228600" algn="l" defTabSz="914400" rtl="0" eaLnBrk="1" latinLnBrk="0" hangingPunct="1">
        <a:lnSpc>
          <a:spcPct val="100000"/>
        </a:lnSpc>
        <a:spcBef>
          <a:spcPts val="600"/>
        </a:spcBef>
        <a:spcAft>
          <a:spcPts val="600"/>
        </a:spcAft>
        <a:buFont typeface="Arial" panose="020B0604020202020204" pitchFamily="34" charset="0"/>
        <a:buChar char="•"/>
        <a:defRPr sz="2000" kern="1200">
          <a:solidFill>
            <a:schemeClr val="tx1"/>
          </a:solidFill>
          <a:latin typeface="AvenirNext LT Pro Regular" panose="020B0504020202020204" pitchFamily="34" charset="0"/>
          <a:ea typeface="+mn-ea"/>
          <a:cs typeface="+mn-cs"/>
        </a:defRPr>
      </a:lvl2pPr>
      <a:lvl3pPr marL="457200" indent="-182880" algn="l" defTabSz="914400" rtl="0" eaLnBrk="1" latinLnBrk="0" hangingPunct="1">
        <a:lnSpc>
          <a:spcPct val="100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Next LT Pro Regular"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Next LT Pro Regular"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152">
          <p15:clr>
            <a:srgbClr val="F26B43"/>
          </p15:clr>
        </p15:guide>
        <p15:guide id="2" pos="21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microsoft.com/office/2018/10/relationships/comments" Target="../comments/modernComment_7FFFFDA8_B9FA16EE.xml"/><Relationship Id="rId2" Type="http://schemas.openxmlformats.org/officeDocument/2006/relationships/notesSlide" Target="../notesSlides/notesSlide4.xml"/><Relationship Id="rId1" Type="http://schemas.openxmlformats.org/officeDocument/2006/relationships/slideLayout" Target="../slideLayouts/slideLayout18.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55BA8B8-6D73-673D-8248-6292E9F32BF3}"/>
              </a:ext>
            </a:extLst>
          </p:cNvPr>
          <p:cNvSpPr>
            <a:spLocks noGrp="1"/>
          </p:cNvSpPr>
          <p:nvPr>
            <p:ph type="ctrTitle"/>
          </p:nvPr>
        </p:nvSpPr>
        <p:spPr>
          <a:xfrm>
            <a:off x="448056" y="1825318"/>
            <a:ext cx="6254496" cy="972617"/>
          </a:xfrm>
        </p:spPr>
        <p:txBody>
          <a:bodyPr>
            <a:normAutofit fontScale="90000"/>
          </a:bodyPr>
          <a:lstStyle/>
          <a:p>
            <a:r>
              <a:rPr lang="en-US" sz="3100" b="1">
                <a:solidFill>
                  <a:schemeClr val="tx1"/>
                </a:solidFill>
              </a:rPr>
              <a:t>PSR(4): ZAPP Edge Opt-in Propensity</a:t>
            </a:r>
            <a:br>
              <a:rPr lang="en-US" sz="3600" b="1">
                <a:solidFill>
                  <a:schemeClr val="tx1"/>
                </a:solidFill>
              </a:rPr>
            </a:br>
            <a:r>
              <a:rPr lang="en-US" sz="1600" b="1">
                <a:solidFill>
                  <a:schemeClr val="tx1"/>
                </a:solidFill>
              </a:rPr>
              <a:t>ZEDI: Model Re-train Updates</a:t>
            </a:r>
          </a:p>
        </p:txBody>
      </p:sp>
      <p:sp>
        <p:nvSpPr>
          <p:cNvPr id="7" name="Text Placeholder 6">
            <a:extLst>
              <a:ext uri="{FF2B5EF4-FFF2-40B4-BE49-F238E27FC236}">
                <a16:creationId xmlns:a16="http://schemas.microsoft.com/office/drawing/2014/main" id="{E163D22B-14C0-B5BB-1F6E-500DDBC1CE6D}"/>
              </a:ext>
            </a:extLst>
          </p:cNvPr>
          <p:cNvSpPr>
            <a:spLocks noGrp="1"/>
          </p:cNvSpPr>
          <p:nvPr>
            <p:ph type="body" sz="quarter" idx="12"/>
          </p:nvPr>
        </p:nvSpPr>
        <p:spPr/>
        <p:txBody>
          <a:bodyPr>
            <a:normAutofit fontScale="92500" lnSpcReduction="20000"/>
          </a:bodyPr>
          <a:lstStyle/>
          <a:p>
            <a:r>
              <a:rPr lang="en-US" b="1"/>
              <a:t>July </a:t>
            </a:r>
            <a:r>
              <a:rPr lang="en-US" b="1">
                <a:latin typeface="+mn-lt"/>
              </a:rPr>
              <a:t>2026</a:t>
            </a:r>
          </a:p>
        </p:txBody>
      </p:sp>
    </p:spTree>
    <p:extLst>
      <p:ext uri="{BB962C8B-B14F-4D97-AF65-F5344CB8AC3E}">
        <p14:creationId xmlns:p14="http://schemas.microsoft.com/office/powerpoint/2010/main" val="13773342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C64D7-5F4D-C14C-67E3-9DD77B25A5DE}"/>
              </a:ext>
            </a:extLst>
          </p:cNvPr>
          <p:cNvSpPr>
            <a:spLocks noGrp="1"/>
          </p:cNvSpPr>
          <p:nvPr>
            <p:ph type="title"/>
          </p:nvPr>
        </p:nvSpPr>
        <p:spPr/>
        <p:txBody>
          <a:bodyPr/>
          <a:lstStyle/>
          <a:p>
            <a:r>
              <a:rPr lang="en-US" sz="1800" b="1">
                <a:solidFill>
                  <a:schemeClr val="accent4"/>
                </a:solidFill>
              </a:rPr>
              <a:t>Our Goal</a:t>
            </a:r>
            <a:br>
              <a:rPr lang="en-US" sz="1600" b="1">
                <a:solidFill>
                  <a:schemeClr val="accent4"/>
                </a:solidFill>
              </a:rPr>
            </a:br>
            <a:br>
              <a:rPr lang="en-US" sz="1600" b="1">
                <a:solidFill>
                  <a:schemeClr val="tx1"/>
                </a:solidFill>
              </a:rPr>
            </a:br>
            <a:r>
              <a:rPr lang="en-US" sz="1600">
                <a:solidFill>
                  <a:schemeClr val="tx1"/>
                </a:solidFill>
                <a:latin typeface="Avenir Next" panose="020B0503020202020204" pitchFamily="34" charset="0"/>
              </a:rPr>
              <a:t>Develop a predictive model that identifies providers(both circle-backs and undecideds) most likely to opt in to ZAPP Edge payments, enabling proactive and targeted outreach.</a:t>
            </a:r>
            <a:endParaRPr lang="en-US" sz="1600">
              <a:solidFill>
                <a:schemeClr val="tx1"/>
              </a:solidFill>
            </a:endParaRPr>
          </a:p>
        </p:txBody>
      </p:sp>
      <p:graphicFrame>
        <p:nvGraphicFramePr>
          <p:cNvPr id="5" name="Table 4">
            <a:extLst>
              <a:ext uri="{FF2B5EF4-FFF2-40B4-BE49-F238E27FC236}">
                <a16:creationId xmlns:a16="http://schemas.microsoft.com/office/drawing/2014/main" id="{9289BFF3-92CC-78B5-D622-3F5312FCE945}"/>
              </a:ext>
            </a:extLst>
          </p:cNvPr>
          <p:cNvGraphicFramePr>
            <a:graphicFrameLocks noGrp="1"/>
          </p:cNvGraphicFramePr>
          <p:nvPr>
            <p:extLst>
              <p:ext uri="{D42A27DB-BD31-4B8C-83A1-F6EECF244321}">
                <p14:modId xmlns:p14="http://schemas.microsoft.com/office/powerpoint/2010/main" val="359227803"/>
              </p:ext>
            </p:extLst>
          </p:nvPr>
        </p:nvGraphicFramePr>
        <p:xfrm>
          <a:off x="9357030" y="365760"/>
          <a:ext cx="2469210" cy="228600"/>
        </p:xfrm>
        <a:graphic>
          <a:graphicData uri="http://schemas.openxmlformats.org/drawingml/2006/table">
            <a:tbl>
              <a:tblPr firstRow="1" bandRow="1">
                <a:tableStyleId>{5C22544A-7EE6-4342-B048-85BDC9FD1C3A}</a:tableStyleId>
              </a:tblPr>
              <a:tblGrid>
                <a:gridCol w="823070">
                  <a:extLst>
                    <a:ext uri="{9D8B030D-6E8A-4147-A177-3AD203B41FA5}">
                      <a16:colId xmlns:a16="http://schemas.microsoft.com/office/drawing/2014/main" val="3672725688"/>
                    </a:ext>
                  </a:extLst>
                </a:gridCol>
                <a:gridCol w="823070">
                  <a:extLst>
                    <a:ext uri="{9D8B030D-6E8A-4147-A177-3AD203B41FA5}">
                      <a16:colId xmlns:a16="http://schemas.microsoft.com/office/drawing/2014/main" val="3475828051"/>
                    </a:ext>
                  </a:extLst>
                </a:gridCol>
                <a:gridCol w="823070">
                  <a:extLst>
                    <a:ext uri="{9D8B030D-6E8A-4147-A177-3AD203B41FA5}">
                      <a16:colId xmlns:a16="http://schemas.microsoft.com/office/drawing/2014/main" val="4021233444"/>
                    </a:ext>
                  </a:extLst>
                </a:gridCol>
              </a:tblGrid>
              <a:tr h="208522">
                <a:tc>
                  <a:txBody>
                    <a:bodyPr/>
                    <a:lstStyle/>
                    <a:p>
                      <a:pPr algn="ctr"/>
                      <a:r>
                        <a:rPr lang="en-US" sz="900" b="1" i="0">
                          <a:solidFill>
                            <a:schemeClr val="tx1"/>
                          </a:solidFill>
                          <a:latin typeface="AvenirNext LT Pro Regular"/>
                        </a:rPr>
                        <a:t>INFORM</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a:r>
                        <a:rPr lang="en-US" sz="900" b="1" i="0">
                          <a:solidFill>
                            <a:schemeClr val="tx1"/>
                          </a:solidFill>
                          <a:latin typeface="AvenirNext LT Pro Regular"/>
                        </a:rPr>
                        <a:t>DISCUSS</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900" b="1" i="0">
                          <a:solidFill>
                            <a:schemeClr val="tx1"/>
                          </a:solidFill>
                          <a:latin typeface="AvenirNext LT Pro Regular" panose="020B0504020202020204" pitchFamily="34" charset="77"/>
                        </a:rPr>
                        <a:t>DECIDE</a:t>
                      </a:r>
                    </a:p>
                  </a:txBody>
                  <a:tcP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931640111"/>
                  </a:ext>
                </a:extLst>
              </a:tr>
            </a:tbl>
          </a:graphicData>
        </a:graphic>
      </p:graphicFrame>
    </p:spTree>
    <p:extLst>
      <p:ext uri="{BB962C8B-B14F-4D97-AF65-F5344CB8AC3E}">
        <p14:creationId xmlns:p14="http://schemas.microsoft.com/office/powerpoint/2010/main" val="13421090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F7FBD-6D4A-F07F-EF6A-04F4B11D1BE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8EE5999-4793-277C-387E-374BA5A8D068}"/>
              </a:ext>
            </a:extLst>
          </p:cNvPr>
          <p:cNvSpPr>
            <a:spLocks noGrp="1"/>
          </p:cNvSpPr>
          <p:nvPr>
            <p:ph type="title"/>
          </p:nvPr>
        </p:nvSpPr>
        <p:spPr/>
        <p:txBody>
          <a:bodyPr/>
          <a:lstStyle/>
          <a:p>
            <a:r>
              <a:rPr lang="en-US"/>
              <a:t>Model re-train included the following changes</a:t>
            </a:r>
          </a:p>
        </p:txBody>
      </p:sp>
      <p:sp>
        <p:nvSpPr>
          <p:cNvPr id="2" name="Text Placeholder 1">
            <a:extLst>
              <a:ext uri="{FF2B5EF4-FFF2-40B4-BE49-F238E27FC236}">
                <a16:creationId xmlns:a16="http://schemas.microsoft.com/office/drawing/2014/main" id="{0EA52669-A40D-530A-0232-F40AF36F953F}"/>
              </a:ext>
            </a:extLst>
          </p:cNvPr>
          <p:cNvSpPr>
            <a:spLocks noGrp="1"/>
          </p:cNvSpPr>
          <p:nvPr>
            <p:ph type="body" sz="quarter" idx="13"/>
          </p:nvPr>
        </p:nvSpPr>
        <p:spPr>
          <a:xfrm>
            <a:off x="365760" y="365760"/>
            <a:ext cx="8543290" cy="365760"/>
          </a:xfrm>
        </p:spPr>
        <p:txBody>
          <a:bodyPr vert="horz" lIns="0" tIns="45720" rIns="0" bIns="45720" rtlCol="0" anchor="t">
            <a:noAutofit/>
          </a:bodyPr>
          <a:lstStyle/>
          <a:p>
            <a:r>
              <a:rPr lang="en-US" sz="2400"/>
              <a:t>Changes from Previous Model</a:t>
            </a:r>
          </a:p>
        </p:txBody>
      </p:sp>
      <p:graphicFrame>
        <p:nvGraphicFramePr>
          <p:cNvPr id="7" name="Table 6">
            <a:extLst>
              <a:ext uri="{FF2B5EF4-FFF2-40B4-BE49-F238E27FC236}">
                <a16:creationId xmlns:a16="http://schemas.microsoft.com/office/drawing/2014/main" id="{5DEB8147-A331-074A-61E2-5B6140D5C7C7}"/>
              </a:ext>
            </a:extLst>
          </p:cNvPr>
          <p:cNvGraphicFramePr>
            <a:graphicFrameLocks noGrp="1"/>
          </p:cNvGraphicFramePr>
          <p:nvPr>
            <p:extLst>
              <p:ext uri="{D42A27DB-BD31-4B8C-83A1-F6EECF244321}">
                <p14:modId xmlns:p14="http://schemas.microsoft.com/office/powerpoint/2010/main" val="2849119020"/>
              </p:ext>
            </p:extLst>
          </p:nvPr>
        </p:nvGraphicFramePr>
        <p:xfrm>
          <a:off x="9357030" y="365760"/>
          <a:ext cx="2469210" cy="228600"/>
        </p:xfrm>
        <a:graphic>
          <a:graphicData uri="http://schemas.openxmlformats.org/drawingml/2006/table">
            <a:tbl>
              <a:tblPr firstRow="1" bandRow="1">
                <a:tableStyleId>{5C22544A-7EE6-4342-B048-85BDC9FD1C3A}</a:tableStyleId>
              </a:tblPr>
              <a:tblGrid>
                <a:gridCol w="823070">
                  <a:extLst>
                    <a:ext uri="{9D8B030D-6E8A-4147-A177-3AD203B41FA5}">
                      <a16:colId xmlns:a16="http://schemas.microsoft.com/office/drawing/2014/main" val="3672725688"/>
                    </a:ext>
                  </a:extLst>
                </a:gridCol>
                <a:gridCol w="823070">
                  <a:extLst>
                    <a:ext uri="{9D8B030D-6E8A-4147-A177-3AD203B41FA5}">
                      <a16:colId xmlns:a16="http://schemas.microsoft.com/office/drawing/2014/main" val="3475828051"/>
                    </a:ext>
                  </a:extLst>
                </a:gridCol>
                <a:gridCol w="823070">
                  <a:extLst>
                    <a:ext uri="{9D8B030D-6E8A-4147-A177-3AD203B41FA5}">
                      <a16:colId xmlns:a16="http://schemas.microsoft.com/office/drawing/2014/main" val="4021233444"/>
                    </a:ext>
                  </a:extLst>
                </a:gridCol>
              </a:tblGrid>
              <a:tr h="208522">
                <a:tc>
                  <a:txBody>
                    <a:bodyPr/>
                    <a:lstStyle/>
                    <a:p>
                      <a:pPr algn="ctr"/>
                      <a:r>
                        <a:rPr lang="en-US" sz="900" b="1" i="0">
                          <a:solidFill>
                            <a:schemeClr val="tx1"/>
                          </a:solidFill>
                          <a:latin typeface="AvenirNext LT Pro Regular"/>
                        </a:rPr>
                        <a:t>INFORM</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a:r>
                        <a:rPr lang="en-US" sz="900" b="1" i="0">
                          <a:solidFill>
                            <a:schemeClr val="tx1"/>
                          </a:solidFill>
                          <a:latin typeface="AvenirNext LT Pro Regular"/>
                        </a:rPr>
                        <a:t>DISCUSS</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900" b="1" i="0">
                          <a:solidFill>
                            <a:schemeClr val="tx1"/>
                          </a:solidFill>
                          <a:latin typeface="AvenirNext LT Pro Regular" panose="020B0504020202020204" pitchFamily="34" charset="77"/>
                        </a:rPr>
                        <a:t>DECIDE</a:t>
                      </a:r>
                    </a:p>
                  </a:txBody>
                  <a:tcP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931640111"/>
                  </a:ext>
                </a:extLst>
              </a:tr>
            </a:tbl>
          </a:graphicData>
        </a:graphic>
      </p:graphicFrame>
      <p:sp>
        <p:nvSpPr>
          <p:cNvPr id="19" name="Content Placeholder 52">
            <a:extLst>
              <a:ext uri="{FF2B5EF4-FFF2-40B4-BE49-F238E27FC236}">
                <a16:creationId xmlns:a16="http://schemas.microsoft.com/office/drawing/2014/main" id="{CD25BE76-1BB4-6E62-D1D1-FC464FCF0CA1}"/>
              </a:ext>
            </a:extLst>
          </p:cNvPr>
          <p:cNvSpPr txBox="1">
            <a:spLocks/>
          </p:cNvSpPr>
          <p:nvPr/>
        </p:nvSpPr>
        <p:spPr>
          <a:xfrm>
            <a:off x="365760" y="1606550"/>
            <a:ext cx="10353039" cy="4785899"/>
          </a:xfrm>
          <a:prstGeom prst="rect">
            <a:avLst/>
          </a:prstGeom>
        </p:spPr>
        <p:txBody>
          <a:bodyPr lIns="91440" tIns="45720" rIns="91440" bIns="45720" anchor="t">
            <a:normAutofit/>
          </a:bodyPr>
          <a:lstStyle>
            <a:lvl1pPr marL="182880" marR="0" indent="-18288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sz="2000" kern="1200">
                <a:solidFill>
                  <a:schemeClr val="tx1"/>
                </a:solidFill>
                <a:latin typeface="AvenirNext LT Pro Regular" panose="020B0504020202020204" pitchFamily="34" charset="0"/>
                <a:ea typeface="+mn-ea"/>
                <a:cs typeface="+mn-cs"/>
              </a:defRPr>
            </a:lvl1pPr>
            <a:lvl2pPr marL="457200" indent="-228600" algn="l" defTabSz="914400" rtl="0" eaLnBrk="1" latinLnBrk="0" hangingPunct="1">
              <a:lnSpc>
                <a:spcPct val="100000"/>
              </a:lnSpc>
              <a:spcBef>
                <a:spcPts val="600"/>
              </a:spcBef>
              <a:spcAft>
                <a:spcPts val="600"/>
              </a:spcAft>
              <a:buFont typeface="Arial" panose="020B0604020202020204" pitchFamily="34" charset="0"/>
              <a:buChar char="•"/>
              <a:defRPr sz="2000" kern="1200">
                <a:solidFill>
                  <a:schemeClr val="tx1"/>
                </a:solidFill>
                <a:latin typeface="AvenirNext LT Pro Regular" panose="020B0504020202020204" pitchFamily="34" charset="0"/>
                <a:ea typeface="+mn-ea"/>
                <a:cs typeface="+mn-cs"/>
              </a:defRPr>
            </a:lvl2pPr>
            <a:lvl3pPr marL="457200" indent="-182880" algn="l" defTabSz="914400" rtl="0" eaLnBrk="1" latinLnBrk="0" hangingPunct="1">
              <a:lnSpc>
                <a:spcPct val="100000"/>
              </a:lnSpc>
              <a:spcBef>
                <a:spcPts val="600"/>
              </a:spcBef>
              <a:spcAft>
                <a:spcPts val="600"/>
              </a:spcAft>
              <a:buFont typeface="Arial" panose="020B0604020202020204" pitchFamily="34" charset="0"/>
              <a:buChar char="•"/>
              <a:defRPr sz="1600" kern="1200">
                <a:solidFill>
                  <a:schemeClr val="tx1"/>
                </a:solidFill>
                <a:latin typeface="AvenirNext LT Pro Regular"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Next LT Pro Regular"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Next LT Pro Regular"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b="1">
                <a:latin typeface="AvenirNext LT Pro Regular"/>
              </a:rPr>
              <a:t>Version 2.0</a:t>
            </a:r>
            <a:endParaRPr lang="en-US" sz="1600"/>
          </a:p>
          <a:p>
            <a:pPr marL="285750" indent="-285750"/>
            <a:r>
              <a:rPr lang="en-US" sz="1600" b="1">
                <a:latin typeface="AvenirNext LT Pro Regular"/>
              </a:rPr>
              <a:t>Additional data available</a:t>
            </a:r>
          </a:p>
          <a:p>
            <a:pPr marL="560070" lvl="1" indent="-285750"/>
            <a:r>
              <a:rPr lang="en-US" sz="1600">
                <a:latin typeface="AvenirNext LT Pro Regular"/>
              </a:rPr>
              <a:t>Data refresh (newer data)</a:t>
            </a:r>
          </a:p>
          <a:p>
            <a:pPr marL="560070" lvl="1" indent="-285750"/>
            <a:r>
              <a:rPr lang="en-US" sz="1600">
                <a:latin typeface="AvenirNext LT Pro Regular"/>
              </a:rPr>
              <a:t>Additional data elements</a:t>
            </a:r>
          </a:p>
          <a:p>
            <a:pPr marL="285750" indent="-285750"/>
            <a:r>
              <a:rPr lang="en-US" sz="1600" b="1">
                <a:latin typeface="AvenirNext LT Pro Regular"/>
              </a:rPr>
              <a:t>Update in model algorithm</a:t>
            </a:r>
          </a:p>
          <a:p>
            <a:pPr marL="285750" indent="-285750"/>
            <a:r>
              <a:rPr lang="en-US" sz="1600" b="1">
                <a:latin typeface="AvenirNext LT Pro Regular"/>
              </a:rPr>
              <a:t>Addition of top propensity drivers in output</a:t>
            </a:r>
          </a:p>
        </p:txBody>
      </p:sp>
      <p:pic>
        <p:nvPicPr>
          <p:cNvPr id="1026" name="Picture 2">
            <a:extLst>
              <a:ext uri="{FF2B5EF4-FFF2-40B4-BE49-F238E27FC236}">
                <a16:creationId xmlns:a16="http://schemas.microsoft.com/office/drawing/2014/main" id="{8D1E2E37-6CF4-7F5B-5C9C-0F94EB26C4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31043" y="1606550"/>
            <a:ext cx="7153275" cy="1514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71543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FC564-B5ED-2546-DF0B-F477FCC41BC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1D17397-272B-5F08-C630-7E9A22FAB964}"/>
              </a:ext>
            </a:extLst>
          </p:cNvPr>
          <p:cNvSpPr>
            <a:spLocks noGrp="1"/>
          </p:cNvSpPr>
          <p:nvPr>
            <p:ph type="title"/>
          </p:nvPr>
        </p:nvSpPr>
        <p:spPr/>
        <p:txBody>
          <a:bodyPr/>
          <a:lstStyle/>
          <a:p>
            <a:r>
              <a:rPr lang="en-US"/>
              <a:t>The model aims to identify providers who are more likely to opt-in to ZAPP Edge</a:t>
            </a:r>
          </a:p>
        </p:txBody>
      </p:sp>
      <p:sp>
        <p:nvSpPr>
          <p:cNvPr id="2" name="Text Placeholder 1">
            <a:extLst>
              <a:ext uri="{FF2B5EF4-FFF2-40B4-BE49-F238E27FC236}">
                <a16:creationId xmlns:a16="http://schemas.microsoft.com/office/drawing/2014/main" id="{3FB31E13-4F4F-D7D6-7B5C-837B3DAE91ED}"/>
              </a:ext>
            </a:extLst>
          </p:cNvPr>
          <p:cNvSpPr>
            <a:spLocks noGrp="1"/>
          </p:cNvSpPr>
          <p:nvPr>
            <p:ph type="body" sz="quarter" idx="13"/>
          </p:nvPr>
        </p:nvSpPr>
        <p:spPr>
          <a:xfrm>
            <a:off x="365760" y="365760"/>
            <a:ext cx="8543290" cy="365760"/>
          </a:xfrm>
        </p:spPr>
        <p:txBody>
          <a:bodyPr vert="horz" lIns="0" tIns="45720" rIns="0" bIns="45720" rtlCol="0" anchor="t">
            <a:noAutofit/>
          </a:bodyPr>
          <a:lstStyle/>
          <a:p>
            <a:r>
              <a:rPr lang="en-US" sz="2400"/>
              <a:t>Model Dataset</a:t>
            </a:r>
          </a:p>
        </p:txBody>
      </p:sp>
      <p:graphicFrame>
        <p:nvGraphicFramePr>
          <p:cNvPr id="7" name="Table 6">
            <a:extLst>
              <a:ext uri="{FF2B5EF4-FFF2-40B4-BE49-F238E27FC236}">
                <a16:creationId xmlns:a16="http://schemas.microsoft.com/office/drawing/2014/main" id="{02EF2658-344E-944E-DC0D-B3E71A9CE54E}"/>
              </a:ext>
            </a:extLst>
          </p:cNvPr>
          <p:cNvGraphicFramePr>
            <a:graphicFrameLocks noGrp="1"/>
          </p:cNvGraphicFramePr>
          <p:nvPr/>
        </p:nvGraphicFramePr>
        <p:xfrm>
          <a:off x="9357030" y="365760"/>
          <a:ext cx="2469210" cy="228600"/>
        </p:xfrm>
        <a:graphic>
          <a:graphicData uri="http://schemas.openxmlformats.org/drawingml/2006/table">
            <a:tbl>
              <a:tblPr firstRow="1" bandRow="1">
                <a:tableStyleId>{5C22544A-7EE6-4342-B048-85BDC9FD1C3A}</a:tableStyleId>
              </a:tblPr>
              <a:tblGrid>
                <a:gridCol w="823070">
                  <a:extLst>
                    <a:ext uri="{9D8B030D-6E8A-4147-A177-3AD203B41FA5}">
                      <a16:colId xmlns:a16="http://schemas.microsoft.com/office/drawing/2014/main" val="3672725688"/>
                    </a:ext>
                  </a:extLst>
                </a:gridCol>
                <a:gridCol w="823070">
                  <a:extLst>
                    <a:ext uri="{9D8B030D-6E8A-4147-A177-3AD203B41FA5}">
                      <a16:colId xmlns:a16="http://schemas.microsoft.com/office/drawing/2014/main" val="3475828051"/>
                    </a:ext>
                  </a:extLst>
                </a:gridCol>
                <a:gridCol w="823070">
                  <a:extLst>
                    <a:ext uri="{9D8B030D-6E8A-4147-A177-3AD203B41FA5}">
                      <a16:colId xmlns:a16="http://schemas.microsoft.com/office/drawing/2014/main" val="4021233444"/>
                    </a:ext>
                  </a:extLst>
                </a:gridCol>
              </a:tblGrid>
              <a:tr h="208522">
                <a:tc>
                  <a:txBody>
                    <a:bodyPr/>
                    <a:lstStyle/>
                    <a:p>
                      <a:pPr algn="ctr"/>
                      <a:r>
                        <a:rPr lang="en-US" sz="900" b="1" i="0">
                          <a:solidFill>
                            <a:schemeClr val="tx1"/>
                          </a:solidFill>
                          <a:latin typeface="AvenirNext LT Pro Regular"/>
                        </a:rPr>
                        <a:t>INFORM</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a:r>
                        <a:rPr lang="en-US" sz="900" b="1" i="0">
                          <a:solidFill>
                            <a:schemeClr val="tx1"/>
                          </a:solidFill>
                          <a:latin typeface="AvenirNext LT Pro Regular"/>
                        </a:rPr>
                        <a:t>DISCUSS</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900" b="1" i="0">
                          <a:solidFill>
                            <a:schemeClr val="tx1"/>
                          </a:solidFill>
                          <a:latin typeface="AvenirNext LT Pro Regular" panose="020B0504020202020204" pitchFamily="34" charset="77"/>
                        </a:rPr>
                        <a:t>DECIDE</a:t>
                      </a:r>
                    </a:p>
                  </a:txBody>
                  <a:tcP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931640111"/>
                  </a:ext>
                </a:extLst>
              </a:tr>
            </a:tbl>
          </a:graphicData>
        </a:graphic>
      </p:graphicFrame>
      <p:graphicFrame>
        <p:nvGraphicFramePr>
          <p:cNvPr id="17" name="Table 16">
            <a:extLst>
              <a:ext uri="{FF2B5EF4-FFF2-40B4-BE49-F238E27FC236}">
                <a16:creationId xmlns:a16="http://schemas.microsoft.com/office/drawing/2014/main" id="{2A16F76A-D024-C642-9FA5-F9D67E48E983}"/>
              </a:ext>
            </a:extLst>
          </p:cNvPr>
          <p:cNvGraphicFramePr>
            <a:graphicFrameLocks noGrp="1"/>
          </p:cNvGraphicFramePr>
          <p:nvPr>
            <p:extLst>
              <p:ext uri="{D42A27DB-BD31-4B8C-83A1-F6EECF244321}">
                <p14:modId xmlns:p14="http://schemas.microsoft.com/office/powerpoint/2010/main" val="1176847620"/>
              </p:ext>
            </p:extLst>
          </p:nvPr>
        </p:nvGraphicFramePr>
        <p:xfrm>
          <a:off x="374521" y="1481836"/>
          <a:ext cx="11451719" cy="2239772"/>
        </p:xfrm>
        <a:graphic>
          <a:graphicData uri="http://schemas.openxmlformats.org/drawingml/2006/table">
            <a:tbl>
              <a:tblPr firstRow="1" bandRow="1">
                <a:tableStyleId>{5C22544A-7EE6-4342-B048-85BDC9FD1C3A}</a:tableStyleId>
              </a:tblPr>
              <a:tblGrid>
                <a:gridCol w="1433522">
                  <a:extLst>
                    <a:ext uri="{9D8B030D-6E8A-4147-A177-3AD203B41FA5}">
                      <a16:colId xmlns:a16="http://schemas.microsoft.com/office/drawing/2014/main" val="3697645634"/>
                    </a:ext>
                  </a:extLst>
                </a:gridCol>
                <a:gridCol w="3484359">
                  <a:extLst>
                    <a:ext uri="{9D8B030D-6E8A-4147-A177-3AD203B41FA5}">
                      <a16:colId xmlns:a16="http://schemas.microsoft.com/office/drawing/2014/main" val="211712528"/>
                    </a:ext>
                  </a:extLst>
                </a:gridCol>
                <a:gridCol w="1809508">
                  <a:extLst>
                    <a:ext uri="{9D8B030D-6E8A-4147-A177-3AD203B41FA5}">
                      <a16:colId xmlns:a16="http://schemas.microsoft.com/office/drawing/2014/main" val="169696160"/>
                    </a:ext>
                  </a:extLst>
                </a:gridCol>
                <a:gridCol w="4724330">
                  <a:extLst>
                    <a:ext uri="{9D8B030D-6E8A-4147-A177-3AD203B41FA5}">
                      <a16:colId xmlns:a16="http://schemas.microsoft.com/office/drawing/2014/main" val="3967046443"/>
                    </a:ext>
                  </a:extLst>
                </a:gridCol>
              </a:tblGrid>
              <a:tr h="559943">
                <a:tc>
                  <a:txBody>
                    <a:bodyPr/>
                    <a:lstStyle/>
                    <a:p>
                      <a:pPr algn="ctr"/>
                      <a:r>
                        <a:rPr lang="en-US" sz="1400"/>
                        <a:t>Dataset</a:t>
                      </a:r>
                    </a:p>
                  </a:txBody>
                  <a:tcPr/>
                </a:tc>
                <a:tc>
                  <a:txBody>
                    <a:bodyPr/>
                    <a:lstStyle/>
                    <a:p>
                      <a:pPr algn="ctr"/>
                      <a:r>
                        <a:rPr lang="en-US" sz="1400"/>
                        <a:t>Time Period</a:t>
                      </a:r>
                    </a:p>
                  </a:txBody>
                  <a:tcPr/>
                </a:tc>
                <a:tc>
                  <a:txBody>
                    <a:bodyPr/>
                    <a:lstStyle/>
                    <a:p>
                      <a:pPr algn="ctr"/>
                      <a:r>
                        <a:rPr lang="en-US" sz="1400"/>
                        <a:t>Opt-in Percentage</a:t>
                      </a:r>
                    </a:p>
                  </a:txBody>
                  <a:tcPr/>
                </a:tc>
                <a:tc>
                  <a:txBody>
                    <a:bodyPr/>
                    <a:lstStyle/>
                    <a:p>
                      <a:pPr algn="ctr"/>
                      <a:r>
                        <a:rPr lang="en-US" sz="1400"/>
                        <a:t>Purpose</a:t>
                      </a:r>
                    </a:p>
                  </a:txBody>
                  <a:tcPr/>
                </a:tc>
                <a:extLst>
                  <a:ext uri="{0D108BD9-81ED-4DB2-BD59-A6C34878D82A}">
                    <a16:rowId xmlns:a16="http://schemas.microsoft.com/office/drawing/2014/main" val="3538109510"/>
                  </a:ext>
                </a:extLst>
              </a:tr>
              <a:tr h="559943">
                <a:tc>
                  <a:txBody>
                    <a:bodyPr/>
                    <a:lstStyle/>
                    <a:p>
                      <a:pPr algn="ctr"/>
                      <a:r>
                        <a:rPr lang="en-US" sz="1400" b="1"/>
                        <a:t>Training</a:t>
                      </a:r>
                      <a:endParaRPr lang="en-US" sz="1400" b="1">
                        <a:latin typeface="Avenir Next LT Pro"/>
                        <a:ea typeface="Calibri"/>
                        <a:cs typeface="Segoe UI"/>
                      </a:endParaRPr>
                    </a:p>
                  </a:txBody>
                  <a:tcPr/>
                </a:tc>
                <a:tc>
                  <a:txBody>
                    <a:bodyPr/>
                    <a:lstStyle/>
                    <a:p>
                      <a:pPr algn="ctr"/>
                      <a:r>
                        <a:rPr lang="en-US" sz="1400"/>
                        <a:t>2024(Q4) to 2025(Q3)</a:t>
                      </a:r>
                    </a:p>
                  </a:txBody>
                  <a:tcPr/>
                </a:tc>
                <a:tc>
                  <a:txBody>
                    <a:bodyPr/>
                    <a:lstStyle/>
                    <a:p>
                      <a:pPr algn="ctr"/>
                      <a:r>
                        <a:rPr lang="en-US" sz="1400"/>
                        <a:t>0.1%</a:t>
                      </a:r>
                    </a:p>
                  </a:txBody>
                  <a:tcPr/>
                </a:tc>
                <a:tc>
                  <a:txBody>
                    <a:bodyPr/>
                    <a:lstStyle/>
                    <a:p>
                      <a:pPr algn="ctr"/>
                      <a:r>
                        <a:rPr lang="en-US" sz="1400"/>
                        <a:t>Model development</a:t>
                      </a:r>
                    </a:p>
                  </a:txBody>
                  <a:tcPr/>
                </a:tc>
                <a:extLst>
                  <a:ext uri="{0D108BD9-81ED-4DB2-BD59-A6C34878D82A}">
                    <a16:rowId xmlns:a16="http://schemas.microsoft.com/office/drawing/2014/main" val="2912460528"/>
                  </a:ext>
                </a:extLst>
              </a:tr>
              <a:tr h="559943">
                <a:tc>
                  <a:txBody>
                    <a:bodyPr/>
                    <a:lstStyle/>
                    <a:p>
                      <a:pPr algn="ctr"/>
                      <a:r>
                        <a:rPr lang="en-US" sz="1400" b="1"/>
                        <a:t>Test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t>2025(Q4)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t>0.15%</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t>Model tuning and performance evaluation on unseen providers</a:t>
                      </a:r>
                    </a:p>
                  </a:txBody>
                  <a:tcPr/>
                </a:tc>
                <a:extLst>
                  <a:ext uri="{0D108BD9-81ED-4DB2-BD59-A6C34878D82A}">
                    <a16:rowId xmlns:a16="http://schemas.microsoft.com/office/drawing/2014/main" val="39557735"/>
                  </a:ext>
                </a:extLst>
              </a:tr>
              <a:tr h="559943">
                <a:tc>
                  <a:txBody>
                    <a:bodyPr/>
                    <a:lstStyle/>
                    <a:p>
                      <a:pPr algn="ctr"/>
                      <a:r>
                        <a:rPr lang="en-US" sz="1400" b="1"/>
                        <a:t>OOS</a:t>
                      </a:r>
                    </a:p>
                  </a:txBody>
                  <a:tcPr/>
                </a:tc>
                <a:tc>
                  <a:txBody>
                    <a:bodyPr/>
                    <a:lstStyle/>
                    <a:p>
                      <a:pPr algn="ctr"/>
                      <a:r>
                        <a:rPr lang="en-US" sz="1400"/>
                        <a:t>2026-01-01 to 2026-02-01</a:t>
                      </a:r>
                    </a:p>
                  </a:txBody>
                  <a:tcPr/>
                </a:tc>
                <a:tc>
                  <a:txBody>
                    <a:bodyPr/>
                    <a:lstStyle/>
                    <a:p>
                      <a:pPr algn="ctr"/>
                      <a:r>
                        <a:rPr lang="en-US" sz="1400"/>
                        <a:t>0.08%</a:t>
                      </a:r>
                    </a:p>
                  </a:txBody>
                  <a:tcPr/>
                </a:tc>
                <a:tc>
                  <a:txBody>
                    <a:bodyPr/>
                    <a:lstStyle/>
                    <a:p>
                      <a:pPr algn="ctr"/>
                      <a:r>
                        <a:rPr lang="en-US" sz="1400"/>
                        <a:t>Evaluation on future performance</a:t>
                      </a:r>
                    </a:p>
                  </a:txBody>
                  <a:tcPr/>
                </a:tc>
                <a:extLst>
                  <a:ext uri="{0D108BD9-81ED-4DB2-BD59-A6C34878D82A}">
                    <a16:rowId xmlns:a16="http://schemas.microsoft.com/office/drawing/2014/main" val="1079910170"/>
                  </a:ext>
                </a:extLst>
              </a:tr>
            </a:tbl>
          </a:graphicData>
        </a:graphic>
      </p:graphicFrame>
    </p:spTree>
    <p:extLst>
      <p:ext uri="{BB962C8B-B14F-4D97-AF65-F5344CB8AC3E}">
        <p14:creationId xmlns:p14="http://schemas.microsoft.com/office/powerpoint/2010/main" val="27310982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02B1F-A73F-EE76-89A7-13DB00F387F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409B0EE-8186-3A12-B8C5-4D10CC3F9A42}"/>
              </a:ext>
            </a:extLst>
          </p:cNvPr>
          <p:cNvSpPr>
            <a:spLocks noGrp="1"/>
          </p:cNvSpPr>
          <p:nvPr>
            <p:ph type="sldNum" sz="quarter" idx="12"/>
          </p:nvPr>
        </p:nvSpPr>
        <p:spPr/>
        <p:txBody>
          <a:bodyPr/>
          <a:lstStyle/>
          <a:p>
            <a:fld id="{24765544-FD03-4464-B699-C4215568ACB5}" type="slidenum">
              <a:rPr lang="en-US" smtClean="0"/>
              <a:t>5</a:t>
            </a:fld>
            <a:endParaRPr lang="en-US"/>
          </a:p>
        </p:txBody>
      </p:sp>
      <p:sp>
        <p:nvSpPr>
          <p:cNvPr id="5" name="Text Placeholder 4">
            <a:extLst>
              <a:ext uri="{FF2B5EF4-FFF2-40B4-BE49-F238E27FC236}">
                <a16:creationId xmlns:a16="http://schemas.microsoft.com/office/drawing/2014/main" id="{6B2FBF94-E8E3-BF4F-C55A-683E5A65A4D2}"/>
              </a:ext>
            </a:extLst>
          </p:cNvPr>
          <p:cNvSpPr>
            <a:spLocks noGrp="1"/>
          </p:cNvSpPr>
          <p:nvPr>
            <p:ph type="body" sz="quarter" idx="13"/>
          </p:nvPr>
        </p:nvSpPr>
        <p:spPr/>
        <p:txBody>
          <a:bodyPr/>
          <a:lstStyle/>
          <a:p>
            <a:r>
              <a:rPr lang="en-US" sz="2400">
                <a:solidFill>
                  <a:schemeClr val="accent4"/>
                </a:solidFill>
              </a:rPr>
              <a:t>Model Predictors</a:t>
            </a:r>
          </a:p>
        </p:txBody>
      </p:sp>
      <p:graphicFrame>
        <p:nvGraphicFramePr>
          <p:cNvPr id="6" name="Table 5">
            <a:extLst>
              <a:ext uri="{FF2B5EF4-FFF2-40B4-BE49-F238E27FC236}">
                <a16:creationId xmlns:a16="http://schemas.microsoft.com/office/drawing/2014/main" id="{49F7EA0F-A5D7-56A3-26E8-3435985C23C3}"/>
              </a:ext>
            </a:extLst>
          </p:cNvPr>
          <p:cNvGraphicFramePr>
            <a:graphicFrameLocks noGrp="1"/>
          </p:cNvGraphicFramePr>
          <p:nvPr>
            <p:extLst>
              <p:ext uri="{D42A27DB-BD31-4B8C-83A1-F6EECF244321}">
                <p14:modId xmlns:p14="http://schemas.microsoft.com/office/powerpoint/2010/main" val="4144700047"/>
              </p:ext>
            </p:extLst>
          </p:nvPr>
        </p:nvGraphicFramePr>
        <p:xfrm>
          <a:off x="390882" y="1280160"/>
          <a:ext cx="11435358" cy="4754877"/>
        </p:xfrm>
        <a:graphic>
          <a:graphicData uri="http://schemas.openxmlformats.org/drawingml/2006/table">
            <a:tbl>
              <a:tblPr firstRow="1" bandRow="1">
                <a:tableStyleId>{5C22544A-7EE6-4342-B048-85BDC9FD1C3A}</a:tableStyleId>
              </a:tblPr>
              <a:tblGrid>
                <a:gridCol w="4835791">
                  <a:extLst>
                    <a:ext uri="{9D8B030D-6E8A-4147-A177-3AD203B41FA5}">
                      <a16:colId xmlns:a16="http://schemas.microsoft.com/office/drawing/2014/main" val="3987474509"/>
                    </a:ext>
                  </a:extLst>
                </a:gridCol>
                <a:gridCol w="6599567">
                  <a:extLst>
                    <a:ext uri="{9D8B030D-6E8A-4147-A177-3AD203B41FA5}">
                      <a16:colId xmlns:a16="http://schemas.microsoft.com/office/drawing/2014/main" val="3645021114"/>
                    </a:ext>
                  </a:extLst>
                </a:gridCol>
              </a:tblGrid>
              <a:tr h="409981">
                <a:tc>
                  <a:txBody>
                    <a:bodyPr/>
                    <a:lstStyle/>
                    <a:p>
                      <a:pPr algn="l"/>
                      <a:r>
                        <a:rPr lang="en-US" sz="1200" b="1">
                          <a:latin typeface="Avenir Next LT Pro"/>
                        </a:rPr>
                        <a:t>Predictor</a:t>
                      </a:r>
                    </a:p>
                  </a:txBody>
                  <a:tcPr/>
                </a:tc>
                <a:tc>
                  <a:txBody>
                    <a:bodyPr/>
                    <a:lstStyle/>
                    <a:p>
                      <a:pPr algn="l"/>
                      <a:r>
                        <a:rPr lang="en-US" sz="1200" b="1">
                          <a:latin typeface="Avenir Next LT Pro"/>
                        </a:rPr>
                        <a:t>Description</a:t>
                      </a:r>
                    </a:p>
                  </a:txBody>
                  <a:tcPr/>
                </a:tc>
                <a:extLst>
                  <a:ext uri="{0D108BD9-81ED-4DB2-BD59-A6C34878D82A}">
                    <a16:rowId xmlns:a16="http://schemas.microsoft.com/office/drawing/2014/main" val="1048251715"/>
                  </a:ext>
                </a:extLst>
              </a:tr>
              <a:tr h="255098">
                <a:tc>
                  <a:txBody>
                    <a:bodyPr/>
                    <a:lstStyle/>
                    <a:p>
                      <a:pPr algn="l" fontAlgn="ctr">
                        <a:buNone/>
                      </a:pPr>
                      <a:r>
                        <a:rPr lang="en-US" sz="1200" b="1" i="0" u="none" strike="noStrike" kern="1200">
                          <a:solidFill>
                            <a:schemeClr val="tx1"/>
                          </a:solidFill>
                          <a:effectLst/>
                          <a:latin typeface="Avenir Next LT Pro"/>
                          <a:ea typeface="+mn-ea"/>
                          <a:cs typeface="+mn-cs"/>
                        </a:rPr>
                        <a:t>SUMCHECKPAYMENTAMOUNT90</a:t>
                      </a:r>
                      <a:endParaRPr lang="en-US" sz="1200" b="1" i="0" u="none" strike="noStrike">
                        <a:solidFill>
                          <a:schemeClr val="tx1"/>
                        </a:solidFill>
                        <a:effectLst/>
                        <a:latin typeface="Avenir Next LT Pro"/>
                      </a:endParaRPr>
                    </a:p>
                  </a:txBody>
                  <a:tcPr marL="9525" marR="9525" marT="9525" marB="0" anchor="ctr"/>
                </a:tc>
                <a:tc>
                  <a:txBody>
                    <a:bodyPr/>
                    <a:lstStyle/>
                    <a:p>
                      <a:pPr algn="l" fontAlgn="ctr">
                        <a:buNone/>
                      </a:pPr>
                      <a:r>
                        <a:rPr lang="en-US" sz="1200" b="0" i="0" kern="1200">
                          <a:solidFill>
                            <a:schemeClr val="tx1"/>
                          </a:solidFill>
                          <a:effectLst/>
                          <a:latin typeface="Avenir Next LT Pro"/>
                          <a:ea typeface="+mn-ea"/>
                          <a:cs typeface="+mn-cs"/>
                        </a:rPr>
                        <a:t>Payment amount in the past 90 days</a:t>
                      </a:r>
                      <a:endParaRPr lang="en-US" sz="1200" b="0" i="0" u="none" strike="noStrike">
                        <a:solidFill>
                          <a:schemeClr val="tx1"/>
                        </a:solidFill>
                        <a:effectLst/>
                        <a:latin typeface="Avenir Next LT Pro"/>
                      </a:endParaRPr>
                    </a:p>
                  </a:txBody>
                  <a:tcPr marL="9525" marR="9525" marT="9525" marB="0" anchor="ctr"/>
                </a:tc>
                <a:extLst>
                  <a:ext uri="{0D108BD9-81ED-4DB2-BD59-A6C34878D82A}">
                    <a16:rowId xmlns:a16="http://schemas.microsoft.com/office/drawing/2014/main" val="2545931755"/>
                  </a:ext>
                </a:extLst>
              </a:tr>
              <a:tr h="756187">
                <a:tc>
                  <a:txBody>
                    <a:bodyPr/>
                    <a:lstStyle/>
                    <a:p>
                      <a:pPr lvl="0" algn="l">
                        <a:buNone/>
                      </a:pPr>
                      <a:r>
                        <a:rPr lang="en-US" sz="1200" b="0" i="0" u="none" strike="noStrike">
                          <a:solidFill>
                            <a:schemeClr val="tx1"/>
                          </a:solidFill>
                          <a:effectLst/>
                          <a:latin typeface="Avenir Next LT Pro"/>
                        </a:rPr>
                        <a:t>CHECK_PAYMENTCOUNT_MOMENTUM_30_90</a:t>
                      </a:r>
                      <a:endParaRPr lang="en-US" sz="1200" b="0">
                        <a:solidFill>
                          <a:schemeClr val="tx1"/>
                        </a:solidFill>
                        <a:latin typeface="Avenir Next LT Pro"/>
                      </a:endParaRPr>
                    </a:p>
                  </a:txBody>
                  <a:tcPr marL="9525" marR="9525" marT="9525" marB="0" anchor="ctr"/>
                </a:tc>
                <a:tc>
                  <a:txBody>
                    <a:bodyPr/>
                    <a:lstStyle/>
                    <a:p>
                      <a:pPr lvl="0" algn="l">
                        <a:buNone/>
                      </a:pPr>
                      <a:r>
                        <a:rPr lang="en-US" sz="1200" b="0" i="0" u="none" strike="noStrike">
                          <a:solidFill>
                            <a:schemeClr val="tx1"/>
                          </a:solidFill>
                          <a:effectLst/>
                          <a:latin typeface="Avenir Next LT Pro"/>
                        </a:rPr>
                        <a:t>A payment count momentum variable that looks at the ratio between average payment count in the past 30 days and average payment count in the past 90 days</a:t>
                      </a:r>
                      <a:endParaRPr lang="en-US" sz="1200" b="0">
                        <a:solidFill>
                          <a:schemeClr val="tx1"/>
                        </a:solidFill>
                        <a:latin typeface="Avenir Next LT Pro"/>
                      </a:endParaRPr>
                    </a:p>
                  </a:txBody>
                  <a:tcPr marL="9525" marR="9525" marT="9525" marB="0" anchor="ctr"/>
                </a:tc>
                <a:extLst>
                  <a:ext uri="{0D108BD9-81ED-4DB2-BD59-A6C34878D82A}">
                    <a16:rowId xmlns:a16="http://schemas.microsoft.com/office/drawing/2014/main" val="3029406994"/>
                  </a:ext>
                </a:extLst>
              </a:tr>
              <a:tr h="255098">
                <a:tc>
                  <a:txBody>
                    <a:bodyPr/>
                    <a:lstStyle/>
                    <a:p>
                      <a:pPr lvl="0" algn="l">
                        <a:buNone/>
                      </a:pPr>
                      <a:r>
                        <a:rPr lang="en-US" sz="1200" b="0" i="0" u="none" strike="noStrike">
                          <a:solidFill>
                            <a:schemeClr val="tx1"/>
                          </a:solidFill>
                          <a:effectLst/>
                          <a:latin typeface="Avenir Next LT Pro"/>
                        </a:rPr>
                        <a:t>TIME_SINCE_LAST_CHECK_PAYMENT</a:t>
                      </a:r>
                      <a:endParaRPr lang="en-US" sz="1200" b="0">
                        <a:solidFill>
                          <a:schemeClr val="tx1"/>
                        </a:solidFill>
                        <a:latin typeface="Avenir Next LT Pro"/>
                      </a:endParaRPr>
                    </a:p>
                  </a:txBody>
                  <a:tcPr marL="9525" marR="9525" marT="9525" marB="0" anchor="ctr"/>
                </a:tc>
                <a:tc>
                  <a:txBody>
                    <a:bodyPr/>
                    <a:lstStyle/>
                    <a:p>
                      <a:pPr lvl="0" algn="l">
                        <a:buNone/>
                      </a:pPr>
                      <a:r>
                        <a:rPr lang="en-US" sz="1200" b="0" i="0" u="none" strike="noStrike">
                          <a:solidFill>
                            <a:schemeClr val="tx1"/>
                          </a:solidFill>
                          <a:effectLst/>
                          <a:latin typeface="Avenir Next LT Pro"/>
                        </a:rPr>
                        <a:t>Time (days) since last check payment</a:t>
                      </a:r>
                      <a:endParaRPr lang="en-US" sz="1200" b="0">
                        <a:solidFill>
                          <a:schemeClr val="tx1"/>
                        </a:solidFill>
                        <a:latin typeface="Avenir Next LT Pro"/>
                      </a:endParaRPr>
                    </a:p>
                  </a:txBody>
                  <a:tcPr marL="9525" marR="9525" marT="9525" marB="0" anchor="ctr"/>
                </a:tc>
                <a:extLst>
                  <a:ext uri="{0D108BD9-81ED-4DB2-BD59-A6C34878D82A}">
                    <a16:rowId xmlns:a16="http://schemas.microsoft.com/office/drawing/2014/main" val="2172368330"/>
                  </a:ext>
                </a:extLst>
              </a:tr>
              <a:tr h="255098">
                <a:tc>
                  <a:txBody>
                    <a:bodyPr/>
                    <a:lstStyle/>
                    <a:p>
                      <a:pPr lvl="0" algn="l">
                        <a:buNone/>
                      </a:pPr>
                      <a:r>
                        <a:rPr lang="en-US" sz="1200" b="0" i="0" u="none" strike="noStrike">
                          <a:solidFill>
                            <a:schemeClr val="tx1"/>
                          </a:solidFill>
                          <a:effectLst/>
                          <a:latin typeface="Avenir Next LT Pro"/>
                        </a:rPr>
                        <a:t>PROVIDERTYPE_MEDICAL</a:t>
                      </a:r>
                      <a:endParaRPr lang="en-US" sz="1200" b="0">
                        <a:solidFill>
                          <a:schemeClr val="tx1"/>
                        </a:solidFill>
                        <a:latin typeface="Avenir Next LT Pro"/>
                      </a:endParaRPr>
                    </a:p>
                  </a:txBody>
                  <a:tcPr marL="9525" marR="9525" marT="9525" marB="0" anchor="ctr"/>
                </a:tc>
                <a:tc>
                  <a:txBody>
                    <a:bodyPr/>
                    <a:lstStyle/>
                    <a:p>
                      <a:pPr lvl="0" algn="l">
                        <a:buNone/>
                      </a:pPr>
                      <a:r>
                        <a:rPr lang="en-US" sz="1200" b="0" i="0" u="none" strike="noStrike">
                          <a:solidFill>
                            <a:schemeClr val="tx1"/>
                          </a:solidFill>
                          <a:effectLst/>
                          <a:latin typeface="Avenir Next LT Pro"/>
                        </a:rPr>
                        <a:t>Whether the provider type is medical or not</a:t>
                      </a:r>
                      <a:endParaRPr lang="en-US" sz="1200" b="0">
                        <a:solidFill>
                          <a:schemeClr val="tx1"/>
                        </a:solidFill>
                        <a:latin typeface="Avenir Next LT Pro"/>
                      </a:endParaRPr>
                    </a:p>
                  </a:txBody>
                  <a:tcPr marL="9525" marR="9525" marT="9525" marB="0" anchor="ctr"/>
                </a:tc>
                <a:extLst>
                  <a:ext uri="{0D108BD9-81ED-4DB2-BD59-A6C34878D82A}">
                    <a16:rowId xmlns:a16="http://schemas.microsoft.com/office/drawing/2014/main" val="2843106192"/>
                  </a:ext>
                </a:extLst>
              </a:tr>
              <a:tr h="255098">
                <a:tc>
                  <a:txBody>
                    <a:bodyPr/>
                    <a:lstStyle/>
                    <a:p>
                      <a:pPr lvl="0" algn="l">
                        <a:buNone/>
                      </a:pPr>
                      <a:r>
                        <a:rPr lang="en-US" sz="1200" b="0" i="0" u="none" strike="noStrike">
                          <a:solidFill>
                            <a:schemeClr val="tx1"/>
                          </a:solidFill>
                          <a:effectLst/>
                          <a:latin typeface="Avenir Next LT Pro"/>
                        </a:rPr>
                        <a:t>CHECK_PAYMENT_AVG_30</a:t>
                      </a:r>
                      <a:endParaRPr lang="en-US" sz="1200" b="0">
                        <a:solidFill>
                          <a:schemeClr val="tx1"/>
                        </a:solidFill>
                        <a:latin typeface="Avenir Next LT Pro"/>
                      </a:endParaRPr>
                    </a:p>
                  </a:txBody>
                  <a:tcPr marL="9525" marR="9525" marT="9525" marB="0" anchor="ctr"/>
                </a:tc>
                <a:tc>
                  <a:txBody>
                    <a:bodyPr/>
                    <a:lstStyle/>
                    <a:p>
                      <a:pPr lvl="0" algn="l">
                        <a:buNone/>
                      </a:pPr>
                      <a:r>
                        <a:rPr lang="en-US" sz="1200" b="0" i="0" u="none" strike="noStrike">
                          <a:solidFill>
                            <a:schemeClr val="tx1"/>
                          </a:solidFill>
                          <a:effectLst/>
                          <a:latin typeface="Avenir Next LT Pro"/>
                        </a:rPr>
                        <a:t>The average payment  (payment amount/count) in the past 30 days</a:t>
                      </a:r>
                      <a:endParaRPr lang="en-US" sz="1200" b="0">
                        <a:solidFill>
                          <a:schemeClr val="tx1"/>
                        </a:solidFill>
                        <a:latin typeface="Avenir Next LT Pro"/>
                      </a:endParaRPr>
                    </a:p>
                  </a:txBody>
                  <a:tcPr marL="9525" marR="9525" marT="9525" marB="0" anchor="ctr"/>
                </a:tc>
                <a:extLst>
                  <a:ext uri="{0D108BD9-81ED-4DB2-BD59-A6C34878D82A}">
                    <a16:rowId xmlns:a16="http://schemas.microsoft.com/office/drawing/2014/main" val="1027931985"/>
                  </a:ext>
                </a:extLst>
              </a:tr>
              <a:tr h="482420">
                <a:tc>
                  <a:txBody>
                    <a:bodyPr/>
                    <a:lstStyle/>
                    <a:p>
                      <a:pPr lvl="0" algn="l">
                        <a:buNone/>
                      </a:pPr>
                      <a:r>
                        <a:rPr lang="en-US" sz="1200" b="1" i="0" u="none" strike="noStrike">
                          <a:solidFill>
                            <a:schemeClr val="tx1"/>
                          </a:solidFill>
                          <a:effectLst/>
                          <a:latin typeface="Avenir Next LT Pro"/>
                        </a:rPr>
                        <a:t>PHONECOUNT60</a:t>
                      </a:r>
                      <a:endParaRPr lang="en-US" sz="1200" b="1">
                        <a:solidFill>
                          <a:schemeClr val="tx1"/>
                        </a:solidFill>
                        <a:latin typeface="Avenir Next LT Pro"/>
                      </a:endParaRPr>
                    </a:p>
                  </a:txBody>
                  <a:tcPr marL="9525" marR="9525" marT="9525" marB="0" anchor="ctr"/>
                </a:tc>
                <a:tc>
                  <a:txBody>
                    <a:bodyPr/>
                    <a:lstStyle/>
                    <a:p>
                      <a:pPr lvl="0" algn="l">
                        <a:buNone/>
                      </a:pPr>
                      <a:r>
                        <a:rPr lang="en-US" sz="1200" b="0" i="0" u="none" strike="noStrike">
                          <a:solidFill>
                            <a:schemeClr val="tx1"/>
                          </a:solidFill>
                          <a:effectLst/>
                          <a:latin typeface="Avenir Next LT Pro"/>
                        </a:rPr>
                        <a:t>The number of disposition phone counts in the last 60 days of the observation period</a:t>
                      </a:r>
                      <a:endParaRPr lang="en-US" sz="1200" b="0">
                        <a:solidFill>
                          <a:schemeClr val="tx1"/>
                        </a:solidFill>
                        <a:latin typeface="Avenir Next LT Pro"/>
                      </a:endParaRPr>
                    </a:p>
                  </a:txBody>
                  <a:tcPr marL="9525" marR="9525" marT="9525" marB="0" anchor="ctr"/>
                </a:tc>
                <a:extLst>
                  <a:ext uri="{0D108BD9-81ED-4DB2-BD59-A6C34878D82A}">
                    <a16:rowId xmlns:a16="http://schemas.microsoft.com/office/drawing/2014/main" val="950342542"/>
                  </a:ext>
                </a:extLst>
              </a:tr>
              <a:tr h="255098">
                <a:tc>
                  <a:txBody>
                    <a:bodyPr/>
                    <a:lstStyle/>
                    <a:p>
                      <a:pPr lvl="0" algn="l">
                        <a:buNone/>
                      </a:pPr>
                      <a:r>
                        <a:rPr lang="en-US" sz="1200" b="0" i="0" u="none" strike="noStrike">
                          <a:solidFill>
                            <a:schemeClr val="tx1"/>
                          </a:solidFill>
                          <a:effectLst/>
                          <a:latin typeface="Avenir Next LT Pro"/>
                        </a:rPr>
                        <a:t>PAYERID_CHECK_COUNT</a:t>
                      </a:r>
                      <a:endParaRPr lang="en-US" sz="1200" b="0">
                        <a:solidFill>
                          <a:schemeClr val="tx1"/>
                        </a:solidFill>
                        <a:latin typeface="Avenir Next LT Pro"/>
                      </a:endParaRPr>
                    </a:p>
                  </a:txBody>
                  <a:tcPr marL="9525" marR="9525" marT="9525" marB="0" anchor="ctr"/>
                </a:tc>
                <a:tc>
                  <a:txBody>
                    <a:bodyPr/>
                    <a:lstStyle/>
                    <a:p>
                      <a:pPr lvl="0" algn="l">
                        <a:buNone/>
                      </a:pPr>
                      <a:r>
                        <a:rPr lang="en-US" sz="1200" b="0" i="0" u="none" strike="noStrike">
                          <a:solidFill>
                            <a:schemeClr val="tx1"/>
                          </a:solidFill>
                          <a:effectLst/>
                          <a:latin typeface="Avenir Next LT Pro"/>
                        </a:rPr>
                        <a:t>The number of payers associated with all check payments since last opt-out</a:t>
                      </a:r>
                      <a:endParaRPr lang="en-US" sz="1200" b="0">
                        <a:solidFill>
                          <a:schemeClr val="tx1"/>
                        </a:solidFill>
                        <a:latin typeface="Avenir Next LT Pro"/>
                      </a:endParaRPr>
                    </a:p>
                  </a:txBody>
                  <a:tcPr marL="9525" marR="9525" marT="9525" marB="0" anchor="ctr"/>
                </a:tc>
                <a:extLst>
                  <a:ext uri="{0D108BD9-81ED-4DB2-BD59-A6C34878D82A}">
                    <a16:rowId xmlns:a16="http://schemas.microsoft.com/office/drawing/2014/main" val="1186354568"/>
                  </a:ext>
                </a:extLst>
              </a:tr>
              <a:tr h="255098">
                <a:tc>
                  <a:txBody>
                    <a:bodyPr/>
                    <a:lstStyle/>
                    <a:p>
                      <a:pPr lvl="0" algn="l">
                        <a:buNone/>
                      </a:pPr>
                      <a:r>
                        <a:rPr lang="en-US" sz="1200" b="1" i="0" u="none" strike="noStrike">
                          <a:solidFill>
                            <a:schemeClr val="tx1"/>
                          </a:solidFill>
                          <a:effectLst/>
                          <a:latin typeface="Avenir Next LT Pro"/>
                        </a:rPr>
                        <a:t>TOTAL_PREV_OPTOUTS_LAST_YEAR</a:t>
                      </a:r>
                      <a:endParaRPr lang="en-US" sz="1200" b="1">
                        <a:solidFill>
                          <a:schemeClr val="tx1"/>
                        </a:solidFill>
                        <a:latin typeface="Avenir Next LT Pro"/>
                      </a:endParaRPr>
                    </a:p>
                  </a:txBody>
                  <a:tcPr marL="9525" marR="9525" marT="9525" marB="0" anchor="ctr"/>
                </a:tc>
                <a:tc>
                  <a:txBody>
                    <a:bodyPr/>
                    <a:lstStyle/>
                    <a:p>
                      <a:pPr lvl="0" algn="l">
                        <a:buNone/>
                      </a:pPr>
                      <a:r>
                        <a:rPr lang="en-US" sz="1200" b="0" i="0" u="none" strike="noStrike">
                          <a:solidFill>
                            <a:schemeClr val="tx1"/>
                          </a:solidFill>
                          <a:effectLst/>
                          <a:latin typeface="Avenir Next LT Pro"/>
                        </a:rPr>
                        <a:t>Total number of previous opt-outs in the last year</a:t>
                      </a:r>
                      <a:endParaRPr lang="en-US" sz="1200" b="0">
                        <a:solidFill>
                          <a:schemeClr val="tx1"/>
                        </a:solidFill>
                        <a:latin typeface="Avenir Next LT Pro"/>
                      </a:endParaRPr>
                    </a:p>
                  </a:txBody>
                  <a:tcPr marL="9525" marR="9525" marT="9525" marB="0" anchor="ctr"/>
                </a:tc>
                <a:extLst>
                  <a:ext uri="{0D108BD9-81ED-4DB2-BD59-A6C34878D82A}">
                    <a16:rowId xmlns:a16="http://schemas.microsoft.com/office/drawing/2014/main" val="3713540852"/>
                  </a:ext>
                </a:extLst>
              </a:tr>
              <a:tr h="255098">
                <a:tc>
                  <a:txBody>
                    <a:bodyPr/>
                    <a:lstStyle/>
                    <a:p>
                      <a:pPr lvl="0" algn="l">
                        <a:buNone/>
                      </a:pPr>
                      <a:r>
                        <a:rPr lang="en-US" sz="1200" b="1" i="0" u="none" strike="noStrike">
                          <a:solidFill>
                            <a:schemeClr val="tx1"/>
                          </a:solidFill>
                          <a:effectLst/>
                          <a:latin typeface="Avenir Next LT Pro"/>
                        </a:rPr>
                        <a:t>TOTAL_PREV_OPTOUTS</a:t>
                      </a:r>
                      <a:endParaRPr lang="en-US" sz="1200" b="1">
                        <a:solidFill>
                          <a:schemeClr val="tx1"/>
                        </a:solidFill>
                        <a:latin typeface="Avenir Next LT Pro"/>
                      </a:endParaRPr>
                    </a:p>
                  </a:txBody>
                  <a:tcPr marL="9525" marR="9525" marT="9525" marB="0" anchor="ctr"/>
                </a:tc>
                <a:tc>
                  <a:txBody>
                    <a:bodyPr/>
                    <a:lstStyle/>
                    <a:p>
                      <a:pPr lvl="0" algn="l">
                        <a:buNone/>
                      </a:pPr>
                      <a:r>
                        <a:rPr lang="en-US" sz="1200" b="0" i="0" u="none" strike="noStrike">
                          <a:solidFill>
                            <a:schemeClr val="tx1"/>
                          </a:solidFill>
                          <a:effectLst/>
                          <a:latin typeface="Avenir Next LT Pro"/>
                        </a:rPr>
                        <a:t>Total number of previous opt-outs </a:t>
                      </a:r>
                      <a:endParaRPr lang="en-US" sz="1200" b="0">
                        <a:solidFill>
                          <a:schemeClr val="tx1"/>
                        </a:solidFill>
                        <a:latin typeface="Avenir Next LT Pro"/>
                      </a:endParaRPr>
                    </a:p>
                  </a:txBody>
                  <a:tcPr marL="9525" marR="9525" marT="9525" marB="0" anchor="ctr"/>
                </a:tc>
                <a:extLst>
                  <a:ext uri="{0D108BD9-81ED-4DB2-BD59-A6C34878D82A}">
                    <a16:rowId xmlns:a16="http://schemas.microsoft.com/office/drawing/2014/main" val="2120749853"/>
                  </a:ext>
                </a:extLst>
              </a:tr>
              <a:tr h="482420">
                <a:tc>
                  <a:txBody>
                    <a:bodyPr/>
                    <a:lstStyle/>
                    <a:p>
                      <a:pPr lvl="0" algn="l">
                        <a:buNone/>
                      </a:pPr>
                      <a:r>
                        <a:rPr lang="en-US" sz="1200" b="0" i="0" u="none" strike="noStrike">
                          <a:solidFill>
                            <a:schemeClr val="tx1"/>
                          </a:solidFill>
                          <a:effectLst/>
                          <a:latin typeface="Avenir Next LT Pro"/>
                        </a:rPr>
                        <a:t>TIME_SINCE_LAST_CANCELLED_CHECK_PAYMENT</a:t>
                      </a:r>
                      <a:endParaRPr lang="en-US" sz="1200" b="0">
                        <a:solidFill>
                          <a:schemeClr val="tx1"/>
                        </a:solidFill>
                        <a:latin typeface="Avenir Next LT Pro"/>
                      </a:endParaRPr>
                    </a:p>
                  </a:txBody>
                  <a:tcPr marL="9525" marR="9525" marT="9525" marB="0" anchor="ctr"/>
                </a:tc>
                <a:tc>
                  <a:txBody>
                    <a:bodyPr/>
                    <a:lstStyle/>
                    <a:p>
                      <a:pPr lvl="0" algn="l">
                        <a:buNone/>
                      </a:pPr>
                      <a:r>
                        <a:rPr lang="en-US" sz="1200" b="0" i="0" u="none" strike="noStrike">
                          <a:solidFill>
                            <a:schemeClr val="tx1"/>
                          </a:solidFill>
                          <a:effectLst/>
                          <a:latin typeface="Avenir Next LT Pro"/>
                        </a:rPr>
                        <a:t>Time (days) since last cancelled check payment</a:t>
                      </a:r>
                      <a:endParaRPr lang="en-US" sz="1200" b="0">
                        <a:solidFill>
                          <a:schemeClr val="tx1"/>
                        </a:solidFill>
                        <a:latin typeface="Avenir Next LT Pro"/>
                      </a:endParaRPr>
                    </a:p>
                  </a:txBody>
                  <a:tcPr marL="9525" marR="9525" marT="9525" marB="0" anchor="ctr"/>
                </a:tc>
                <a:extLst>
                  <a:ext uri="{0D108BD9-81ED-4DB2-BD59-A6C34878D82A}">
                    <a16:rowId xmlns:a16="http://schemas.microsoft.com/office/drawing/2014/main" val="1730326456"/>
                  </a:ext>
                </a:extLst>
              </a:tr>
              <a:tr h="510198">
                <a:tc>
                  <a:txBody>
                    <a:bodyPr/>
                    <a:lstStyle/>
                    <a:p>
                      <a:pPr lvl="0" algn="l">
                        <a:buNone/>
                      </a:pPr>
                      <a:r>
                        <a:rPr lang="en-US" sz="1200" b="0" i="0" u="none" strike="noStrike">
                          <a:solidFill>
                            <a:schemeClr val="tx1"/>
                          </a:solidFill>
                          <a:effectLst/>
                          <a:latin typeface="Avenir Next LT Pro"/>
                        </a:rPr>
                        <a:t>FIRSTACTION_BOOL</a:t>
                      </a:r>
                      <a:endParaRPr lang="en-US" sz="1200" b="0">
                        <a:solidFill>
                          <a:schemeClr val="tx1"/>
                        </a:solidFill>
                        <a:latin typeface="Avenir Next LT Pro"/>
                      </a:endParaRPr>
                    </a:p>
                  </a:txBody>
                  <a:tcPr marL="9525" marR="9525" marT="9525" marB="0" anchor="ctr"/>
                </a:tc>
                <a:tc>
                  <a:txBody>
                    <a:bodyPr/>
                    <a:lstStyle/>
                    <a:p>
                      <a:pPr lvl="0" algn="l">
                        <a:buNone/>
                      </a:pPr>
                      <a:r>
                        <a:rPr lang="en-US" sz="1200" b="0" i="0" u="none" strike="noStrike">
                          <a:solidFill>
                            <a:schemeClr val="tx1"/>
                          </a:solidFill>
                          <a:effectLst/>
                          <a:latin typeface="Avenir Next LT Pro"/>
                        </a:rPr>
                        <a:t>Whether the provider is an undecided (1) provider or a circle back provider (0). Can also be thought of as whether provider hasn’t had an opt-out</a:t>
                      </a:r>
                      <a:endParaRPr lang="en-US" sz="1200" b="0">
                        <a:solidFill>
                          <a:schemeClr val="tx1"/>
                        </a:solidFill>
                        <a:latin typeface="Avenir Next LT Pro"/>
                      </a:endParaRPr>
                    </a:p>
                  </a:txBody>
                  <a:tcPr marL="9525" marR="9525" marT="9525" marB="0" anchor="ctr"/>
                </a:tc>
                <a:extLst>
                  <a:ext uri="{0D108BD9-81ED-4DB2-BD59-A6C34878D82A}">
                    <a16:rowId xmlns:a16="http://schemas.microsoft.com/office/drawing/2014/main" val="3315043041"/>
                  </a:ext>
                </a:extLst>
              </a:tr>
              <a:tr h="327985">
                <a:tc>
                  <a:txBody>
                    <a:bodyPr/>
                    <a:lstStyle/>
                    <a:p>
                      <a:pPr lvl="0" algn="l">
                        <a:buNone/>
                      </a:pPr>
                      <a:r>
                        <a:rPr lang="en-US" sz="1200" b="1" i="0" u="none" strike="noStrike">
                          <a:solidFill>
                            <a:schemeClr val="tx1"/>
                          </a:solidFill>
                          <a:effectLst/>
                          <a:latin typeface="Avenir Next LT Pro"/>
                        </a:rPr>
                        <a:t>CANCELLEDCHECKPAYMENTCOUNT</a:t>
                      </a:r>
                      <a:endParaRPr lang="en-US" sz="1200" b="1">
                        <a:solidFill>
                          <a:schemeClr val="tx1"/>
                        </a:solidFill>
                        <a:latin typeface="Avenir Next LT Pro"/>
                      </a:endParaRPr>
                    </a:p>
                  </a:txBody>
                  <a:tcPr marL="9525" marR="9525" marT="9525" marB="0" anchor="ctr"/>
                </a:tc>
                <a:tc>
                  <a:txBody>
                    <a:bodyPr/>
                    <a:lstStyle/>
                    <a:p>
                      <a:pPr lvl="0" algn="l">
                        <a:buNone/>
                      </a:pPr>
                      <a:r>
                        <a:rPr lang="en-US" sz="1200" b="0" i="0" u="none" strike="noStrike">
                          <a:solidFill>
                            <a:schemeClr val="tx1"/>
                          </a:solidFill>
                          <a:effectLst/>
                          <a:latin typeface="Avenir Next LT Pro"/>
                        </a:rPr>
                        <a:t>The number of cancelled check payments</a:t>
                      </a:r>
                      <a:endParaRPr lang="en-US" sz="1200" b="0">
                        <a:solidFill>
                          <a:schemeClr val="tx1"/>
                        </a:solidFill>
                        <a:latin typeface="Avenir Next LT Pro"/>
                      </a:endParaRPr>
                    </a:p>
                  </a:txBody>
                  <a:tcPr marL="9525" marR="9525" marT="9525" marB="0" anchor="ctr"/>
                </a:tc>
                <a:extLst>
                  <a:ext uri="{0D108BD9-81ED-4DB2-BD59-A6C34878D82A}">
                    <a16:rowId xmlns:a16="http://schemas.microsoft.com/office/drawing/2014/main" val="3872273733"/>
                  </a:ext>
                </a:extLst>
              </a:tr>
            </a:tbl>
          </a:graphicData>
        </a:graphic>
      </p:graphicFrame>
      <p:graphicFrame>
        <p:nvGraphicFramePr>
          <p:cNvPr id="3" name="Table 2">
            <a:extLst>
              <a:ext uri="{FF2B5EF4-FFF2-40B4-BE49-F238E27FC236}">
                <a16:creationId xmlns:a16="http://schemas.microsoft.com/office/drawing/2014/main" id="{0B57D9C8-753E-84C9-5E86-6D1319D838BE}"/>
              </a:ext>
            </a:extLst>
          </p:cNvPr>
          <p:cNvGraphicFramePr>
            <a:graphicFrameLocks noGrp="1"/>
          </p:cNvGraphicFramePr>
          <p:nvPr>
            <p:extLst>
              <p:ext uri="{D42A27DB-BD31-4B8C-83A1-F6EECF244321}">
                <p14:modId xmlns:p14="http://schemas.microsoft.com/office/powerpoint/2010/main" val="2196971087"/>
              </p:ext>
            </p:extLst>
          </p:nvPr>
        </p:nvGraphicFramePr>
        <p:xfrm>
          <a:off x="9357030" y="365760"/>
          <a:ext cx="2469210" cy="228600"/>
        </p:xfrm>
        <a:graphic>
          <a:graphicData uri="http://schemas.openxmlformats.org/drawingml/2006/table">
            <a:tbl>
              <a:tblPr firstRow="1" bandRow="1">
                <a:tableStyleId>{5C22544A-7EE6-4342-B048-85BDC9FD1C3A}</a:tableStyleId>
              </a:tblPr>
              <a:tblGrid>
                <a:gridCol w="823070">
                  <a:extLst>
                    <a:ext uri="{9D8B030D-6E8A-4147-A177-3AD203B41FA5}">
                      <a16:colId xmlns:a16="http://schemas.microsoft.com/office/drawing/2014/main" val="3672725688"/>
                    </a:ext>
                  </a:extLst>
                </a:gridCol>
                <a:gridCol w="823070">
                  <a:extLst>
                    <a:ext uri="{9D8B030D-6E8A-4147-A177-3AD203B41FA5}">
                      <a16:colId xmlns:a16="http://schemas.microsoft.com/office/drawing/2014/main" val="3475828051"/>
                    </a:ext>
                  </a:extLst>
                </a:gridCol>
                <a:gridCol w="823070">
                  <a:extLst>
                    <a:ext uri="{9D8B030D-6E8A-4147-A177-3AD203B41FA5}">
                      <a16:colId xmlns:a16="http://schemas.microsoft.com/office/drawing/2014/main" val="4021233444"/>
                    </a:ext>
                  </a:extLst>
                </a:gridCol>
              </a:tblGrid>
              <a:tr h="208522">
                <a:tc>
                  <a:txBody>
                    <a:bodyPr/>
                    <a:lstStyle/>
                    <a:p>
                      <a:pPr algn="ctr"/>
                      <a:r>
                        <a:rPr lang="en-US" sz="900" b="1" i="0">
                          <a:solidFill>
                            <a:schemeClr val="tx1"/>
                          </a:solidFill>
                          <a:latin typeface="AvenirNext LT Pro Regular"/>
                        </a:rPr>
                        <a:t>INFORM</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a:r>
                        <a:rPr lang="en-US" sz="900" b="1" i="0">
                          <a:solidFill>
                            <a:schemeClr val="tx1"/>
                          </a:solidFill>
                          <a:latin typeface="AvenirNext LT Pro Regular"/>
                        </a:rPr>
                        <a:t>DISCUSS</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900" b="1" i="0">
                          <a:solidFill>
                            <a:schemeClr val="tx1"/>
                          </a:solidFill>
                          <a:latin typeface="AvenirNext LT Pro Regular" panose="020B0504020202020204" pitchFamily="34" charset="77"/>
                        </a:rPr>
                        <a:t>DECIDE</a:t>
                      </a:r>
                    </a:p>
                  </a:txBody>
                  <a:tcP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931640111"/>
                  </a:ext>
                </a:extLst>
              </a:tr>
            </a:tbl>
          </a:graphicData>
        </a:graphic>
      </p:graphicFrame>
      <p:sp>
        <p:nvSpPr>
          <p:cNvPr id="2" name="Title 3">
            <a:extLst>
              <a:ext uri="{FF2B5EF4-FFF2-40B4-BE49-F238E27FC236}">
                <a16:creationId xmlns:a16="http://schemas.microsoft.com/office/drawing/2014/main" id="{486F7AC1-9DA7-C186-C117-1631237EF4CC}"/>
              </a:ext>
            </a:extLst>
          </p:cNvPr>
          <p:cNvSpPr>
            <a:spLocks noGrp="1"/>
          </p:cNvSpPr>
          <p:nvPr>
            <p:ph type="title"/>
          </p:nvPr>
        </p:nvSpPr>
        <p:spPr>
          <a:xfrm>
            <a:off x="365760" y="822960"/>
            <a:ext cx="10972800" cy="365760"/>
          </a:xfrm>
        </p:spPr>
        <p:txBody>
          <a:bodyPr/>
          <a:lstStyle/>
          <a:p>
            <a:r>
              <a:rPr lang="en-US" sz="1600">
                <a:latin typeface="Avenir Next LT Pro"/>
              </a:rPr>
              <a:t>The features that have been used to build the model</a:t>
            </a:r>
            <a:br>
              <a:rPr lang="en-US" sz="1600"/>
            </a:br>
            <a:endParaRPr lang="en-US" sz="1600"/>
          </a:p>
        </p:txBody>
      </p:sp>
    </p:spTree>
    <p:extLst>
      <p:ext uri="{BB962C8B-B14F-4D97-AF65-F5344CB8AC3E}">
        <p14:creationId xmlns:p14="http://schemas.microsoft.com/office/powerpoint/2010/main" val="20676713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F7FBD-6D4A-F07F-EF6A-04F4B11D1BE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8EE5999-4793-277C-387E-374BA5A8D068}"/>
              </a:ext>
            </a:extLst>
          </p:cNvPr>
          <p:cNvSpPr>
            <a:spLocks noGrp="1"/>
          </p:cNvSpPr>
          <p:nvPr>
            <p:ph type="title"/>
          </p:nvPr>
        </p:nvSpPr>
        <p:spPr/>
        <p:txBody>
          <a:bodyPr/>
          <a:lstStyle/>
          <a:p>
            <a:r>
              <a:rPr lang="en-US"/>
              <a:t>The output will include categorization for providers likely to opt-in</a:t>
            </a:r>
          </a:p>
        </p:txBody>
      </p:sp>
      <p:sp>
        <p:nvSpPr>
          <p:cNvPr id="2" name="Text Placeholder 1">
            <a:extLst>
              <a:ext uri="{FF2B5EF4-FFF2-40B4-BE49-F238E27FC236}">
                <a16:creationId xmlns:a16="http://schemas.microsoft.com/office/drawing/2014/main" id="{0EA52669-A40D-530A-0232-F40AF36F953F}"/>
              </a:ext>
            </a:extLst>
          </p:cNvPr>
          <p:cNvSpPr>
            <a:spLocks noGrp="1"/>
          </p:cNvSpPr>
          <p:nvPr>
            <p:ph type="body" sz="quarter" idx="13"/>
          </p:nvPr>
        </p:nvSpPr>
        <p:spPr/>
        <p:txBody>
          <a:bodyPr vert="horz" lIns="0" tIns="45720" rIns="0" bIns="45720" rtlCol="0" anchor="t">
            <a:noAutofit/>
          </a:bodyPr>
          <a:lstStyle/>
          <a:p>
            <a:r>
              <a:rPr lang="en-US" sz="2400"/>
              <a:t>Model Output</a:t>
            </a:r>
          </a:p>
        </p:txBody>
      </p:sp>
      <p:graphicFrame>
        <p:nvGraphicFramePr>
          <p:cNvPr id="7" name="Table 6">
            <a:extLst>
              <a:ext uri="{FF2B5EF4-FFF2-40B4-BE49-F238E27FC236}">
                <a16:creationId xmlns:a16="http://schemas.microsoft.com/office/drawing/2014/main" id="{5DEB8147-A331-074A-61E2-5B6140D5C7C7}"/>
              </a:ext>
            </a:extLst>
          </p:cNvPr>
          <p:cNvGraphicFramePr>
            <a:graphicFrameLocks noGrp="1"/>
          </p:cNvGraphicFramePr>
          <p:nvPr>
            <p:extLst>
              <p:ext uri="{D42A27DB-BD31-4B8C-83A1-F6EECF244321}">
                <p14:modId xmlns:p14="http://schemas.microsoft.com/office/powerpoint/2010/main" val="2739186743"/>
              </p:ext>
            </p:extLst>
          </p:nvPr>
        </p:nvGraphicFramePr>
        <p:xfrm>
          <a:off x="9357030" y="365760"/>
          <a:ext cx="2469210" cy="228600"/>
        </p:xfrm>
        <a:graphic>
          <a:graphicData uri="http://schemas.openxmlformats.org/drawingml/2006/table">
            <a:tbl>
              <a:tblPr firstRow="1" bandRow="1">
                <a:tableStyleId>{5C22544A-7EE6-4342-B048-85BDC9FD1C3A}</a:tableStyleId>
              </a:tblPr>
              <a:tblGrid>
                <a:gridCol w="823070">
                  <a:extLst>
                    <a:ext uri="{9D8B030D-6E8A-4147-A177-3AD203B41FA5}">
                      <a16:colId xmlns:a16="http://schemas.microsoft.com/office/drawing/2014/main" val="3672725688"/>
                    </a:ext>
                  </a:extLst>
                </a:gridCol>
                <a:gridCol w="823070">
                  <a:extLst>
                    <a:ext uri="{9D8B030D-6E8A-4147-A177-3AD203B41FA5}">
                      <a16:colId xmlns:a16="http://schemas.microsoft.com/office/drawing/2014/main" val="3475828051"/>
                    </a:ext>
                  </a:extLst>
                </a:gridCol>
                <a:gridCol w="823070">
                  <a:extLst>
                    <a:ext uri="{9D8B030D-6E8A-4147-A177-3AD203B41FA5}">
                      <a16:colId xmlns:a16="http://schemas.microsoft.com/office/drawing/2014/main" val="4021233444"/>
                    </a:ext>
                  </a:extLst>
                </a:gridCol>
              </a:tblGrid>
              <a:tr h="208522">
                <a:tc>
                  <a:txBody>
                    <a:bodyPr/>
                    <a:lstStyle/>
                    <a:p>
                      <a:pPr algn="ctr"/>
                      <a:r>
                        <a:rPr lang="en-US" sz="900" b="1" i="0">
                          <a:solidFill>
                            <a:schemeClr val="tx1"/>
                          </a:solidFill>
                          <a:latin typeface="AvenirNext LT Pro Regular"/>
                        </a:rPr>
                        <a:t>INFORM</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a:r>
                        <a:rPr lang="en-US" sz="900" b="1" i="0">
                          <a:solidFill>
                            <a:schemeClr val="tx1"/>
                          </a:solidFill>
                          <a:latin typeface="AvenirNext LT Pro Regular"/>
                        </a:rPr>
                        <a:t>DISCUSS</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900" b="1" i="0">
                          <a:solidFill>
                            <a:schemeClr val="tx1"/>
                          </a:solidFill>
                          <a:latin typeface="AvenirNext LT Pro Regular" panose="020B0504020202020204" pitchFamily="34" charset="77"/>
                        </a:rPr>
                        <a:t>DECIDE</a:t>
                      </a:r>
                    </a:p>
                  </a:txBody>
                  <a:tcP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931640111"/>
                  </a:ext>
                </a:extLst>
              </a:tr>
            </a:tbl>
          </a:graphicData>
        </a:graphic>
      </p:graphicFrame>
      <p:sp>
        <p:nvSpPr>
          <p:cNvPr id="8" name="Content Placeholder 52">
            <a:extLst>
              <a:ext uri="{FF2B5EF4-FFF2-40B4-BE49-F238E27FC236}">
                <a16:creationId xmlns:a16="http://schemas.microsoft.com/office/drawing/2014/main" id="{DD11A10E-5B51-0D46-4608-DF0D49BC2165}"/>
              </a:ext>
            </a:extLst>
          </p:cNvPr>
          <p:cNvSpPr txBox="1">
            <a:spLocks/>
          </p:cNvSpPr>
          <p:nvPr/>
        </p:nvSpPr>
        <p:spPr>
          <a:xfrm>
            <a:off x="365761" y="1606550"/>
            <a:ext cx="5295717" cy="4785899"/>
          </a:xfrm>
          <a:prstGeom prst="rect">
            <a:avLst/>
          </a:prstGeom>
        </p:spPr>
        <p:txBody>
          <a:bodyPr lIns="91440" tIns="45720" rIns="91440" bIns="45720" anchor="t">
            <a:normAutofit/>
          </a:bodyPr>
          <a:lstStyle>
            <a:lvl1pPr marL="182880" marR="0" indent="-18288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sz="2000" kern="1200">
                <a:solidFill>
                  <a:schemeClr val="tx1"/>
                </a:solidFill>
                <a:latin typeface="AvenirNext LT Pro Regular" panose="020B0504020202020204" pitchFamily="34" charset="0"/>
                <a:ea typeface="+mn-ea"/>
                <a:cs typeface="+mn-cs"/>
              </a:defRPr>
            </a:lvl1pPr>
            <a:lvl2pPr marL="457200" indent="-228600" algn="l" defTabSz="914400" rtl="0" eaLnBrk="1" latinLnBrk="0" hangingPunct="1">
              <a:lnSpc>
                <a:spcPct val="100000"/>
              </a:lnSpc>
              <a:spcBef>
                <a:spcPts val="600"/>
              </a:spcBef>
              <a:spcAft>
                <a:spcPts val="600"/>
              </a:spcAft>
              <a:buFont typeface="Arial" panose="020B0604020202020204" pitchFamily="34" charset="0"/>
              <a:buChar char="•"/>
              <a:defRPr sz="2000" kern="1200">
                <a:solidFill>
                  <a:schemeClr val="tx1"/>
                </a:solidFill>
                <a:latin typeface="AvenirNext LT Pro Regular" panose="020B0504020202020204" pitchFamily="34" charset="0"/>
                <a:ea typeface="+mn-ea"/>
                <a:cs typeface="+mn-cs"/>
              </a:defRPr>
            </a:lvl2pPr>
            <a:lvl3pPr marL="457200" indent="-182880" algn="l" defTabSz="914400" rtl="0" eaLnBrk="1" latinLnBrk="0" hangingPunct="1">
              <a:lnSpc>
                <a:spcPct val="100000"/>
              </a:lnSpc>
              <a:spcBef>
                <a:spcPts val="600"/>
              </a:spcBef>
              <a:spcAft>
                <a:spcPts val="600"/>
              </a:spcAft>
              <a:buFont typeface="Arial" panose="020B0604020202020204" pitchFamily="34" charset="0"/>
              <a:buChar char="•"/>
              <a:defRPr sz="1600" kern="1200">
                <a:solidFill>
                  <a:schemeClr val="tx1"/>
                </a:solidFill>
                <a:latin typeface="AvenirNext LT Pro Regular"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Next LT Pro Regular"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Next LT Pro Regular"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b="1">
                <a:latin typeface="AvenirNext LT Pro Regular"/>
              </a:rPr>
              <a:t>Output</a:t>
            </a:r>
            <a:endParaRPr lang="en-US" sz="1600"/>
          </a:p>
          <a:p>
            <a:pPr marL="285750" indent="-285750"/>
            <a:r>
              <a:rPr lang="en-US" sz="1600">
                <a:latin typeface="AvenirNext LT Pro Regular"/>
              </a:rPr>
              <a:t>The model output will include:</a:t>
            </a:r>
          </a:p>
          <a:p>
            <a:pPr marL="617220" lvl="1" indent="-342900">
              <a:buFont typeface="+mj-lt"/>
              <a:buAutoNum type="arabicPeriod"/>
            </a:pPr>
            <a:r>
              <a:rPr lang="en-US" sz="1600">
                <a:latin typeface="AvenirNext LT Pro Regular"/>
              </a:rPr>
              <a:t>ZAPP Edge opt-in propensity categorization</a:t>
            </a:r>
          </a:p>
          <a:p>
            <a:pPr marL="617220" lvl="1" indent="-342900">
              <a:buFont typeface="+mj-lt"/>
              <a:buAutoNum type="arabicPeriod"/>
            </a:pPr>
            <a:r>
              <a:rPr lang="en-US" sz="1600">
                <a:latin typeface="AvenirNext LT Pro Regular"/>
              </a:rPr>
              <a:t>Outreach target recommendations</a:t>
            </a:r>
          </a:p>
          <a:p>
            <a:pPr marL="285750" indent="-285750"/>
            <a:r>
              <a:rPr lang="en-US" sz="1600">
                <a:latin typeface="AvenirNext LT Pro Regular"/>
              </a:rPr>
              <a:t>Call target recommendations</a:t>
            </a:r>
          </a:p>
          <a:p>
            <a:pPr marL="617220" lvl="1" indent="-342900">
              <a:buFont typeface="+mj-lt"/>
              <a:buAutoNum type="arabicPeriod"/>
            </a:pPr>
            <a:r>
              <a:rPr lang="en-US" sz="1600" b="1">
                <a:latin typeface="AvenirNext LT Pro Regular"/>
              </a:rPr>
              <a:t>Very High </a:t>
            </a:r>
            <a:r>
              <a:rPr lang="en-US" sz="1600">
                <a:latin typeface="AvenirNext LT Pro Regular"/>
              </a:rPr>
              <a:t>opt-in propensity category</a:t>
            </a:r>
          </a:p>
          <a:p>
            <a:pPr marL="617220" lvl="1" indent="-342900">
              <a:buFont typeface="+mj-lt"/>
              <a:buAutoNum type="arabicPeriod"/>
            </a:pPr>
            <a:r>
              <a:rPr lang="en-US" sz="1600">
                <a:latin typeface="AvenirNext LT Pro Regular"/>
              </a:rPr>
              <a:t>Not Petite (Low / Very Low)</a:t>
            </a:r>
          </a:p>
          <a:p>
            <a:pPr marL="274320" lvl="1" indent="0">
              <a:buNone/>
            </a:pPr>
            <a:endParaRPr lang="en-US" sz="1800">
              <a:latin typeface="AvenirNext LT Pro Regular"/>
            </a:endParaRPr>
          </a:p>
        </p:txBody>
      </p:sp>
      <p:graphicFrame>
        <p:nvGraphicFramePr>
          <p:cNvPr id="6" name="Table 5">
            <a:extLst>
              <a:ext uri="{FF2B5EF4-FFF2-40B4-BE49-F238E27FC236}">
                <a16:creationId xmlns:a16="http://schemas.microsoft.com/office/drawing/2014/main" id="{5AF98256-3D34-28F2-8BCE-A44C02BFA7A1}"/>
              </a:ext>
            </a:extLst>
          </p:cNvPr>
          <p:cNvGraphicFramePr>
            <a:graphicFrameLocks noGrp="1"/>
          </p:cNvGraphicFramePr>
          <p:nvPr>
            <p:extLst>
              <p:ext uri="{D42A27DB-BD31-4B8C-83A1-F6EECF244321}">
                <p14:modId xmlns:p14="http://schemas.microsoft.com/office/powerpoint/2010/main" val="757507879"/>
              </p:ext>
            </p:extLst>
          </p:nvPr>
        </p:nvGraphicFramePr>
        <p:xfrm>
          <a:off x="5661660" y="1711631"/>
          <a:ext cx="5676901" cy="2677160"/>
        </p:xfrm>
        <a:graphic>
          <a:graphicData uri="http://schemas.openxmlformats.org/drawingml/2006/table">
            <a:tbl>
              <a:tblPr firstRow="1" bandRow="1">
                <a:tableStyleId>{5C22544A-7EE6-4342-B048-85BDC9FD1C3A}</a:tableStyleId>
              </a:tblPr>
              <a:tblGrid>
                <a:gridCol w="1001806">
                  <a:extLst>
                    <a:ext uri="{9D8B030D-6E8A-4147-A177-3AD203B41FA5}">
                      <a16:colId xmlns:a16="http://schemas.microsoft.com/office/drawing/2014/main" val="3955961693"/>
                    </a:ext>
                  </a:extLst>
                </a:gridCol>
                <a:gridCol w="1173833">
                  <a:extLst>
                    <a:ext uri="{9D8B030D-6E8A-4147-A177-3AD203B41FA5}">
                      <a16:colId xmlns:a16="http://schemas.microsoft.com/office/drawing/2014/main" val="287551561"/>
                    </a:ext>
                  </a:extLst>
                </a:gridCol>
                <a:gridCol w="1194072">
                  <a:extLst>
                    <a:ext uri="{9D8B030D-6E8A-4147-A177-3AD203B41FA5}">
                      <a16:colId xmlns:a16="http://schemas.microsoft.com/office/drawing/2014/main" val="37044395"/>
                    </a:ext>
                  </a:extLst>
                </a:gridCol>
                <a:gridCol w="1153595">
                  <a:extLst>
                    <a:ext uri="{9D8B030D-6E8A-4147-A177-3AD203B41FA5}">
                      <a16:colId xmlns:a16="http://schemas.microsoft.com/office/drawing/2014/main" val="1355539300"/>
                    </a:ext>
                  </a:extLst>
                </a:gridCol>
                <a:gridCol w="1153595">
                  <a:extLst>
                    <a:ext uri="{9D8B030D-6E8A-4147-A177-3AD203B41FA5}">
                      <a16:colId xmlns:a16="http://schemas.microsoft.com/office/drawing/2014/main" val="3933453405"/>
                    </a:ext>
                  </a:extLst>
                </a:gridCol>
              </a:tblGrid>
              <a:tr h="370840">
                <a:tc>
                  <a:txBody>
                    <a:bodyPr/>
                    <a:lstStyle/>
                    <a:p>
                      <a:pPr algn="ctr"/>
                      <a:r>
                        <a:rPr lang="en-US" sz="1200"/>
                        <a:t>Opt-In Category</a:t>
                      </a:r>
                    </a:p>
                  </a:txBody>
                  <a:tcPr/>
                </a:tc>
                <a:tc>
                  <a:txBody>
                    <a:bodyPr/>
                    <a:lstStyle/>
                    <a:p>
                      <a:pPr algn="ctr"/>
                      <a:r>
                        <a:rPr lang="en-US" sz="1200"/>
                        <a:t>Approx. Proportion of Data</a:t>
                      </a:r>
                    </a:p>
                  </a:txBody>
                  <a:tcPr/>
                </a:tc>
                <a:tc>
                  <a:txBody>
                    <a:bodyPr/>
                    <a:lstStyle/>
                    <a:p>
                      <a:pPr algn="ctr"/>
                      <a:r>
                        <a:rPr lang="en-US" sz="1200"/>
                        <a:t>Approx. Opt-In Rate Within Category</a:t>
                      </a:r>
                    </a:p>
                  </a:txBody>
                  <a:tcPr/>
                </a:tc>
                <a:tc>
                  <a:txBody>
                    <a:bodyPr/>
                    <a:lstStyle/>
                    <a:p>
                      <a:pPr algn="ctr"/>
                      <a:r>
                        <a:rPr lang="en-US" sz="1200"/>
                        <a:t>Total Pct of Opt-Ins Captured​</a:t>
                      </a:r>
                    </a:p>
                  </a:txBody>
                  <a:tcPr/>
                </a:tc>
                <a:tc>
                  <a:txBody>
                    <a:bodyPr/>
                    <a:lstStyle/>
                    <a:p>
                      <a:pPr algn="ctr"/>
                      <a:r>
                        <a:rPr lang="en-US" sz="1200"/>
                        <a:t>Lift</a:t>
                      </a:r>
                    </a:p>
                  </a:txBody>
                  <a:tcPr anchor="ctr"/>
                </a:tc>
                <a:extLst>
                  <a:ext uri="{0D108BD9-81ED-4DB2-BD59-A6C34878D82A}">
                    <a16:rowId xmlns:a16="http://schemas.microsoft.com/office/drawing/2014/main" val="4066010198"/>
                  </a:ext>
                </a:extLst>
              </a:tr>
              <a:tr h="370840">
                <a:tc>
                  <a:txBody>
                    <a:bodyPr/>
                    <a:lstStyle/>
                    <a:p>
                      <a:pPr algn="ctr"/>
                      <a:r>
                        <a:rPr lang="en-US" sz="1200"/>
                        <a:t>Very High</a:t>
                      </a:r>
                    </a:p>
                  </a:txBody>
                  <a:tcPr anchor="ctr"/>
                </a:tc>
                <a:tc>
                  <a:txBody>
                    <a:bodyPr/>
                    <a:lstStyle/>
                    <a:p>
                      <a:pPr algn="ctr"/>
                      <a:r>
                        <a:rPr lang="en-US" sz="1200"/>
                        <a:t>~2%</a:t>
                      </a:r>
                    </a:p>
                  </a:txBody>
                  <a:tcPr anchor="ctr"/>
                </a:tc>
                <a:tc>
                  <a:txBody>
                    <a:bodyPr/>
                    <a:lstStyle/>
                    <a:p>
                      <a:pPr marL="0" algn="ctr" defTabSz="914400" rtl="0" eaLnBrk="1" fontAlgn="b" latinLnBrk="0" hangingPunct="1">
                        <a:buNone/>
                      </a:pPr>
                      <a:r>
                        <a:rPr lang="en-US" sz="1200" kern="1200">
                          <a:solidFill>
                            <a:schemeClr val="dk1"/>
                          </a:solidFill>
                          <a:latin typeface="+mn-lt"/>
                          <a:ea typeface="+mn-ea"/>
                          <a:cs typeface="+mn-cs"/>
                        </a:rPr>
                        <a:t>0.82%</a:t>
                      </a:r>
                    </a:p>
                  </a:txBody>
                  <a:tcPr marL="9525" marR="9525" marT="9525" marB="0" anchor="ctr"/>
                </a:tc>
                <a:tc>
                  <a:txBody>
                    <a:bodyPr/>
                    <a:lstStyle/>
                    <a:p>
                      <a:pPr marL="0" algn="ctr" defTabSz="914400" rtl="0" eaLnBrk="1" fontAlgn="b" latinLnBrk="0" hangingPunct="1">
                        <a:buNone/>
                      </a:pPr>
                      <a:r>
                        <a:rPr lang="en-US" sz="1200" kern="1200">
                          <a:solidFill>
                            <a:schemeClr val="dk1"/>
                          </a:solidFill>
                          <a:latin typeface="+mn-lt"/>
                          <a:ea typeface="+mn-ea"/>
                          <a:cs typeface="+mn-cs"/>
                        </a:rPr>
                        <a:t>11.52%</a:t>
                      </a:r>
                    </a:p>
                  </a:txBody>
                  <a:tcPr marL="9525" marR="9525" marT="9525" marB="0" anchor="ctr"/>
                </a:tc>
                <a:tc>
                  <a:txBody>
                    <a:bodyPr/>
                    <a:lstStyle/>
                    <a:p>
                      <a:pPr marL="0" algn="ctr" defTabSz="914400" rtl="0" eaLnBrk="1" fontAlgn="b" latinLnBrk="0" hangingPunct="1">
                        <a:buNone/>
                      </a:pPr>
                      <a:r>
                        <a:rPr lang="en-US" sz="1200" kern="1200">
                          <a:solidFill>
                            <a:schemeClr val="dk1"/>
                          </a:solidFill>
                          <a:latin typeface="+mn-lt"/>
                          <a:ea typeface="+mn-ea"/>
                          <a:cs typeface="+mn-cs"/>
                        </a:rPr>
                        <a:t>10.36x</a:t>
                      </a:r>
                    </a:p>
                  </a:txBody>
                  <a:tcPr marL="9525" marR="9525" marT="9525" marB="0" anchor="ctr"/>
                </a:tc>
                <a:extLst>
                  <a:ext uri="{0D108BD9-81ED-4DB2-BD59-A6C34878D82A}">
                    <a16:rowId xmlns:a16="http://schemas.microsoft.com/office/drawing/2014/main" val="3357382380"/>
                  </a:ext>
                </a:extLst>
              </a:tr>
              <a:tr h="370840">
                <a:tc>
                  <a:txBody>
                    <a:bodyPr/>
                    <a:lstStyle/>
                    <a:p>
                      <a:pPr algn="ctr"/>
                      <a:r>
                        <a:rPr lang="en-US" sz="1200"/>
                        <a:t>High</a:t>
                      </a:r>
                    </a:p>
                  </a:txBody>
                  <a:tcPr anchor="ctr"/>
                </a:tc>
                <a:tc>
                  <a:txBody>
                    <a:bodyPr/>
                    <a:lstStyle/>
                    <a:p>
                      <a:pPr algn="ctr"/>
                      <a:r>
                        <a:rPr lang="en-US" sz="1200"/>
                        <a:t>~8%</a:t>
                      </a:r>
                    </a:p>
                  </a:txBody>
                  <a:tcPr anchor="ctr"/>
                </a:tc>
                <a:tc>
                  <a:txBody>
                    <a:bodyPr/>
                    <a:lstStyle/>
                    <a:p>
                      <a:pPr marL="0" algn="ctr" defTabSz="914400" rtl="0" eaLnBrk="1" fontAlgn="b" latinLnBrk="0" hangingPunct="1">
                        <a:buNone/>
                      </a:pPr>
                      <a:r>
                        <a:rPr lang="en-US" sz="1200" kern="1200">
                          <a:solidFill>
                            <a:schemeClr val="dk1"/>
                          </a:solidFill>
                          <a:latin typeface="+mn-lt"/>
                          <a:ea typeface="+mn-ea"/>
                          <a:cs typeface="+mn-cs"/>
                        </a:rPr>
                        <a:t>0.41%</a:t>
                      </a:r>
                    </a:p>
                  </a:txBody>
                  <a:tcPr marL="9525" marR="9525" marT="9525" marB="0" anchor="ctr"/>
                </a:tc>
                <a:tc>
                  <a:txBody>
                    <a:bodyPr/>
                    <a:lstStyle/>
                    <a:p>
                      <a:pPr marL="0" algn="ctr" defTabSz="914400" rtl="0" eaLnBrk="1" fontAlgn="b" latinLnBrk="0" hangingPunct="1">
                        <a:buNone/>
                      </a:pPr>
                      <a:r>
                        <a:rPr lang="en-US" sz="1200" kern="1200">
                          <a:solidFill>
                            <a:schemeClr val="dk1"/>
                          </a:solidFill>
                          <a:latin typeface="+mn-lt"/>
                          <a:ea typeface="+mn-ea"/>
                          <a:cs typeface="+mn-cs"/>
                        </a:rPr>
                        <a:t>34.33%</a:t>
                      </a:r>
                    </a:p>
                  </a:txBody>
                  <a:tcPr marL="9525" marR="9525" marT="9525" marB="0" anchor="ctr"/>
                </a:tc>
                <a:tc>
                  <a:txBody>
                    <a:bodyPr/>
                    <a:lstStyle/>
                    <a:p>
                      <a:pPr marL="0" algn="ctr" defTabSz="914400" rtl="0" eaLnBrk="1" fontAlgn="b" latinLnBrk="0" hangingPunct="1">
                        <a:buNone/>
                      </a:pPr>
                      <a:r>
                        <a:rPr lang="en-US" sz="1200" kern="1200">
                          <a:solidFill>
                            <a:schemeClr val="dk1"/>
                          </a:solidFill>
                          <a:latin typeface="+mn-lt"/>
                          <a:ea typeface="+mn-ea"/>
                          <a:cs typeface="+mn-cs"/>
                        </a:rPr>
                        <a:t>5.13x</a:t>
                      </a:r>
                    </a:p>
                  </a:txBody>
                  <a:tcPr marL="9525" marR="9525" marT="9525" marB="0" anchor="ctr"/>
                </a:tc>
                <a:extLst>
                  <a:ext uri="{0D108BD9-81ED-4DB2-BD59-A6C34878D82A}">
                    <a16:rowId xmlns:a16="http://schemas.microsoft.com/office/drawing/2014/main" val="2307128354"/>
                  </a:ext>
                </a:extLst>
              </a:tr>
              <a:tr h="370840">
                <a:tc>
                  <a:txBody>
                    <a:bodyPr/>
                    <a:lstStyle/>
                    <a:p>
                      <a:pPr algn="ctr"/>
                      <a:r>
                        <a:rPr lang="en-US" sz="1200"/>
                        <a:t>Medium</a:t>
                      </a:r>
                    </a:p>
                  </a:txBody>
                  <a:tcPr anchor="ctr"/>
                </a:tc>
                <a:tc>
                  <a:txBody>
                    <a:bodyPr/>
                    <a:lstStyle/>
                    <a:p>
                      <a:pPr algn="ctr"/>
                      <a:r>
                        <a:rPr lang="en-US" sz="1200"/>
                        <a:t>~17%</a:t>
                      </a:r>
                    </a:p>
                  </a:txBody>
                  <a:tcPr anchor="ctr"/>
                </a:tc>
                <a:tc>
                  <a:txBody>
                    <a:bodyPr/>
                    <a:lstStyle/>
                    <a:p>
                      <a:pPr marL="0" algn="ctr" defTabSz="914400" rtl="0" eaLnBrk="1" fontAlgn="b" latinLnBrk="0" hangingPunct="1">
                        <a:buNone/>
                      </a:pPr>
                      <a:r>
                        <a:rPr lang="en-US" sz="1200" kern="1200">
                          <a:solidFill>
                            <a:schemeClr val="dk1"/>
                          </a:solidFill>
                          <a:latin typeface="+mn-lt"/>
                          <a:ea typeface="+mn-ea"/>
                          <a:cs typeface="+mn-cs"/>
                        </a:rPr>
                        <a:t>0.17%</a:t>
                      </a:r>
                    </a:p>
                  </a:txBody>
                  <a:tcPr marL="9525" marR="9525" marT="9525" marB="0" anchor="ctr"/>
                </a:tc>
                <a:tc>
                  <a:txBody>
                    <a:bodyPr/>
                    <a:lstStyle/>
                    <a:p>
                      <a:pPr marL="0" algn="ctr" defTabSz="914400" rtl="0" eaLnBrk="1" fontAlgn="b" latinLnBrk="0" hangingPunct="1">
                        <a:buNone/>
                      </a:pPr>
                      <a:r>
                        <a:rPr lang="en-US" sz="1200" kern="1200">
                          <a:solidFill>
                            <a:schemeClr val="dk1"/>
                          </a:solidFill>
                          <a:latin typeface="+mn-lt"/>
                          <a:ea typeface="+mn-ea"/>
                          <a:cs typeface="+mn-cs"/>
                        </a:rPr>
                        <a:t>40.94%</a:t>
                      </a:r>
                    </a:p>
                  </a:txBody>
                  <a:tcPr marL="9525" marR="9525" marT="9525" marB="0" anchor="ctr"/>
                </a:tc>
                <a:tc>
                  <a:txBody>
                    <a:bodyPr/>
                    <a:lstStyle/>
                    <a:p>
                      <a:pPr marL="0" algn="ctr" defTabSz="914400" rtl="0" eaLnBrk="1" fontAlgn="b" latinLnBrk="0" hangingPunct="1">
                        <a:buNone/>
                      </a:pPr>
                      <a:r>
                        <a:rPr lang="en-US" sz="1200" kern="1200">
                          <a:solidFill>
                            <a:schemeClr val="dk1"/>
                          </a:solidFill>
                          <a:latin typeface="+mn-lt"/>
                          <a:ea typeface="+mn-ea"/>
                          <a:cs typeface="+mn-cs"/>
                        </a:rPr>
                        <a:t>2.23x</a:t>
                      </a:r>
                    </a:p>
                  </a:txBody>
                  <a:tcPr marL="9525" marR="9525" marT="9525" marB="0" anchor="ctr"/>
                </a:tc>
                <a:extLst>
                  <a:ext uri="{0D108BD9-81ED-4DB2-BD59-A6C34878D82A}">
                    <a16:rowId xmlns:a16="http://schemas.microsoft.com/office/drawing/2014/main" val="2792195326"/>
                  </a:ext>
                </a:extLst>
              </a:tr>
              <a:tr h="370840">
                <a:tc>
                  <a:txBody>
                    <a:bodyPr/>
                    <a:lstStyle/>
                    <a:p>
                      <a:pPr algn="ctr"/>
                      <a:r>
                        <a:rPr lang="en-US" sz="1200"/>
                        <a:t>Low</a:t>
                      </a:r>
                    </a:p>
                  </a:txBody>
                  <a:tcPr anchor="ctr"/>
                </a:tc>
                <a:tc>
                  <a:txBody>
                    <a:bodyPr/>
                    <a:lstStyle/>
                    <a:p>
                      <a:pPr algn="ctr"/>
                      <a:r>
                        <a:rPr lang="en-US" sz="1200"/>
                        <a:t>~17%</a:t>
                      </a:r>
                    </a:p>
                  </a:txBody>
                  <a:tcPr anchor="ctr"/>
                </a:tc>
                <a:tc>
                  <a:txBody>
                    <a:bodyPr/>
                    <a:lstStyle/>
                    <a:p>
                      <a:pPr marL="0" algn="ctr" defTabSz="914400" rtl="0" eaLnBrk="1" fontAlgn="b" latinLnBrk="0" hangingPunct="1">
                        <a:buNone/>
                      </a:pPr>
                      <a:r>
                        <a:rPr lang="en-US" sz="1200" kern="1200">
                          <a:solidFill>
                            <a:schemeClr val="dk1"/>
                          </a:solidFill>
                          <a:latin typeface="+mn-lt"/>
                          <a:ea typeface="+mn-ea"/>
                          <a:cs typeface="+mn-cs"/>
                        </a:rPr>
                        <a:t>0.06%</a:t>
                      </a:r>
                    </a:p>
                  </a:txBody>
                  <a:tcPr marL="9525" marR="9525" marT="9525" marB="0" anchor="ctr"/>
                </a:tc>
                <a:tc>
                  <a:txBody>
                    <a:bodyPr/>
                    <a:lstStyle/>
                    <a:p>
                      <a:pPr marL="0" algn="ctr" defTabSz="914400" rtl="0" eaLnBrk="1" fontAlgn="b" latinLnBrk="0" hangingPunct="1">
                        <a:buNone/>
                      </a:pPr>
                      <a:r>
                        <a:rPr lang="en-US" sz="1200" kern="1200">
                          <a:solidFill>
                            <a:schemeClr val="dk1"/>
                          </a:solidFill>
                          <a:latin typeface="+mn-lt"/>
                          <a:ea typeface="+mn-ea"/>
                          <a:cs typeface="+mn-cs"/>
                        </a:rPr>
                        <a:t>11.40%</a:t>
                      </a:r>
                    </a:p>
                  </a:txBody>
                  <a:tcPr marL="9525" marR="9525" marT="9525" marB="0" anchor="ctr"/>
                </a:tc>
                <a:tc>
                  <a:txBody>
                    <a:bodyPr/>
                    <a:lstStyle/>
                    <a:p>
                      <a:pPr marL="0" algn="ctr" defTabSz="914400" rtl="0" eaLnBrk="1" fontAlgn="b" latinLnBrk="0" hangingPunct="1">
                        <a:buNone/>
                      </a:pPr>
                      <a:r>
                        <a:rPr lang="en-US" sz="1200" kern="1200">
                          <a:solidFill>
                            <a:schemeClr val="dk1"/>
                          </a:solidFill>
                          <a:latin typeface="+mn-lt"/>
                          <a:ea typeface="+mn-ea"/>
                          <a:cs typeface="+mn-cs"/>
                        </a:rPr>
                        <a:t>0.77x</a:t>
                      </a:r>
                    </a:p>
                  </a:txBody>
                  <a:tcPr marL="9525" marR="9525" marT="9525" marB="0" anchor="ctr"/>
                </a:tc>
                <a:extLst>
                  <a:ext uri="{0D108BD9-81ED-4DB2-BD59-A6C34878D82A}">
                    <a16:rowId xmlns:a16="http://schemas.microsoft.com/office/drawing/2014/main" val="3108520909"/>
                  </a:ext>
                </a:extLst>
              </a:tr>
              <a:tr h="370840">
                <a:tc>
                  <a:txBody>
                    <a:bodyPr/>
                    <a:lstStyle/>
                    <a:p>
                      <a:pPr algn="ctr"/>
                      <a:r>
                        <a:rPr lang="en-US" sz="1200"/>
                        <a:t>Very Low</a:t>
                      </a:r>
                    </a:p>
                  </a:txBody>
                  <a:tcPr anchor="ctr"/>
                </a:tc>
                <a:tc>
                  <a:txBody>
                    <a:bodyPr/>
                    <a:lstStyle/>
                    <a:p>
                      <a:pPr algn="ctr"/>
                      <a:r>
                        <a:rPr lang="en-US" sz="1200"/>
                        <a:t>~56%</a:t>
                      </a:r>
                    </a:p>
                  </a:txBody>
                  <a:tcPr anchor="ctr"/>
                </a:tc>
                <a:tc>
                  <a:txBody>
                    <a:bodyPr/>
                    <a:lstStyle/>
                    <a:p>
                      <a:pPr marL="0" algn="ctr" defTabSz="914400" rtl="0" eaLnBrk="1" fontAlgn="b" latinLnBrk="0" hangingPunct="1">
                        <a:buNone/>
                      </a:pPr>
                      <a:r>
                        <a:rPr lang="en-US" sz="1200" kern="1200">
                          <a:solidFill>
                            <a:schemeClr val="dk1"/>
                          </a:solidFill>
                          <a:latin typeface="+mn-lt"/>
                          <a:ea typeface="+mn-ea"/>
                          <a:cs typeface="+mn-cs"/>
                        </a:rPr>
                        <a:t>0.002%</a:t>
                      </a:r>
                    </a:p>
                  </a:txBody>
                  <a:tcPr marL="9525" marR="9525" marT="9525" marB="0" anchor="ctr"/>
                </a:tc>
                <a:tc>
                  <a:txBody>
                    <a:bodyPr/>
                    <a:lstStyle/>
                    <a:p>
                      <a:pPr marL="0" algn="ctr" defTabSz="914400" rtl="0" eaLnBrk="1" fontAlgn="b" latinLnBrk="0" hangingPunct="1">
                        <a:buNone/>
                      </a:pPr>
                      <a:r>
                        <a:rPr lang="en-US" sz="1200" kern="1200">
                          <a:solidFill>
                            <a:schemeClr val="dk1"/>
                          </a:solidFill>
                          <a:latin typeface="+mn-lt"/>
                          <a:ea typeface="+mn-ea"/>
                          <a:cs typeface="+mn-cs"/>
                        </a:rPr>
                        <a:t>1.80%</a:t>
                      </a:r>
                    </a:p>
                  </a:txBody>
                  <a:tcPr marL="9525" marR="9525" marT="9525" marB="0" anchor="ctr"/>
                </a:tc>
                <a:tc>
                  <a:txBody>
                    <a:bodyPr/>
                    <a:lstStyle/>
                    <a:p>
                      <a:pPr marL="0" algn="ctr" defTabSz="914400" rtl="0" eaLnBrk="1" fontAlgn="b" latinLnBrk="0" hangingPunct="1">
                        <a:buNone/>
                      </a:pPr>
                      <a:r>
                        <a:rPr lang="en-US" sz="1200" kern="1200">
                          <a:solidFill>
                            <a:schemeClr val="dk1"/>
                          </a:solidFill>
                          <a:latin typeface="+mn-lt"/>
                          <a:ea typeface="+mn-ea"/>
                          <a:cs typeface="+mn-cs"/>
                        </a:rPr>
                        <a:t>0.03x</a:t>
                      </a:r>
                    </a:p>
                  </a:txBody>
                  <a:tcPr marL="9525" marR="9525" marT="9525" marB="0" anchor="ctr"/>
                </a:tc>
                <a:extLst>
                  <a:ext uri="{0D108BD9-81ED-4DB2-BD59-A6C34878D82A}">
                    <a16:rowId xmlns:a16="http://schemas.microsoft.com/office/drawing/2014/main" val="2619547315"/>
                  </a:ext>
                </a:extLst>
              </a:tr>
            </a:tbl>
          </a:graphicData>
        </a:graphic>
      </p:graphicFrame>
      <p:sp>
        <p:nvSpPr>
          <p:cNvPr id="10" name="TextBox 9">
            <a:extLst>
              <a:ext uri="{FF2B5EF4-FFF2-40B4-BE49-F238E27FC236}">
                <a16:creationId xmlns:a16="http://schemas.microsoft.com/office/drawing/2014/main" id="{B3737374-3D7D-23C5-E7B1-A1535DA2E2C2}"/>
              </a:ext>
            </a:extLst>
          </p:cNvPr>
          <p:cNvSpPr txBox="1"/>
          <p:nvPr/>
        </p:nvSpPr>
        <p:spPr>
          <a:xfrm>
            <a:off x="8287812" y="4647184"/>
            <a:ext cx="3050748" cy="261610"/>
          </a:xfrm>
          <a:prstGeom prst="rect">
            <a:avLst/>
          </a:prstGeom>
          <a:noFill/>
        </p:spPr>
        <p:txBody>
          <a:bodyPr wrap="square" rtlCol="0">
            <a:spAutoFit/>
          </a:bodyPr>
          <a:lstStyle/>
          <a:p>
            <a:pPr algn="r"/>
            <a:r>
              <a:rPr lang="en-US" sz="1100"/>
              <a:t>* OOS data </a:t>
            </a:r>
            <a:r>
              <a:rPr lang="en-US" sz="1100" b="1"/>
              <a:t>approximations</a:t>
            </a:r>
          </a:p>
        </p:txBody>
      </p:sp>
      <p:sp>
        <p:nvSpPr>
          <p:cNvPr id="9" name="TextBox 2">
            <a:extLst>
              <a:ext uri="{FF2B5EF4-FFF2-40B4-BE49-F238E27FC236}">
                <a16:creationId xmlns:a16="http://schemas.microsoft.com/office/drawing/2014/main" id="{12CF5F0B-5790-4A27-D624-089CD7837138}"/>
              </a:ext>
            </a:extLst>
          </p:cNvPr>
          <p:cNvSpPr txBox="1"/>
          <p:nvPr/>
        </p:nvSpPr>
        <p:spPr>
          <a:xfrm>
            <a:off x="1756870" y="5140440"/>
            <a:ext cx="8829207" cy="646331"/>
          </a:xfrm>
          <a:prstGeom prst="rect">
            <a:avLst/>
          </a:prstGeom>
          <a:solidFill>
            <a:schemeClr val="bg1">
              <a:lumMod val="95000"/>
            </a:schemeClr>
          </a:solidFill>
          <a:ln>
            <a:solidFill>
              <a:schemeClr val="accent1"/>
            </a:solidFill>
          </a:ln>
        </p:spPr>
        <p:txBody>
          <a:bodyPr wrap="square" lIns="91440" tIns="45720" rIns="91440" bIns="4572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atin typeface="AvenirNext LT Pro Regular"/>
              </a:rPr>
              <a:t>On average, by </a:t>
            </a:r>
            <a:r>
              <a:rPr lang="en-US" b="1">
                <a:latin typeface="AvenirNext LT Pro Regular"/>
              </a:rPr>
              <a:t>looking at the top 2% </a:t>
            </a:r>
            <a:r>
              <a:rPr lang="en-US">
                <a:latin typeface="AvenirNext LT Pro Regular"/>
              </a:rPr>
              <a:t>of providers, the model can </a:t>
            </a:r>
            <a:r>
              <a:rPr lang="en-US" b="1">
                <a:latin typeface="AvenirNext LT Pro Regular"/>
              </a:rPr>
              <a:t>identify ~11% of providers that will opt-in </a:t>
            </a:r>
            <a:r>
              <a:rPr lang="en-US">
                <a:latin typeface="AvenirNext LT Pro Regular"/>
              </a:rPr>
              <a:t>with a </a:t>
            </a:r>
            <a:r>
              <a:rPr lang="en-US" b="1">
                <a:latin typeface="AvenirNext LT Pro Regular"/>
              </a:rPr>
              <a:t>~0.82% target identification success rate</a:t>
            </a:r>
          </a:p>
        </p:txBody>
      </p:sp>
    </p:spTree>
    <p:extLst>
      <p:ext uri="{BB962C8B-B14F-4D97-AF65-F5344CB8AC3E}">
        <p14:creationId xmlns:p14="http://schemas.microsoft.com/office/powerpoint/2010/main" val="18724538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9A4E9-DF4B-CFA3-18EC-619032E01E7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4AEA329-4FA5-3FCB-78D0-6F58DB497DEC}"/>
              </a:ext>
            </a:extLst>
          </p:cNvPr>
          <p:cNvSpPr>
            <a:spLocks noGrp="1"/>
          </p:cNvSpPr>
          <p:nvPr>
            <p:ph type="title"/>
          </p:nvPr>
        </p:nvSpPr>
        <p:spPr/>
        <p:txBody>
          <a:bodyPr/>
          <a:lstStyle/>
          <a:p>
            <a:r>
              <a:rPr lang="en-US"/>
              <a:t>Retrained Model Delivers Higher Lift Across All Segments</a:t>
            </a:r>
          </a:p>
        </p:txBody>
      </p:sp>
      <p:sp>
        <p:nvSpPr>
          <p:cNvPr id="2" name="Text Placeholder 1">
            <a:extLst>
              <a:ext uri="{FF2B5EF4-FFF2-40B4-BE49-F238E27FC236}">
                <a16:creationId xmlns:a16="http://schemas.microsoft.com/office/drawing/2014/main" id="{019965D6-39B1-73EC-DD7F-3225E24C3A2B}"/>
              </a:ext>
            </a:extLst>
          </p:cNvPr>
          <p:cNvSpPr>
            <a:spLocks noGrp="1"/>
          </p:cNvSpPr>
          <p:nvPr>
            <p:ph type="body" sz="quarter" idx="13"/>
          </p:nvPr>
        </p:nvSpPr>
        <p:spPr/>
        <p:txBody>
          <a:bodyPr vert="horz" lIns="0" tIns="45720" rIns="0" bIns="45720" rtlCol="0" anchor="t">
            <a:noAutofit/>
          </a:bodyPr>
          <a:lstStyle/>
          <a:p>
            <a:r>
              <a:rPr lang="en-US" sz="2400"/>
              <a:t>Model Impact</a:t>
            </a:r>
          </a:p>
        </p:txBody>
      </p:sp>
      <p:graphicFrame>
        <p:nvGraphicFramePr>
          <p:cNvPr id="7" name="Table 6">
            <a:extLst>
              <a:ext uri="{FF2B5EF4-FFF2-40B4-BE49-F238E27FC236}">
                <a16:creationId xmlns:a16="http://schemas.microsoft.com/office/drawing/2014/main" id="{05450139-38EA-13F8-34E8-8A676872D560}"/>
              </a:ext>
            </a:extLst>
          </p:cNvPr>
          <p:cNvGraphicFramePr>
            <a:graphicFrameLocks noGrp="1"/>
          </p:cNvGraphicFramePr>
          <p:nvPr/>
        </p:nvGraphicFramePr>
        <p:xfrm>
          <a:off x="9357030" y="365760"/>
          <a:ext cx="2469210" cy="228600"/>
        </p:xfrm>
        <a:graphic>
          <a:graphicData uri="http://schemas.openxmlformats.org/drawingml/2006/table">
            <a:tbl>
              <a:tblPr firstRow="1" bandRow="1">
                <a:tableStyleId>{5C22544A-7EE6-4342-B048-85BDC9FD1C3A}</a:tableStyleId>
              </a:tblPr>
              <a:tblGrid>
                <a:gridCol w="823070">
                  <a:extLst>
                    <a:ext uri="{9D8B030D-6E8A-4147-A177-3AD203B41FA5}">
                      <a16:colId xmlns:a16="http://schemas.microsoft.com/office/drawing/2014/main" val="3672725688"/>
                    </a:ext>
                  </a:extLst>
                </a:gridCol>
                <a:gridCol w="823070">
                  <a:extLst>
                    <a:ext uri="{9D8B030D-6E8A-4147-A177-3AD203B41FA5}">
                      <a16:colId xmlns:a16="http://schemas.microsoft.com/office/drawing/2014/main" val="3475828051"/>
                    </a:ext>
                  </a:extLst>
                </a:gridCol>
                <a:gridCol w="823070">
                  <a:extLst>
                    <a:ext uri="{9D8B030D-6E8A-4147-A177-3AD203B41FA5}">
                      <a16:colId xmlns:a16="http://schemas.microsoft.com/office/drawing/2014/main" val="4021233444"/>
                    </a:ext>
                  </a:extLst>
                </a:gridCol>
              </a:tblGrid>
              <a:tr h="208522">
                <a:tc>
                  <a:txBody>
                    <a:bodyPr/>
                    <a:lstStyle/>
                    <a:p>
                      <a:pPr algn="ctr"/>
                      <a:r>
                        <a:rPr lang="en-US" sz="900" b="1" i="0">
                          <a:solidFill>
                            <a:schemeClr val="tx1"/>
                          </a:solidFill>
                          <a:latin typeface="AvenirNext LT Pro Regular"/>
                        </a:rPr>
                        <a:t>INFORM</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a:r>
                        <a:rPr lang="en-US" sz="900" b="1" i="0">
                          <a:solidFill>
                            <a:schemeClr val="tx1"/>
                          </a:solidFill>
                          <a:latin typeface="AvenirNext LT Pro Regular"/>
                        </a:rPr>
                        <a:t>DISCUSS</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900" b="1" i="0">
                          <a:solidFill>
                            <a:schemeClr val="tx1"/>
                          </a:solidFill>
                          <a:latin typeface="AvenirNext LT Pro Regular" panose="020B0504020202020204" pitchFamily="34" charset="77"/>
                        </a:rPr>
                        <a:t>DECIDE</a:t>
                      </a:r>
                    </a:p>
                  </a:txBody>
                  <a:tcP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931640111"/>
                  </a:ext>
                </a:extLst>
              </a:tr>
            </a:tbl>
          </a:graphicData>
        </a:graphic>
      </p:graphicFrame>
      <p:sp>
        <p:nvSpPr>
          <p:cNvPr id="8" name="Content Placeholder 52">
            <a:extLst>
              <a:ext uri="{FF2B5EF4-FFF2-40B4-BE49-F238E27FC236}">
                <a16:creationId xmlns:a16="http://schemas.microsoft.com/office/drawing/2014/main" id="{BD6EACBB-58D2-CE01-2226-987D3B2B7E2E}"/>
              </a:ext>
            </a:extLst>
          </p:cNvPr>
          <p:cNvSpPr txBox="1">
            <a:spLocks/>
          </p:cNvSpPr>
          <p:nvPr/>
        </p:nvSpPr>
        <p:spPr>
          <a:xfrm>
            <a:off x="365760" y="3930650"/>
            <a:ext cx="11267440" cy="2461799"/>
          </a:xfrm>
          <a:prstGeom prst="rect">
            <a:avLst/>
          </a:prstGeom>
        </p:spPr>
        <p:txBody>
          <a:bodyPr lIns="91440" tIns="45720" rIns="91440" bIns="45720" anchor="t">
            <a:normAutofit/>
          </a:bodyPr>
          <a:lstStyle>
            <a:lvl1pPr marL="182880" marR="0" indent="-18288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sz="2000" kern="1200">
                <a:solidFill>
                  <a:schemeClr val="tx1"/>
                </a:solidFill>
                <a:latin typeface="AvenirNext LT Pro Regular" panose="020B0504020202020204" pitchFamily="34" charset="0"/>
                <a:ea typeface="+mn-ea"/>
                <a:cs typeface="+mn-cs"/>
              </a:defRPr>
            </a:lvl1pPr>
            <a:lvl2pPr marL="457200" indent="-228600" algn="l" defTabSz="914400" rtl="0" eaLnBrk="1" latinLnBrk="0" hangingPunct="1">
              <a:lnSpc>
                <a:spcPct val="100000"/>
              </a:lnSpc>
              <a:spcBef>
                <a:spcPts val="600"/>
              </a:spcBef>
              <a:spcAft>
                <a:spcPts val="600"/>
              </a:spcAft>
              <a:buFont typeface="Arial" panose="020B0604020202020204" pitchFamily="34" charset="0"/>
              <a:buChar char="•"/>
              <a:defRPr sz="2000" kern="1200">
                <a:solidFill>
                  <a:schemeClr val="tx1"/>
                </a:solidFill>
                <a:latin typeface="AvenirNext LT Pro Regular" panose="020B0504020202020204" pitchFamily="34" charset="0"/>
                <a:ea typeface="+mn-ea"/>
                <a:cs typeface="+mn-cs"/>
              </a:defRPr>
            </a:lvl2pPr>
            <a:lvl3pPr marL="457200" indent="-182880" algn="l" defTabSz="914400" rtl="0" eaLnBrk="1" latinLnBrk="0" hangingPunct="1">
              <a:lnSpc>
                <a:spcPct val="100000"/>
              </a:lnSpc>
              <a:spcBef>
                <a:spcPts val="600"/>
              </a:spcBef>
              <a:spcAft>
                <a:spcPts val="600"/>
              </a:spcAft>
              <a:buFont typeface="Arial" panose="020B0604020202020204" pitchFamily="34" charset="0"/>
              <a:buChar char="•"/>
              <a:defRPr sz="1600" kern="1200">
                <a:solidFill>
                  <a:schemeClr val="tx1"/>
                </a:solidFill>
                <a:latin typeface="AvenirNext LT Pro Regular"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Next LT Pro Regular"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Next LT Pro Regular"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800">
              <a:latin typeface="AvenirNext LT Pro Regular"/>
            </a:endParaRPr>
          </a:p>
        </p:txBody>
      </p:sp>
      <p:graphicFrame>
        <p:nvGraphicFramePr>
          <p:cNvPr id="6" name="Table 5">
            <a:extLst>
              <a:ext uri="{FF2B5EF4-FFF2-40B4-BE49-F238E27FC236}">
                <a16:creationId xmlns:a16="http://schemas.microsoft.com/office/drawing/2014/main" id="{4BF7EA5E-12BD-63BA-DE43-34CE282EF42A}"/>
              </a:ext>
            </a:extLst>
          </p:cNvPr>
          <p:cNvGraphicFramePr>
            <a:graphicFrameLocks noGrp="1"/>
          </p:cNvGraphicFramePr>
          <p:nvPr>
            <p:extLst>
              <p:ext uri="{D42A27DB-BD31-4B8C-83A1-F6EECF244321}">
                <p14:modId xmlns:p14="http://schemas.microsoft.com/office/powerpoint/2010/main" val="2094499480"/>
              </p:ext>
            </p:extLst>
          </p:nvPr>
        </p:nvGraphicFramePr>
        <p:xfrm>
          <a:off x="255451" y="1658547"/>
          <a:ext cx="5817483" cy="2866463"/>
        </p:xfrm>
        <a:graphic>
          <a:graphicData uri="http://schemas.openxmlformats.org/drawingml/2006/table">
            <a:tbl>
              <a:tblPr firstRow="1" bandRow="1">
                <a:tableStyleId>{5C22544A-7EE6-4342-B048-85BDC9FD1C3A}</a:tableStyleId>
              </a:tblPr>
              <a:tblGrid>
                <a:gridCol w="1939161">
                  <a:extLst>
                    <a:ext uri="{9D8B030D-6E8A-4147-A177-3AD203B41FA5}">
                      <a16:colId xmlns:a16="http://schemas.microsoft.com/office/drawing/2014/main" val="502367433"/>
                    </a:ext>
                  </a:extLst>
                </a:gridCol>
                <a:gridCol w="1939161">
                  <a:extLst>
                    <a:ext uri="{9D8B030D-6E8A-4147-A177-3AD203B41FA5}">
                      <a16:colId xmlns:a16="http://schemas.microsoft.com/office/drawing/2014/main" val="1163944611"/>
                    </a:ext>
                  </a:extLst>
                </a:gridCol>
                <a:gridCol w="1939161">
                  <a:extLst>
                    <a:ext uri="{9D8B030D-6E8A-4147-A177-3AD203B41FA5}">
                      <a16:colId xmlns:a16="http://schemas.microsoft.com/office/drawing/2014/main" val="3083896996"/>
                    </a:ext>
                  </a:extLst>
                </a:gridCol>
              </a:tblGrid>
              <a:tr h="567347">
                <a:tc>
                  <a:txBody>
                    <a:bodyPr/>
                    <a:lstStyle/>
                    <a:p>
                      <a:pPr algn="ctr"/>
                      <a:r>
                        <a:rPr lang="en-US" sz="1400" b="1"/>
                        <a:t>Metric</a:t>
                      </a:r>
                    </a:p>
                  </a:txBody>
                  <a:tcPr/>
                </a:tc>
                <a:tc>
                  <a:txBody>
                    <a:bodyPr/>
                    <a:lstStyle/>
                    <a:p>
                      <a:pPr algn="ctr"/>
                      <a:r>
                        <a:rPr lang="en-US" sz="1400" b="1"/>
                        <a:t>Production Model</a:t>
                      </a:r>
                    </a:p>
                  </a:txBody>
                  <a:tcPr/>
                </a:tc>
                <a:tc>
                  <a:txBody>
                    <a:bodyPr/>
                    <a:lstStyle/>
                    <a:p>
                      <a:pPr algn="ctr"/>
                      <a:r>
                        <a:rPr lang="en-US" sz="1400" b="1"/>
                        <a:t>Retrained Model</a:t>
                      </a:r>
                    </a:p>
                  </a:txBody>
                  <a:tcPr/>
                </a:tc>
                <a:extLst>
                  <a:ext uri="{0D108BD9-81ED-4DB2-BD59-A6C34878D82A}">
                    <a16:rowId xmlns:a16="http://schemas.microsoft.com/office/drawing/2014/main" val="2857595961"/>
                  </a:ext>
                </a:extLst>
              </a:tr>
              <a:tr h="597076">
                <a:tc>
                  <a:txBody>
                    <a:bodyPr/>
                    <a:lstStyle/>
                    <a:p>
                      <a:pPr algn="ctr"/>
                      <a:r>
                        <a:rPr lang="en-US" sz="1400"/>
                        <a:t>Algorithm</a:t>
                      </a:r>
                    </a:p>
                  </a:txBody>
                  <a:tcPr/>
                </a:tc>
                <a:tc>
                  <a:txBody>
                    <a:bodyPr/>
                    <a:lstStyle/>
                    <a:p>
                      <a:pPr algn="ctr"/>
                      <a:r>
                        <a:rPr lang="en-US" sz="1400"/>
                        <a:t>Random Survival Forest</a:t>
                      </a:r>
                    </a:p>
                  </a:txBody>
                  <a:tcPr/>
                </a:tc>
                <a:tc>
                  <a:txBody>
                    <a:bodyPr/>
                    <a:lstStyle/>
                    <a:p>
                      <a:pPr algn="ctr"/>
                      <a:r>
                        <a:rPr lang="en-US" sz="1400"/>
                        <a:t>XGBClassifier</a:t>
                      </a:r>
                    </a:p>
                  </a:txBody>
                  <a:tcPr/>
                </a:tc>
                <a:extLst>
                  <a:ext uri="{0D108BD9-81ED-4DB2-BD59-A6C34878D82A}">
                    <a16:rowId xmlns:a16="http://schemas.microsoft.com/office/drawing/2014/main" val="708304814"/>
                  </a:ext>
                </a:extLst>
              </a:tr>
              <a:tr h="567347">
                <a:tc>
                  <a:txBody>
                    <a:bodyPr/>
                    <a:lstStyle/>
                    <a:p>
                      <a:pPr algn="ctr"/>
                      <a:r>
                        <a:rPr lang="en-US" sz="1400"/>
                        <a:t>Overall Lift (OOS)</a:t>
                      </a:r>
                    </a:p>
                  </a:txBody>
                  <a:tcPr/>
                </a:tc>
                <a:tc>
                  <a:txBody>
                    <a:bodyPr/>
                    <a:lstStyle/>
                    <a:p>
                      <a:pPr algn="ctr"/>
                      <a:r>
                        <a:rPr lang="en-US" sz="1400"/>
                        <a:t>1.58x</a:t>
                      </a:r>
                    </a:p>
                  </a:txBody>
                  <a:tcPr/>
                </a:tc>
                <a:tc>
                  <a:txBody>
                    <a:bodyPr/>
                    <a:lstStyle/>
                    <a:p>
                      <a:pPr algn="ctr"/>
                      <a:r>
                        <a:rPr lang="en-US" sz="1400"/>
                        <a:t>5.72x</a:t>
                      </a:r>
                    </a:p>
                  </a:txBody>
                  <a:tcPr/>
                </a:tc>
                <a:extLst>
                  <a:ext uri="{0D108BD9-81ED-4DB2-BD59-A6C34878D82A}">
                    <a16:rowId xmlns:a16="http://schemas.microsoft.com/office/drawing/2014/main" val="4146730147"/>
                  </a:ext>
                </a:extLst>
              </a:tr>
              <a:tr h="567347">
                <a:tc>
                  <a:txBody>
                    <a:bodyPr/>
                    <a:lstStyle/>
                    <a:p>
                      <a:pPr algn="ctr"/>
                      <a:r>
                        <a:rPr lang="en-US" sz="1400"/>
                        <a:t>Circle Back Lift (OOS)</a:t>
                      </a:r>
                    </a:p>
                  </a:txBody>
                  <a:tcPr/>
                </a:tc>
                <a:tc>
                  <a:txBody>
                    <a:bodyPr/>
                    <a:lstStyle/>
                    <a:p>
                      <a:pPr algn="ctr"/>
                      <a:r>
                        <a:rPr lang="en-US" sz="1400"/>
                        <a:t>1.92x</a:t>
                      </a:r>
                    </a:p>
                  </a:txBody>
                  <a:tcPr/>
                </a:tc>
                <a:tc>
                  <a:txBody>
                    <a:bodyPr/>
                    <a:lstStyle/>
                    <a:p>
                      <a:pPr algn="ctr"/>
                      <a:r>
                        <a:rPr lang="en-US" sz="1400"/>
                        <a:t>3.75x</a:t>
                      </a:r>
                    </a:p>
                  </a:txBody>
                  <a:tcPr/>
                </a:tc>
                <a:extLst>
                  <a:ext uri="{0D108BD9-81ED-4DB2-BD59-A6C34878D82A}">
                    <a16:rowId xmlns:a16="http://schemas.microsoft.com/office/drawing/2014/main" val="2173192741"/>
                  </a:ext>
                </a:extLst>
              </a:tr>
              <a:tr h="567346">
                <a:tc>
                  <a:txBody>
                    <a:bodyPr/>
                    <a:lstStyle/>
                    <a:p>
                      <a:pPr lvl="0" algn="ctr">
                        <a:buNone/>
                      </a:pPr>
                      <a:r>
                        <a:rPr lang="en-US" sz="1400"/>
                        <a:t>Undecided Lift (OOS)</a:t>
                      </a:r>
                    </a:p>
                  </a:txBody>
                  <a:tcPr/>
                </a:tc>
                <a:tc>
                  <a:txBody>
                    <a:bodyPr/>
                    <a:lstStyle/>
                    <a:p>
                      <a:pPr lvl="0" algn="ctr">
                        <a:buNone/>
                      </a:pPr>
                      <a:r>
                        <a:rPr lang="en-US" sz="1400"/>
                        <a:t>1.54x</a:t>
                      </a:r>
                    </a:p>
                  </a:txBody>
                  <a:tcPr/>
                </a:tc>
                <a:tc>
                  <a:txBody>
                    <a:bodyPr/>
                    <a:lstStyle/>
                    <a:p>
                      <a:pPr lvl="0" algn="ctr">
                        <a:buNone/>
                      </a:pPr>
                      <a:r>
                        <a:rPr lang="en-US" sz="1400"/>
                        <a:t>38.84x</a:t>
                      </a:r>
                    </a:p>
                  </a:txBody>
                  <a:tcPr/>
                </a:tc>
                <a:extLst>
                  <a:ext uri="{0D108BD9-81ED-4DB2-BD59-A6C34878D82A}">
                    <a16:rowId xmlns:a16="http://schemas.microsoft.com/office/drawing/2014/main" val="249170163"/>
                  </a:ext>
                </a:extLst>
              </a:tr>
            </a:tbl>
          </a:graphicData>
        </a:graphic>
      </p:graphicFrame>
      <p:pic>
        <p:nvPicPr>
          <p:cNvPr id="12" name="Picture 11">
            <a:extLst>
              <a:ext uri="{FF2B5EF4-FFF2-40B4-BE49-F238E27FC236}">
                <a16:creationId xmlns:a16="http://schemas.microsoft.com/office/drawing/2014/main" id="{7CFE7886-AD66-6A1A-9B02-AFBED682DFAF}"/>
              </a:ext>
            </a:extLst>
          </p:cNvPr>
          <p:cNvPicPr>
            <a:picLocks noChangeAspect="1"/>
          </p:cNvPicPr>
          <p:nvPr/>
        </p:nvPicPr>
        <p:blipFill>
          <a:blip r:embed="rId4"/>
          <a:stretch>
            <a:fillRect/>
          </a:stretch>
        </p:blipFill>
        <p:spPr>
          <a:xfrm>
            <a:off x="6119069" y="1658546"/>
            <a:ext cx="5707172" cy="2866463"/>
          </a:xfrm>
          <a:prstGeom prst="rect">
            <a:avLst/>
          </a:prstGeom>
        </p:spPr>
      </p:pic>
    </p:spTree>
    <p:extLst>
      <p:ext uri="{BB962C8B-B14F-4D97-AF65-F5344CB8AC3E}">
        <p14:creationId xmlns:p14="http://schemas.microsoft.com/office/powerpoint/2010/main" val="3120174830"/>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A8EEE-4158-B573-3DD6-FDC760D6F73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8356065-8BE4-6542-32F4-0E340B3AD710}"/>
              </a:ext>
            </a:extLst>
          </p:cNvPr>
          <p:cNvSpPr>
            <a:spLocks noGrp="1"/>
          </p:cNvSpPr>
          <p:nvPr>
            <p:ph type="title"/>
          </p:nvPr>
        </p:nvSpPr>
        <p:spPr/>
        <p:txBody>
          <a:bodyPr/>
          <a:lstStyle/>
          <a:p>
            <a:r>
              <a:rPr lang="en-US"/>
              <a:t>The top opt-in drivers to empower PSR team in outreach efforts </a:t>
            </a:r>
          </a:p>
        </p:txBody>
      </p:sp>
      <p:sp>
        <p:nvSpPr>
          <p:cNvPr id="2" name="Text Placeholder 1">
            <a:extLst>
              <a:ext uri="{FF2B5EF4-FFF2-40B4-BE49-F238E27FC236}">
                <a16:creationId xmlns:a16="http://schemas.microsoft.com/office/drawing/2014/main" id="{84BEE2FB-D451-DD1C-9390-20BC4C93FD6D}"/>
              </a:ext>
            </a:extLst>
          </p:cNvPr>
          <p:cNvSpPr>
            <a:spLocks noGrp="1"/>
          </p:cNvSpPr>
          <p:nvPr>
            <p:ph type="body" sz="quarter" idx="13"/>
          </p:nvPr>
        </p:nvSpPr>
        <p:spPr/>
        <p:txBody>
          <a:bodyPr vert="horz" lIns="0" tIns="45720" rIns="0" bIns="45720" rtlCol="0" anchor="t">
            <a:noAutofit/>
          </a:bodyPr>
          <a:lstStyle/>
          <a:p>
            <a:r>
              <a:rPr lang="en-US" sz="2400"/>
              <a:t>Top Opt-in Drivers</a:t>
            </a:r>
          </a:p>
        </p:txBody>
      </p:sp>
      <p:graphicFrame>
        <p:nvGraphicFramePr>
          <p:cNvPr id="7" name="Table 6">
            <a:extLst>
              <a:ext uri="{FF2B5EF4-FFF2-40B4-BE49-F238E27FC236}">
                <a16:creationId xmlns:a16="http://schemas.microsoft.com/office/drawing/2014/main" id="{AB3D0C28-08CF-E472-8263-CBCB2E77251F}"/>
              </a:ext>
            </a:extLst>
          </p:cNvPr>
          <p:cNvGraphicFramePr>
            <a:graphicFrameLocks noGrp="1"/>
          </p:cNvGraphicFramePr>
          <p:nvPr/>
        </p:nvGraphicFramePr>
        <p:xfrm>
          <a:off x="9357030" y="365760"/>
          <a:ext cx="2469210" cy="228600"/>
        </p:xfrm>
        <a:graphic>
          <a:graphicData uri="http://schemas.openxmlformats.org/drawingml/2006/table">
            <a:tbl>
              <a:tblPr firstRow="1" bandRow="1">
                <a:tableStyleId>{5C22544A-7EE6-4342-B048-85BDC9FD1C3A}</a:tableStyleId>
              </a:tblPr>
              <a:tblGrid>
                <a:gridCol w="823070">
                  <a:extLst>
                    <a:ext uri="{9D8B030D-6E8A-4147-A177-3AD203B41FA5}">
                      <a16:colId xmlns:a16="http://schemas.microsoft.com/office/drawing/2014/main" val="3672725688"/>
                    </a:ext>
                  </a:extLst>
                </a:gridCol>
                <a:gridCol w="823070">
                  <a:extLst>
                    <a:ext uri="{9D8B030D-6E8A-4147-A177-3AD203B41FA5}">
                      <a16:colId xmlns:a16="http://schemas.microsoft.com/office/drawing/2014/main" val="3475828051"/>
                    </a:ext>
                  </a:extLst>
                </a:gridCol>
                <a:gridCol w="823070">
                  <a:extLst>
                    <a:ext uri="{9D8B030D-6E8A-4147-A177-3AD203B41FA5}">
                      <a16:colId xmlns:a16="http://schemas.microsoft.com/office/drawing/2014/main" val="4021233444"/>
                    </a:ext>
                  </a:extLst>
                </a:gridCol>
              </a:tblGrid>
              <a:tr h="208522">
                <a:tc>
                  <a:txBody>
                    <a:bodyPr/>
                    <a:lstStyle/>
                    <a:p>
                      <a:pPr algn="ctr"/>
                      <a:r>
                        <a:rPr lang="en-US" sz="900" b="1" i="0">
                          <a:solidFill>
                            <a:schemeClr val="tx1"/>
                          </a:solidFill>
                          <a:latin typeface="AvenirNext LT Pro Regular"/>
                        </a:rPr>
                        <a:t>INFORM</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a:r>
                        <a:rPr lang="en-US" sz="900" b="1" i="0">
                          <a:solidFill>
                            <a:schemeClr val="tx1"/>
                          </a:solidFill>
                          <a:latin typeface="AvenirNext LT Pro Regular"/>
                        </a:rPr>
                        <a:t>DISCUSS</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900" b="1" i="0">
                          <a:solidFill>
                            <a:schemeClr val="tx1"/>
                          </a:solidFill>
                          <a:latin typeface="AvenirNext LT Pro Regular" panose="020B0504020202020204" pitchFamily="34" charset="77"/>
                        </a:rPr>
                        <a:t>DECIDE</a:t>
                      </a:r>
                    </a:p>
                  </a:txBody>
                  <a:tcP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931640111"/>
                  </a:ext>
                </a:extLst>
              </a:tr>
            </a:tbl>
          </a:graphicData>
        </a:graphic>
      </p:graphicFrame>
      <p:sp>
        <p:nvSpPr>
          <p:cNvPr id="8" name="Content Placeholder 52">
            <a:extLst>
              <a:ext uri="{FF2B5EF4-FFF2-40B4-BE49-F238E27FC236}">
                <a16:creationId xmlns:a16="http://schemas.microsoft.com/office/drawing/2014/main" id="{0BE657EA-5D18-EA77-5AD2-3C440F3ECD85}"/>
              </a:ext>
            </a:extLst>
          </p:cNvPr>
          <p:cNvSpPr txBox="1">
            <a:spLocks/>
          </p:cNvSpPr>
          <p:nvPr/>
        </p:nvSpPr>
        <p:spPr>
          <a:xfrm>
            <a:off x="365760" y="1474406"/>
            <a:ext cx="4961890" cy="436149"/>
          </a:xfrm>
          <a:prstGeom prst="rect">
            <a:avLst/>
          </a:prstGeom>
        </p:spPr>
        <p:txBody>
          <a:bodyPr lIns="91440" tIns="45720" rIns="91440" bIns="45720" anchor="t">
            <a:normAutofit/>
          </a:bodyPr>
          <a:lstStyle>
            <a:lvl1pPr marL="182880" marR="0" indent="-18288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sz="2000" kern="1200">
                <a:solidFill>
                  <a:schemeClr val="tx1"/>
                </a:solidFill>
                <a:latin typeface="AvenirNext LT Pro Regular" panose="020B0504020202020204" pitchFamily="34" charset="0"/>
                <a:ea typeface="+mn-ea"/>
                <a:cs typeface="+mn-cs"/>
              </a:defRPr>
            </a:lvl1pPr>
            <a:lvl2pPr marL="457200" indent="-228600" algn="l" defTabSz="914400" rtl="0" eaLnBrk="1" latinLnBrk="0" hangingPunct="1">
              <a:lnSpc>
                <a:spcPct val="100000"/>
              </a:lnSpc>
              <a:spcBef>
                <a:spcPts val="600"/>
              </a:spcBef>
              <a:spcAft>
                <a:spcPts val="600"/>
              </a:spcAft>
              <a:buFont typeface="Arial" panose="020B0604020202020204" pitchFamily="34" charset="0"/>
              <a:buChar char="•"/>
              <a:defRPr sz="2000" kern="1200">
                <a:solidFill>
                  <a:schemeClr val="tx1"/>
                </a:solidFill>
                <a:latin typeface="AvenirNext LT Pro Regular" panose="020B0504020202020204" pitchFamily="34" charset="0"/>
                <a:ea typeface="+mn-ea"/>
                <a:cs typeface="+mn-cs"/>
              </a:defRPr>
            </a:lvl2pPr>
            <a:lvl3pPr marL="457200" indent="-182880" algn="l" defTabSz="914400" rtl="0" eaLnBrk="1" latinLnBrk="0" hangingPunct="1">
              <a:lnSpc>
                <a:spcPct val="100000"/>
              </a:lnSpc>
              <a:spcBef>
                <a:spcPts val="600"/>
              </a:spcBef>
              <a:spcAft>
                <a:spcPts val="600"/>
              </a:spcAft>
              <a:buFont typeface="Arial" panose="020B0604020202020204" pitchFamily="34" charset="0"/>
              <a:buChar char="•"/>
              <a:defRPr sz="1600" kern="1200">
                <a:solidFill>
                  <a:schemeClr val="tx1"/>
                </a:solidFill>
                <a:latin typeface="AvenirNext LT Pro Regular"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Next LT Pro Regular"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Next LT Pro Regular"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b="1">
                <a:latin typeface="AvenirNext LT Pro Regular"/>
              </a:rPr>
              <a:t>Example Top Opt-in Drivers Deliverable</a:t>
            </a:r>
            <a:endParaRPr lang="en-US"/>
          </a:p>
        </p:txBody>
      </p:sp>
      <p:graphicFrame>
        <p:nvGraphicFramePr>
          <p:cNvPr id="6" name="Table 5">
            <a:extLst>
              <a:ext uri="{FF2B5EF4-FFF2-40B4-BE49-F238E27FC236}">
                <a16:creationId xmlns:a16="http://schemas.microsoft.com/office/drawing/2014/main" id="{A7BF6C57-9BF4-65DE-37DE-487FD8F874FA}"/>
              </a:ext>
            </a:extLst>
          </p:cNvPr>
          <p:cNvGraphicFramePr>
            <a:graphicFrameLocks noGrp="1"/>
          </p:cNvGraphicFramePr>
          <p:nvPr>
            <p:extLst>
              <p:ext uri="{D42A27DB-BD31-4B8C-83A1-F6EECF244321}">
                <p14:modId xmlns:p14="http://schemas.microsoft.com/office/powerpoint/2010/main" val="2331816082"/>
              </p:ext>
            </p:extLst>
          </p:nvPr>
        </p:nvGraphicFramePr>
        <p:xfrm>
          <a:off x="454635" y="2196241"/>
          <a:ext cx="10682756" cy="2154819"/>
        </p:xfrm>
        <a:graphic>
          <a:graphicData uri="http://schemas.openxmlformats.org/drawingml/2006/table">
            <a:tbl>
              <a:tblPr firstRow="1" bandRow="1">
                <a:tableStyleId>{5C22544A-7EE6-4342-B048-85BDC9FD1C3A}</a:tableStyleId>
              </a:tblPr>
              <a:tblGrid>
                <a:gridCol w="1538638">
                  <a:extLst>
                    <a:ext uri="{9D8B030D-6E8A-4147-A177-3AD203B41FA5}">
                      <a16:colId xmlns:a16="http://schemas.microsoft.com/office/drawing/2014/main" val="1464617012"/>
                    </a:ext>
                  </a:extLst>
                </a:gridCol>
                <a:gridCol w="1672794">
                  <a:extLst>
                    <a:ext uri="{9D8B030D-6E8A-4147-A177-3AD203B41FA5}">
                      <a16:colId xmlns:a16="http://schemas.microsoft.com/office/drawing/2014/main" val="3955961693"/>
                    </a:ext>
                  </a:extLst>
                </a:gridCol>
                <a:gridCol w="749677">
                  <a:extLst>
                    <a:ext uri="{9D8B030D-6E8A-4147-A177-3AD203B41FA5}">
                      <a16:colId xmlns:a16="http://schemas.microsoft.com/office/drawing/2014/main" val="287551561"/>
                    </a:ext>
                  </a:extLst>
                </a:gridCol>
                <a:gridCol w="2181993">
                  <a:extLst>
                    <a:ext uri="{9D8B030D-6E8A-4147-A177-3AD203B41FA5}">
                      <a16:colId xmlns:a16="http://schemas.microsoft.com/office/drawing/2014/main" val="37044395"/>
                    </a:ext>
                  </a:extLst>
                </a:gridCol>
                <a:gridCol w="852930">
                  <a:extLst>
                    <a:ext uri="{9D8B030D-6E8A-4147-A177-3AD203B41FA5}">
                      <a16:colId xmlns:a16="http://schemas.microsoft.com/office/drawing/2014/main" val="1355539300"/>
                    </a:ext>
                  </a:extLst>
                </a:gridCol>
                <a:gridCol w="469831">
                  <a:extLst>
                    <a:ext uri="{9D8B030D-6E8A-4147-A177-3AD203B41FA5}">
                      <a16:colId xmlns:a16="http://schemas.microsoft.com/office/drawing/2014/main" val="4093312125"/>
                    </a:ext>
                  </a:extLst>
                </a:gridCol>
                <a:gridCol w="2552769">
                  <a:extLst>
                    <a:ext uri="{9D8B030D-6E8A-4147-A177-3AD203B41FA5}">
                      <a16:colId xmlns:a16="http://schemas.microsoft.com/office/drawing/2014/main" val="3515548166"/>
                    </a:ext>
                  </a:extLst>
                </a:gridCol>
                <a:gridCol w="664124">
                  <a:extLst>
                    <a:ext uri="{9D8B030D-6E8A-4147-A177-3AD203B41FA5}">
                      <a16:colId xmlns:a16="http://schemas.microsoft.com/office/drawing/2014/main" val="1515662998"/>
                    </a:ext>
                  </a:extLst>
                </a:gridCol>
              </a:tblGrid>
              <a:tr h="532218">
                <a:tc>
                  <a:txBody>
                    <a:bodyPr/>
                    <a:lstStyle/>
                    <a:p>
                      <a:pPr algn="ctr" fontAlgn="ctr">
                        <a:buNone/>
                      </a:pPr>
                      <a:r>
                        <a:rPr lang="en-US" sz="1200" b="1" i="0" u="none" strike="noStrike">
                          <a:solidFill>
                            <a:schemeClr val="bg1"/>
                          </a:solidFill>
                          <a:effectLst/>
                          <a:latin typeface="Segoe UI"/>
                        </a:rPr>
                        <a:t>Provider</a:t>
                      </a:r>
                    </a:p>
                  </a:txBody>
                  <a:tcPr marL="9525" marR="9525" marT="9525" marB="0" anchor="ctr"/>
                </a:tc>
                <a:tc>
                  <a:txBody>
                    <a:bodyPr/>
                    <a:lstStyle/>
                    <a:p>
                      <a:pPr algn="ctr" fontAlgn="ctr">
                        <a:buNone/>
                      </a:pPr>
                      <a:r>
                        <a:rPr lang="en-US" sz="1200" b="1" i="0" u="none" strike="noStrike">
                          <a:solidFill>
                            <a:schemeClr val="bg1"/>
                          </a:solidFill>
                          <a:effectLst/>
                          <a:latin typeface="Segoe UI"/>
                        </a:rPr>
                        <a:t>Opt-in Driver 1</a:t>
                      </a:r>
                    </a:p>
                  </a:txBody>
                  <a:tcPr marL="9525" marR="9525" marT="9525" marB="0" anchor="ctr"/>
                </a:tc>
                <a:tc>
                  <a:txBody>
                    <a:bodyPr/>
                    <a:lstStyle/>
                    <a:p>
                      <a:pPr algn="ctr" fontAlgn="ctr">
                        <a:buNone/>
                      </a:pPr>
                      <a:r>
                        <a:rPr lang="en-US" sz="1200" b="1" i="0" u="none" strike="noStrike">
                          <a:solidFill>
                            <a:schemeClr val="bg1"/>
                          </a:solidFill>
                          <a:effectLst/>
                          <a:latin typeface="Segoe UI"/>
                        </a:rPr>
                        <a:t>Opt-in Driver 1 Value</a:t>
                      </a:r>
                    </a:p>
                  </a:txBody>
                  <a:tcPr marL="9525" marR="9525" marT="9525" marB="0" anchor="ctr"/>
                </a:tc>
                <a:tc>
                  <a:txBody>
                    <a:bodyPr/>
                    <a:lstStyle/>
                    <a:p>
                      <a:pPr algn="ctr" fontAlgn="ctr">
                        <a:buNone/>
                      </a:pPr>
                      <a:r>
                        <a:rPr lang="en-US" sz="1200" b="1" i="0" u="none" strike="noStrike">
                          <a:solidFill>
                            <a:schemeClr val="bg1"/>
                          </a:solidFill>
                          <a:effectLst/>
                          <a:latin typeface="Segoe UI"/>
                        </a:rPr>
                        <a:t>Opt-in Driver 2</a:t>
                      </a:r>
                    </a:p>
                  </a:txBody>
                  <a:tcPr marL="9525" marR="9525" marT="9525" marB="0" anchor="ctr"/>
                </a:tc>
                <a:tc>
                  <a:txBody>
                    <a:bodyPr/>
                    <a:lstStyle/>
                    <a:p>
                      <a:pPr algn="ctr" fontAlgn="ctr">
                        <a:buNone/>
                      </a:pPr>
                      <a:r>
                        <a:rPr lang="en-US" sz="1200" b="1" i="0" u="none" strike="noStrike">
                          <a:solidFill>
                            <a:schemeClr val="bg1"/>
                          </a:solidFill>
                          <a:effectLst/>
                          <a:latin typeface="Segoe UI"/>
                        </a:rPr>
                        <a:t>Opt-in Driver 2 Value</a:t>
                      </a:r>
                    </a:p>
                  </a:txBody>
                  <a:tcPr marL="9525" marR="9525" marT="9525" marB="0" anchor="ctr"/>
                </a:tc>
                <a:tc>
                  <a:txBody>
                    <a:bodyPr/>
                    <a:lstStyle/>
                    <a:p>
                      <a:pPr algn="ctr" fontAlgn="ctr">
                        <a:buNone/>
                      </a:pPr>
                      <a:r>
                        <a:rPr lang="en-US" sz="1200" b="1" i="0" u="none" strike="noStrike">
                          <a:solidFill>
                            <a:schemeClr val="bg1"/>
                          </a:solidFill>
                          <a:effectLst/>
                          <a:latin typeface="Segoe UI" panose="020B0502040204020203" pitchFamily="34" charset="0"/>
                        </a:rPr>
                        <a:t>…</a:t>
                      </a:r>
                    </a:p>
                  </a:txBody>
                  <a:tcPr marL="9525" marR="9525" marT="9525" marB="0" anchor="ctr"/>
                </a:tc>
                <a:tc>
                  <a:txBody>
                    <a:bodyPr/>
                    <a:lstStyle/>
                    <a:p>
                      <a:pPr algn="ctr" fontAlgn="ctr">
                        <a:buNone/>
                      </a:pPr>
                      <a:r>
                        <a:rPr lang="en-US" sz="1200" b="1" i="0" u="none" strike="noStrike">
                          <a:solidFill>
                            <a:schemeClr val="bg1"/>
                          </a:solidFill>
                          <a:effectLst/>
                          <a:latin typeface="Segoe UI"/>
                        </a:rPr>
                        <a:t>Opt-in Driver 5</a:t>
                      </a:r>
                    </a:p>
                  </a:txBody>
                  <a:tcPr marL="9525" marR="9525" marT="9525" marB="0" anchor="ctr"/>
                </a:tc>
                <a:tc>
                  <a:txBody>
                    <a:bodyPr/>
                    <a:lstStyle/>
                    <a:p>
                      <a:pPr algn="ctr" fontAlgn="ctr">
                        <a:buNone/>
                      </a:pPr>
                      <a:r>
                        <a:rPr lang="en-US" sz="1200" b="1" i="0" u="none" strike="noStrike">
                          <a:solidFill>
                            <a:schemeClr val="bg1"/>
                          </a:solidFill>
                          <a:effectLst/>
                          <a:latin typeface="Segoe UI"/>
                        </a:rPr>
                        <a:t>Opt-in Driver 5 Value</a:t>
                      </a:r>
                    </a:p>
                  </a:txBody>
                  <a:tcPr marL="9525" marR="9525" marT="9525" marB="0" anchor="ctr"/>
                </a:tc>
                <a:extLst>
                  <a:ext uri="{0D108BD9-81ED-4DB2-BD59-A6C34878D82A}">
                    <a16:rowId xmlns:a16="http://schemas.microsoft.com/office/drawing/2014/main" val="4066010198"/>
                  </a:ext>
                </a:extLst>
              </a:tr>
              <a:tr h="532218">
                <a:tc>
                  <a:txBody>
                    <a:bodyPr/>
                    <a:lstStyle/>
                    <a:p>
                      <a:pPr algn="ctr" fontAlgn="ctr">
                        <a:buNone/>
                      </a:pPr>
                      <a:r>
                        <a:rPr lang="en-US" sz="1200" b="0" i="0" u="none" strike="noStrike">
                          <a:solidFill>
                            <a:srgbClr val="000000"/>
                          </a:solidFill>
                          <a:effectLst/>
                          <a:latin typeface="Segoe UI"/>
                        </a:rPr>
                        <a:t>Provider-1</a:t>
                      </a:r>
                    </a:p>
                  </a:txBody>
                  <a:tcPr marL="9525" marR="9525" marT="9525" marB="0" anchor="ctr"/>
                </a:tc>
                <a:tc>
                  <a:txBody>
                    <a:bodyPr/>
                    <a:lstStyle/>
                    <a:p>
                      <a:pPr algn="ctr" fontAlgn="ctr">
                        <a:buNone/>
                      </a:pPr>
                      <a:r>
                        <a:rPr lang="en-US" sz="1200" b="0" i="0" u="none" strike="noStrike">
                          <a:solidFill>
                            <a:srgbClr val="000000"/>
                          </a:solidFill>
                          <a:effectLst/>
                          <a:latin typeface="Segoe UI"/>
                        </a:rPr>
                        <a:t>PHONECOUNT60</a:t>
                      </a:r>
                    </a:p>
                  </a:txBody>
                  <a:tcPr marL="9525" marR="9525" marT="9525" marB="0" anchor="ctr"/>
                </a:tc>
                <a:tc>
                  <a:txBody>
                    <a:bodyPr/>
                    <a:lstStyle/>
                    <a:p>
                      <a:pPr algn="ctr" fontAlgn="ctr">
                        <a:buNone/>
                      </a:pPr>
                      <a:r>
                        <a:rPr lang="en-US" sz="1200" b="0" i="0" u="none" strike="noStrike">
                          <a:solidFill>
                            <a:srgbClr val="000000"/>
                          </a:solidFill>
                          <a:effectLst/>
                          <a:latin typeface="Segoe UI"/>
                        </a:rPr>
                        <a:t>9</a:t>
                      </a:r>
                    </a:p>
                  </a:txBody>
                  <a:tcPr marL="9525" marR="9525" marT="9525" marB="0" anchor="ctr"/>
                </a:tc>
                <a:tc>
                  <a:txBody>
                    <a:bodyPr/>
                    <a:lstStyle/>
                    <a:p>
                      <a:pPr algn="ctr" fontAlgn="ctr">
                        <a:buNone/>
                      </a:pPr>
                      <a:r>
                        <a:rPr lang="en-US" sz="1200" b="0" i="0" u="none" strike="noStrike">
                          <a:solidFill>
                            <a:srgbClr val="000000"/>
                          </a:solidFill>
                          <a:effectLst/>
                          <a:latin typeface="Segoe UI"/>
                        </a:rPr>
                        <a:t>SUMCHECKPAYMENTCOUNT90</a:t>
                      </a:r>
                    </a:p>
                  </a:txBody>
                  <a:tcPr marL="9525" marR="9525" marT="9525" marB="0" anchor="ctr"/>
                </a:tc>
                <a:tc>
                  <a:txBody>
                    <a:bodyPr/>
                    <a:lstStyle/>
                    <a:p>
                      <a:pPr algn="ctr" fontAlgn="ctr">
                        <a:buNone/>
                      </a:pPr>
                      <a:r>
                        <a:rPr lang="en-US" sz="1200" b="0" i="0" u="none" strike="noStrike">
                          <a:solidFill>
                            <a:srgbClr val="000000"/>
                          </a:solidFill>
                          <a:effectLst/>
                          <a:latin typeface="Segoe UI"/>
                        </a:rPr>
                        <a:t>470</a:t>
                      </a:r>
                      <a:endParaRPr lang="en-US" sz="1200" b="0" i="0" u="none" strike="noStrike">
                        <a:solidFill>
                          <a:srgbClr val="000000"/>
                        </a:solidFill>
                        <a:effectLst/>
                        <a:latin typeface="Segoe UI" panose="020B0502040204020203" pitchFamily="34" charset="0"/>
                      </a:endParaRPr>
                    </a:p>
                  </a:txBody>
                  <a:tcPr marL="9525" marR="9525" marT="9525" marB="0" anchor="ctr"/>
                </a:tc>
                <a:tc>
                  <a:txBody>
                    <a:bodyPr/>
                    <a:lstStyle/>
                    <a:p>
                      <a:pPr algn="ctr" fontAlgn="ctr">
                        <a:buNone/>
                      </a:pPr>
                      <a:r>
                        <a:rPr lang="en-US" sz="1200" b="0" i="0" u="none" strike="noStrike">
                          <a:solidFill>
                            <a:srgbClr val="000000"/>
                          </a:solidFill>
                          <a:effectLst/>
                          <a:latin typeface="Segoe UI" panose="020B0502040204020203" pitchFamily="34" charset="0"/>
                        </a:rPr>
                        <a:t>…</a:t>
                      </a:r>
                    </a:p>
                  </a:txBody>
                  <a:tcPr marL="9525" marR="9525" marT="9525" marB="0" anchor="ctr"/>
                </a:tc>
                <a:tc>
                  <a:txBody>
                    <a:bodyPr/>
                    <a:lstStyle/>
                    <a:p>
                      <a:pPr algn="ctr" fontAlgn="ctr">
                        <a:buNone/>
                      </a:pPr>
                      <a:r>
                        <a:rPr lang="en-US" sz="1200" b="0" i="0" u="none" strike="noStrike">
                          <a:solidFill>
                            <a:srgbClr val="000000"/>
                          </a:solidFill>
                          <a:effectLst/>
                          <a:latin typeface="Segoe UI"/>
                        </a:rPr>
                        <a:t>PAYERID_CHECK_COUNT</a:t>
                      </a:r>
                    </a:p>
                  </a:txBody>
                  <a:tcPr marL="9525" marR="9525" marT="9525" marB="0" anchor="ctr"/>
                </a:tc>
                <a:tc>
                  <a:txBody>
                    <a:bodyPr/>
                    <a:lstStyle/>
                    <a:p>
                      <a:pPr algn="ctr" fontAlgn="ctr">
                        <a:buNone/>
                      </a:pPr>
                      <a:r>
                        <a:rPr lang="en-US" sz="1200" b="0" i="0" u="none" strike="noStrike">
                          <a:solidFill>
                            <a:srgbClr val="000000"/>
                          </a:solidFill>
                          <a:effectLst/>
                          <a:latin typeface="Segoe UI"/>
                        </a:rPr>
                        <a:t>31</a:t>
                      </a:r>
                    </a:p>
                  </a:txBody>
                  <a:tcPr marL="9525" marR="9525" marT="9525" marB="0" anchor="ctr"/>
                </a:tc>
                <a:extLst>
                  <a:ext uri="{0D108BD9-81ED-4DB2-BD59-A6C34878D82A}">
                    <a16:rowId xmlns:a16="http://schemas.microsoft.com/office/drawing/2014/main" val="3357382380"/>
                  </a:ext>
                </a:extLst>
              </a:tr>
              <a:tr h="532218">
                <a:tc>
                  <a:txBody>
                    <a:bodyPr/>
                    <a:lstStyle/>
                    <a:p>
                      <a:pPr lvl="0" algn="ctr">
                        <a:buNone/>
                      </a:pPr>
                      <a:r>
                        <a:rPr lang="en-US" sz="1200" b="0" i="0" u="none" strike="noStrike">
                          <a:solidFill>
                            <a:srgbClr val="000000"/>
                          </a:solidFill>
                          <a:effectLst/>
                          <a:latin typeface="Segoe UI" panose="020B0502040204020203" pitchFamily="34" charset="0"/>
                        </a:rPr>
                        <a:t>Provider-2</a:t>
                      </a:r>
                    </a:p>
                  </a:txBody>
                  <a:tcPr marL="9525" marR="9525" marT="9525" marB="0" anchor="ctr"/>
                </a:tc>
                <a:tc>
                  <a:txBody>
                    <a:bodyPr/>
                    <a:lstStyle/>
                    <a:p>
                      <a:pPr lvl="0" algn="ctr">
                        <a:buNone/>
                      </a:pPr>
                      <a:r>
                        <a:rPr lang="en-US" sz="1200" b="0" i="0" u="none" strike="noStrike" noProof="0">
                          <a:solidFill>
                            <a:srgbClr val="000000"/>
                          </a:solidFill>
                          <a:effectLst/>
                          <a:latin typeface="Segoe UI"/>
                          <a:cs typeface="Segoe UI"/>
                        </a:rPr>
                        <a:t>PHONECOUNT60</a:t>
                      </a:r>
                      <a:endParaRPr lang="en-US" sz="1200" b="0" i="0" u="none" strike="noStrike">
                        <a:solidFill>
                          <a:srgbClr val="000000"/>
                        </a:solidFill>
                        <a:effectLst/>
                        <a:latin typeface="Segoe UI" panose="020B0502040204020203" pitchFamily="34" charset="0"/>
                      </a:endParaRPr>
                    </a:p>
                  </a:txBody>
                  <a:tcPr marL="9525" marR="9525" marT="9525" marB="0" anchor="ctr"/>
                </a:tc>
                <a:tc>
                  <a:txBody>
                    <a:bodyPr/>
                    <a:lstStyle/>
                    <a:p>
                      <a:pPr algn="ctr" fontAlgn="ctr">
                        <a:buNone/>
                      </a:pPr>
                      <a:r>
                        <a:rPr lang="en-US" sz="1200" b="0" i="0" u="none" strike="noStrike">
                          <a:solidFill>
                            <a:srgbClr val="000000"/>
                          </a:solidFill>
                          <a:effectLst/>
                          <a:latin typeface="Segoe UI"/>
                        </a:rPr>
                        <a:t>6</a:t>
                      </a:r>
                      <a:endParaRPr lang="en-US" sz="1200" b="0" i="0" u="none" strike="noStrike">
                        <a:solidFill>
                          <a:srgbClr val="000000"/>
                        </a:solidFill>
                        <a:effectLst/>
                        <a:latin typeface="Segoe UI" panose="020B0502040204020203" pitchFamily="34" charset="0"/>
                      </a:endParaRPr>
                    </a:p>
                  </a:txBody>
                  <a:tcPr marL="9525" marR="9525" marT="9525" marB="0" anchor="ctr"/>
                </a:tc>
                <a:tc>
                  <a:txBody>
                    <a:bodyPr/>
                    <a:lstStyle/>
                    <a:p>
                      <a:pPr algn="ctr" fontAlgn="ctr">
                        <a:buNone/>
                      </a:pPr>
                      <a:r>
                        <a:rPr lang="en-US" sz="1200" b="0" i="0" u="none" strike="noStrike">
                          <a:solidFill>
                            <a:srgbClr val="000000"/>
                          </a:solidFill>
                          <a:effectLst/>
                          <a:latin typeface="Segoe UI"/>
                        </a:rPr>
                        <a:t>SUMCHECKPAYMENTCOUNT90</a:t>
                      </a:r>
                    </a:p>
                  </a:txBody>
                  <a:tcPr marL="9525" marR="9525" marT="9525" marB="0" anchor="ctr"/>
                </a:tc>
                <a:tc>
                  <a:txBody>
                    <a:bodyPr/>
                    <a:lstStyle/>
                    <a:p>
                      <a:pPr algn="ctr" fontAlgn="ctr">
                        <a:buNone/>
                      </a:pPr>
                      <a:r>
                        <a:rPr lang="en-US" sz="1200" b="0" i="0" u="none" strike="noStrike">
                          <a:solidFill>
                            <a:srgbClr val="000000"/>
                          </a:solidFill>
                          <a:effectLst/>
                          <a:latin typeface="Segoe UI"/>
                        </a:rPr>
                        <a:t>337</a:t>
                      </a:r>
                    </a:p>
                  </a:txBody>
                  <a:tcPr marL="9525" marR="9525" marT="9525" marB="0" anchor="ctr"/>
                </a:tc>
                <a:tc>
                  <a:txBody>
                    <a:bodyPr/>
                    <a:lstStyle/>
                    <a:p>
                      <a:pPr algn="ctr" fontAlgn="ctr">
                        <a:buNone/>
                      </a:pPr>
                      <a:r>
                        <a:rPr lang="en-US" sz="1200" b="0" i="0" u="none" strike="noStrike">
                          <a:solidFill>
                            <a:srgbClr val="000000"/>
                          </a:solidFill>
                          <a:effectLst/>
                          <a:latin typeface="Segoe UI" panose="020B0502040204020203" pitchFamily="34" charset="0"/>
                        </a:rPr>
                        <a:t>…</a:t>
                      </a:r>
                    </a:p>
                  </a:txBody>
                  <a:tcPr marL="9525" marR="9525" marT="9525" marB="0" anchor="ctr"/>
                </a:tc>
                <a:tc>
                  <a:txBody>
                    <a:bodyPr/>
                    <a:lstStyle/>
                    <a:p>
                      <a:pPr lvl="0" algn="ctr">
                        <a:buNone/>
                      </a:pPr>
                      <a:r>
                        <a:rPr lang="en-US" sz="1200" b="0" i="0" u="none" strike="noStrike" noProof="0">
                          <a:solidFill>
                            <a:srgbClr val="000000"/>
                          </a:solidFill>
                          <a:effectLst/>
                          <a:latin typeface="Segoe UI"/>
                          <a:cs typeface="Segoe UI"/>
                        </a:rPr>
                        <a:t>PAYERID_CHECK_COUNT</a:t>
                      </a:r>
                      <a:endParaRPr lang="en-US" sz="1200"/>
                    </a:p>
                  </a:txBody>
                  <a:tcPr marL="9525" marR="9525" marT="9525" marB="0" anchor="ctr"/>
                </a:tc>
                <a:tc>
                  <a:txBody>
                    <a:bodyPr/>
                    <a:lstStyle/>
                    <a:p>
                      <a:pPr algn="ctr" fontAlgn="ctr">
                        <a:buNone/>
                      </a:pPr>
                      <a:r>
                        <a:rPr lang="en-US" sz="1200" b="0" i="0" u="none" strike="noStrike">
                          <a:solidFill>
                            <a:srgbClr val="000000"/>
                          </a:solidFill>
                          <a:effectLst/>
                          <a:latin typeface="Segoe UI"/>
                        </a:rPr>
                        <a:t>25</a:t>
                      </a:r>
                    </a:p>
                  </a:txBody>
                  <a:tcPr marL="9525" marR="9525" marT="9525" marB="0" anchor="ctr"/>
                </a:tc>
                <a:extLst>
                  <a:ext uri="{0D108BD9-81ED-4DB2-BD59-A6C34878D82A}">
                    <a16:rowId xmlns:a16="http://schemas.microsoft.com/office/drawing/2014/main" val="2307128354"/>
                  </a:ext>
                </a:extLst>
              </a:tr>
              <a:tr h="532218">
                <a:tc>
                  <a:txBody>
                    <a:bodyPr/>
                    <a:lstStyle/>
                    <a:p>
                      <a:pPr algn="ctr" fontAlgn="ctr">
                        <a:buNone/>
                      </a:pPr>
                      <a:r>
                        <a:rPr lang="en-US" sz="1200" b="0" i="0" u="none" strike="noStrike">
                          <a:solidFill>
                            <a:srgbClr val="000000"/>
                          </a:solidFill>
                          <a:effectLst/>
                          <a:latin typeface="Segoe UI"/>
                        </a:rPr>
                        <a:t>Provider-3</a:t>
                      </a:r>
                    </a:p>
                  </a:txBody>
                  <a:tcPr marL="9525" marR="9525" marT="9525" marB="0" anchor="ctr"/>
                </a:tc>
                <a:tc>
                  <a:txBody>
                    <a:bodyPr/>
                    <a:lstStyle/>
                    <a:p>
                      <a:pPr algn="ctr" fontAlgn="ctr">
                        <a:buNone/>
                      </a:pPr>
                      <a:r>
                        <a:rPr lang="en-US" sz="1200" b="0" i="0" u="none" strike="noStrike">
                          <a:solidFill>
                            <a:srgbClr val="000000"/>
                          </a:solidFill>
                          <a:effectLst/>
                          <a:latin typeface="Segoe UI"/>
                        </a:rPr>
                        <a:t>TOTAL_PREV_OPTOUTS</a:t>
                      </a:r>
                    </a:p>
                  </a:txBody>
                  <a:tcPr marL="9525" marR="9525" marT="9525" marB="0" anchor="ctr"/>
                </a:tc>
                <a:tc>
                  <a:txBody>
                    <a:bodyPr/>
                    <a:lstStyle/>
                    <a:p>
                      <a:pPr algn="ctr" fontAlgn="ctr">
                        <a:buNone/>
                      </a:pPr>
                      <a:r>
                        <a:rPr lang="en-US" sz="1200" b="0" i="0" u="none" strike="noStrike">
                          <a:solidFill>
                            <a:srgbClr val="000000"/>
                          </a:solidFill>
                          <a:effectLst/>
                          <a:latin typeface="Segoe UI"/>
                        </a:rPr>
                        <a:t>0</a:t>
                      </a:r>
                    </a:p>
                  </a:txBody>
                  <a:tcPr marL="9525" marR="9525" marT="9525" marB="0" anchor="ctr"/>
                </a:tc>
                <a:tc>
                  <a:txBody>
                    <a:bodyPr/>
                    <a:lstStyle/>
                    <a:p>
                      <a:pPr algn="ctr" fontAlgn="ctr">
                        <a:buNone/>
                      </a:pPr>
                      <a:r>
                        <a:rPr lang="en-US" sz="1200" b="0" i="0" u="none" strike="noStrike">
                          <a:solidFill>
                            <a:srgbClr val="000000"/>
                          </a:solidFill>
                          <a:effectLst/>
                          <a:latin typeface="Segoe UI"/>
                        </a:rPr>
                        <a:t>PHONECOUNT60</a:t>
                      </a:r>
                    </a:p>
                  </a:txBody>
                  <a:tcPr marL="9525" marR="9525" marT="9525" marB="0" anchor="ctr"/>
                </a:tc>
                <a:tc>
                  <a:txBody>
                    <a:bodyPr/>
                    <a:lstStyle/>
                    <a:p>
                      <a:pPr algn="ctr" fontAlgn="ctr">
                        <a:buNone/>
                      </a:pPr>
                      <a:r>
                        <a:rPr lang="en-US" sz="1200" b="0" i="0" u="none" strike="noStrike">
                          <a:solidFill>
                            <a:srgbClr val="000000"/>
                          </a:solidFill>
                          <a:effectLst/>
                          <a:latin typeface="Segoe UI" panose="020B0502040204020203" pitchFamily="34" charset="0"/>
                        </a:rPr>
                        <a:t>1</a:t>
                      </a:r>
                    </a:p>
                  </a:txBody>
                  <a:tcPr marL="9525" marR="9525" marT="9525" marB="0" anchor="ctr"/>
                </a:tc>
                <a:tc>
                  <a:txBody>
                    <a:bodyPr/>
                    <a:lstStyle/>
                    <a:p>
                      <a:pPr algn="ctr" fontAlgn="ctr">
                        <a:buNone/>
                      </a:pPr>
                      <a:r>
                        <a:rPr lang="en-US" sz="1200" b="0" i="0" u="none" strike="noStrike">
                          <a:solidFill>
                            <a:srgbClr val="000000"/>
                          </a:solidFill>
                          <a:effectLst/>
                          <a:latin typeface="Segoe UI" panose="020B0502040204020203" pitchFamily="34" charset="0"/>
                        </a:rPr>
                        <a:t>…</a:t>
                      </a:r>
                    </a:p>
                  </a:txBody>
                  <a:tcPr marL="9525" marR="9525" marT="9525" marB="0" anchor="ctr"/>
                </a:tc>
                <a:tc>
                  <a:txBody>
                    <a:bodyPr/>
                    <a:lstStyle/>
                    <a:p>
                      <a:pPr algn="ctr" fontAlgn="ctr">
                        <a:buNone/>
                      </a:pPr>
                      <a:r>
                        <a:rPr lang="en-US" sz="1200" b="0" i="0" u="none" strike="noStrike">
                          <a:solidFill>
                            <a:srgbClr val="000000"/>
                          </a:solidFill>
                          <a:effectLst/>
                          <a:latin typeface="Segoe UI"/>
                        </a:rPr>
                        <a:t>TIME_SINCE_LAST_CHECK_PAYMENT</a:t>
                      </a:r>
                    </a:p>
                  </a:txBody>
                  <a:tcPr marL="9525" marR="9525" marT="9525" marB="0" anchor="ctr"/>
                </a:tc>
                <a:tc>
                  <a:txBody>
                    <a:bodyPr/>
                    <a:lstStyle/>
                    <a:p>
                      <a:pPr algn="ctr" fontAlgn="ctr">
                        <a:buNone/>
                      </a:pPr>
                      <a:r>
                        <a:rPr lang="en-US" sz="1200" b="0" i="0" u="none" strike="noStrike">
                          <a:solidFill>
                            <a:srgbClr val="000000"/>
                          </a:solidFill>
                          <a:effectLst/>
                          <a:latin typeface="Segoe UI"/>
                        </a:rPr>
                        <a:t>7</a:t>
                      </a:r>
                    </a:p>
                  </a:txBody>
                  <a:tcPr marL="9525" marR="9525" marT="9525" marB="0" anchor="ctr"/>
                </a:tc>
                <a:extLst>
                  <a:ext uri="{0D108BD9-81ED-4DB2-BD59-A6C34878D82A}">
                    <a16:rowId xmlns:a16="http://schemas.microsoft.com/office/drawing/2014/main" val="2792195326"/>
                  </a:ext>
                </a:extLst>
              </a:tr>
            </a:tbl>
          </a:graphicData>
        </a:graphic>
      </p:graphicFrame>
    </p:spTree>
    <p:extLst>
      <p:ext uri="{BB962C8B-B14F-4D97-AF65-F5344CB8AC3E}">
        <p14:creationId xmlns:p14="http://schemas.microsoft.com/office/powerpoint/2010/main" val="2550091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erson standing next to a balloon&#10;&#10;AI-generated content may be incorrect.">
            <a:extLst>
              <a:ext uri="{FF2B5EF4-FFF2-40B4-BE49-F238E27FC236}">
                <a16:creationId xmlns:a16="http://schemas.microsoft.com/office/drawing/2014/main" id="{5D4A2400-ABCB-FA4B-8AD3-E29B9099AC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9370" y="416963"/>
            <a:ext cx="6024073" cy="6024073"/>
          </a:xfrm>
          <a:prstGeom prst="rect">
            <a:avLst/>
          </a:prstGeom>
        </p:spPr>
      </p:pic>
    </p:spTree>
    <p:extLst>
      <p:ext uri="{BB962C8B-B14F-4D97-AF65-F5344CB8AC3E}">
        <p14:creationId xmlns:p14="http://schemas.microsoft.com/office/powerpoint/2010/main" val="20611516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FEDCB-1F18-6CF9-A3AE-014CEB3C742A}"/>
            </a:ext>
          </a:extLst>
        </p:cNvPr>
        <p:cNvGrpSpPr/>
        <p:nvPr/>
      </p:nvGrpSpPr>
      <p:grpSpPr>
        <a:xfrm>
          <a:off x="0" y="0"/>
          <a:ext cx="0" cy="0"/>
          <a:chOff x="0" y="0"/>
          <a:chExt cx="0" cy="0"/>
        </a:xfrm>
      </p:grpSpPr>
      <p:pic>
        <p:nvPicPr>
          <p:cNvPr id="2" name="Picture 1" descr="A cartoon of a person sitting on a question mark&#10;&#10;AI-generated content may be incorrect.">
            <a:extLst>
              <a:ext uri="{FF2B5EF4-FFF2-40B4-BE49-F238E27FC236}">
                <a16:creationId xmlns:a16="http://schemas.microsoft.com/office/drawing/2014/main" id="{0480FD13-7767-F7DA-FDEF-122622F60D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86642" y="335778"/>
            <a:ext cx="6186443" cy="6186443"/>
          </a:xfrm>
          <a:prstGeom prst="rect">
            <a:avLst/>
          </a:prstGeom>
        </p:spPr>
      </p:pic>
    </p:spTree>
    <p:extLst>
      <p:ext uri="{BB962C8B-B14F-4D97-AF65-F5344CB8AC3E}">
        <p14:creationId xmlns:p14="http://schemas.microsoft.com/office/powerpoint/2010/main" val="36971298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50AEA-BBBB-EE72-E4F4-F0D6028857C6}"/>
              </a:ext>
            </a:extLst>
          </p:cNvPr>
          <p:cNvSpPr>
            <a:spLocks noGrp="1"/>
          </p:cNvSpPr>
          <p:nvPr>
            <p:ph type="title"/>
          </p:nvPr>
        </p:nvSpPr>
        <p:spPr/>
        <p:txBody>
          <a:bodyPr/>
          <a:lstStyle/>
          <a:p>
            <a:r>
              <a:rPr lang="en-US"/>
              <a:t>Model re-train included the following changes</a:t>
            </a:r>
          </a:p>
        </p:txBody>
      </p:sp>
      <p:sp>
        <p:nvSpPr>
          <p:cNvPr id="3" name="Content Placeholder 2">
            <a:extLst>
              <a:ext uri="{FF2B5EF4-FFF2-40B4-BE49-F238E27FC236}">
                <a16:creationId xmlns:a16="http://schemas.microsoft.com/office/drawing/2014/main" id="{0E40732A-774D-381F-47FF-D12B8363DD05}"/>
              </a:ext>
            </a:extLst>
          </p:cNvPr>
          <p:cNvSpPr>
            <a:spLocks noGrp="1"/>
          </p:cNvSpPr>
          <p:nvPr>
            <p:ph idx="1"/>
          </p:nvPr>
        </p:nvSpPr>
        <p:spPr/>
        <p:txBody>
          <a:bodyPr>
            <a:normAutofit/>
          </a:bodyPr>
          <a:lstStyle/>
          <a:p>
            <a:pPr marL="285750" indent="-285750">
              <a:buFont typeface="Arial" panose="020B0604020202020204" pitchFamily="34" charset="0"/>
              <a:buChar char="•"/>
            </a:pPr>
            <a:r>
              <a:rPr lang="en-US" sz="1600" b="1"/>
              <a:t>Reassessment:</a:t>
            </a:r>
            <a:r>
              <a:rPr lang="en-US" sz="1600"/>
              <a:t> </a:t>
            </a:r>
          </a:p>
          <a:p>
            <a:r>
              <a:rPr lang="en-US" sz="1600"/>
              <a:t>     ZDS reevaluated the modeling approach as data assumptions evolved.</a:t>
            </a:r>
          </a:p>
          <a:p>
            <a:pPr marL="285750" indent="-285750">
              <a:buFont typeface="Arial" panose="020B0604020202020204" pitchFamily="34" charset="0"/>
              <a:buChar char="•"/>
            </a:pPr>
            <a:r>
              <a:rPr lang="en-US" sz="1600" b="1"/>
              <a:t>V1.0 Approach:</a:t>
            </a:r>
            <a:r>
              <a:rPr lang="en-US" sz="1600"/>
              <a:t> </a:t>
            </a:r>
          </a:p>
          <a:p>
            <a:r>
              <a:rPr lang="en-US" sz="1600"/>
              <a:t>     Survival analysis predicting event timing across multiple horizons (30, 60, 90 days).</a:t>
            </a:r>
          </a:p>
          <a:p>
            <a:pPr marL="285750" indent="-285750">
              <a:buFont typeface="Arial" panose="020B0604020202020204" pitchFamily="34" charset="0"/>
              <a:buChar char="•"/>
            </a:pPr>
            <a:r>
              <a:rPr lang="en-US" sz="1600" b="1"/>
              <a:t>Refined BU Need:</a:t>
            </a:r>
            <a:r>
              <a:rPr lang="en-US" sz="1600"/>
              <a:t> </a:t>
            </a:r>
          </a:p>
          <a:p>
            <a:r>
              <a:rPr lang="en-US" sz="1600"/>
              <a:t>     Identify providers likely to opt in to ACH.</a:t>
            </a:r>
          </a:p>
          <a:p>
            <a:pPr marL="285750" indent="-285750">
              <a:buFont typeface="Arial" panose="020B0604020202020204" pitchFamily="34" charset="0"/>
              <a:buChar char="•"/>
            </a:pPr>
            <a:r>
              <a:rPr lang="en-US" sz="1600" b="1"/>
              <a:t>V2.0 Approach:</a:t>
            </a:r>
            <a:r>
              <a:rPr lang="en-US" sz="1600"/>
              <a:t> </a:t>
            </a:r>
          </a:p>
          <a:p>
            <a:r>
              <a:rPr lang="en-US" sz="1600"/>
              <a:t>     Shift from survival analysis to a classification framework.</a:t>
            </a:r>
          </a:p>
          <a:p>
            <a:pPr marL="285750" indent="-285750">
              <a:buFont typeface="Arial" panose="020B0604020202020204" pitchFamily="34" charset="0"/>
              <a:buChar char="•"/>
            </a:pPr>
            <a:endParaRPr lang="en-US" sz="1600"/>
          </a:p>
        </p:txBody>
      </p:sp>
      <p:sp>
        <p:nvSpPr>
          <p:cNvPr id="4" name="Text Placeholder 3">
            <a:extLst>
              <a:ext uri="{FF2B5EF4-FFF2-40B4-BE49-F238E27FC236}">
                <a16:creationId xmlns:a16="http://schemas.microsoft.com/office/drawing/2014/main" id="{20FA9DB7-3095-FDAD-8CD1-8B0B809DA821}"/>
              </a:ext>
            </a:extLst>
          </p:cNvPr>
          <p:cNvSpPr>
            <a:spLocks noGrp="1"/>
          </p:cNvSpPr>
          <p:nvPr>
            <p:ph type="body" sz="quarter" idx="13"/>
          </p:nvPr>
        </p:nvSpPr>
        <p:spPr/>
        <p:txBody>
          <a:bodyPr/>
          <a:lstStyle/>
          <a:p>
            <a:r>
              <a:rPr lang="en-US" sz="2400"/>
              <a:t>Changes from Previous Model</a:t>
            </a:r>
          </a:p>
          <a:p>
            <a:endParaRPr lang="en-US" sz="2400"/>
          </a:p>
        </p:txBody>
      </p:sp>
    </p:spTree>
    <p:extLst>
      <p:ext uri="{BB962C8B-B14F-4D97-AF65-F5344CB8AC3E}">
        <p14:creationId xmlns:p14="http://schemas.microsoft.com/office/powerpoint/2010/main" val="29256508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9663E-9360-1E80-3666-CCFA0D6F0F61}"/>
              </a:ext>
            </a:extLst>
          </p:cNvPr>
          <p:cNvSpPr>
            <a:spLocks noGrp="1"/>
          </p:cNvSpPr>
          <p:nvPr>
            <p:ph type="title"/>
          </p:nvPr>
        </p:nvSpPr>
        <p:spPr/>
        <p:txBody>
          <a:bodyPr/>
          <a:lstStyle/>
          <a:p>
            <a:endParaRPr lang="en-US"/>
          </a:p>
        </p:txBody>
      </p:sp>
      <p:graphicFrame>
        <p:nvGraphicFramePr>
          <p:cNvPr id="5" name="Content Placeholder 4">
            <a:extLst>
              <a:ext uri="{FF2B5EF4-FFF2-40B4-BE49-F238E27FC236}">
                <a16:creationId xmlns:a16="http://schemas.microsoft.com/office/drawing/2014/main" id="{36F89BCA-9FA2-5320-B0F7-614C1E74278C}"/>
              </a:ext>
            </a:extLst>
          </p:cNvPr>
          <p:cNvGraphicFramePr>
            <a:graphicFrameLocks noGrp="1"/>
          </p:cNvGraphicFramePr>
          <p:nvPr>
            <p:ph idx="1"/>
            <p:extLst>
              <p:ext uri="{D42A27DB-BD31-4B8C-83A1-F6EECF244321}">
                <p14:modId xmlns:p14="http://schemas.microsoft.com/office/powerpoint/2010/main" val="3551435327"/>
              </p:ext>
            </p:extLst>
          </p:nvPr>
        </p:nvGraphicFramePr>
        <p:xfrm>
          <a:off x="292608" y="1661605"/>
          <a:ext cx="10972800" cy="1925320"/>
        </p:xfrm>
        <a:graphic>
          <a:graphicData uri="http://schemas.openxmlformats.org/drawingml/2006/table">
            <a:tbl>
              <a:tblPr firstRow="1" bandRow="1">
                <a:tableStyleId>{5C22544A-7EE6-4342-B048-85BDC9FD1C3A}</a:tableStyleId>
              </a:tblPr>
              <a:tblGrid>
                <a:gridCol w="5486400">
                  <a:extLst>
                    <a:ext uri="{9D8B030D-6E8A-4147-A177-3AD203B41FA5}">
                      <a16:colId xmlns:a16="http://schemas.microsoft.com/office/drawing/2014/main" val="2018041653"/>
                    </a:ext>
                  </a:extLst>
                </a:gridCol>
                <a:gridCol w="5486400">
                  <a:extLst>
                    <a:ext uri="{9D8B030D-6E8A-4147-A177-3AD203B41FA5}">
                      <a16:colId xmlns:a16="http://schemas.microsoft.com/office/drawing/2014/main" val="2833110664"/>
                    </a:ext>
                  </a:extLst>
                </a:gridCol>
              </a:tblGrid>
              <a:tr h="370840">
                <a:tc>
                  <a:txBody>
                    <a:bodyPr/>
                    <a:lstStyle/>
                    <a:p>
                      <a:r>
                        <a:rPr lang="en-US" sz="1400"/>
                        <a:t>Filter Applied</a:t>
                      </a:r>
                    </a:p>
                  </a:txBody>
                  <a:tcPr/>
                </a:tc>
                <a:tc>
                  <a:txBody>
                    <a:bodyPr/>
                    <a:lstStyle/>
                    <a:p>
                      <a:r>
                        <a:rPr lang="en-US" sz="1400"/>
                        <a:t>Justification</a:t>
                      </a:r>
                    </a:p>
                  </a:txBody>
                  <a:tcPr/>
                </a:tc>
                <a:extLst>
                  <a:ext uri="{0D108BD9-81ED-4DB2-BD59-A6C34878D82A}">
                    <a16:rowId xmlns:a16="http://schemas.microsoft.com/office/drawing/2014/main" val="2510765132"/>
                  </a:ext>
                </a:extLst>
              </a:tr>
              <a:tr h="370840">
                <a:tc>
                  <a:txBody>
                    <a:bodyPr/>
                    <a:lstStyle/>
                    <a:p>
                      <a:r>
                        <a:rPr lang="en-US" sz="1400"/>
                        <a:t>Exclude EPC providers</a:t>
                      </a:r>
                    </a:p>
                  </a:txBody>
                  <a:tcPr/>
                </a:tc>
                <a:tc>
                  <a:txBody>
                    <a:bodyPr/>
                    <a:lstStyle/>
                    <a:p>
                      <a:r>
                        <a:rPr lang="en-US" sz="1400" b="0" i="0" kern="1200">
                          <a:solidFill>
                            <a:schemeClr val="dk1"/>
                          </a:solidFill>
                          <a:effectLst/>
                          <a:latin typeface="+mn-lt"/>
                          <a:ea typeface="+mn-ea"/>
                          <a:cs typeface="+mn-cs"/>
                        </a:rPr>
                        <a:t>Restricts the dataset to non-EPC providers, since EPC opt-in decisions follow different dynamics.</a:t>
                      </a:r>
                      <a:endParaRPr lang="en-US" sz="1400"/>
                    </a:p>
                  </a:txBody>
                  <a:tcPr/>
                </a:tc>
                <a:extLst>
                  <a:ext uri="{0D108BD9-81ED-4DB2-BD59-A6C34878D82A}">
                    <a16:rowId xmlns:a16="http://schemas.microsoft.com/office/drawing/2014/main" val="3770189298"/>
                  </a:ext>
                </a:extLst>
              </a:tr>
              <a:tr h="370840">
                <a:tc>
                  <a:txBody>
                    <a:bodyPr/>
                    <a:lstStyle/>
                    <a:p>
                      <a:r>
                        <a:rPr lang="en-US" sz="1400"/>
                        <a:t>Only include Providers with at least one cheque payment</a:t>
                      </a:r>
                    </a:p>
                  </a:txBody>
                  <a:tcPr/>
                </a:tc>
                <a:tc>
                  <a:txBody>
                    <a:bodyPr/>
                    <a:lstStyle/>
                    <a:p>
                      <a:r>
                        <a:rPr lang="en-US" sz="1400" b="0" i="0" kern="1200">
                          <a:solidFill>
                            <a:schemeClr val="dk1"/>
                          </a:solidFill>
                          <a:effectLst/>
                          <a:latin typeface="+mn-lt"/>
                          <a:ea typeface="+mn-ea"/>
                          <a:cs typeface="+mn-cs"/>
                        </a:rPr>
                        <a:t>Excludes providers ineligible for ACH opt-in (those who don't receive paper checks).</a:t>
                      </a:r>
                      <a:endParaRPr lang="en-US" sz="1400"/>
                    </a:p>
                  </a:txBody>
                  <a:tcPr/>
                </a:tc>
                <a:extLst>
                  <a:ext uri="{0D108BD9-81ED-4DB2-BD59-A6C34878D82A}">
                    <a16:rowId xmlns:a16="http://schemas.microsoft.com/office/drawing/2014/main" val="1471342779"/>
                  </a:ext>
                </a:extLst>
              </a:tr>
              <a:tr h="370840">
                <a:tc>
                  <a:txBody>
                    <a:bodyPr/>
                    <a:lstStyle/>
                    <a:p>
                      <a:r>
                        <a:rPr lang="en-US" sz="1400"/>
                        <a:t>Minimum 90- day observation window</a:t>
                      </a:r>
                    </a:p>
                  </a:txBody>
                  <a:tcPr/>
                </a:tc>
                <a:tc>
                  <a:txBody>
                    <a:bodyPr/>
                    <a:lstStyle/>
                    <a:p>
                      <a:r>
                        <a:rPr lang="en-US" sz="1400" b="0" i="0" kern="1200">
                          <a:solidFill>
                            <a:schemeClr val="dk1"/>
                          </a:solidFill>
                          <a:effectLst/>
                          <a:latin typeface="+mn-lt"/>
                          <a:ea typeface="+mn-ea"/>
                          <a:cs typeface="+mn-cs"/>
                        </a:rPr>
                        <a:t>Ensures every provider had sufficient time to make an opt-in decision.</a:t>
                      </a:r>
                      <a:endParaRPr lang="en-US" sz="1400"/>
                    </a:p>
                  </a:txBody>
                  <a:tcPr/>
                </a:tc>
                <a:extLst>
                  <a:ext uri="{0D108BD9-81ED-4DB2-BD59-A6C34878D82A}">
                    <a16:rowId xmlns:a16="http://schemas.microsoft.com/office/drawing/2014/main" val="3316757034"/>
                  </a:ext>
                </a:extLst>
              </a:tr>
            </a:tbl>
          </a:graphicData>
        </a:graphic>
      </p:graphicFrame>
      <p:sp>
        <p:nvSpPr>
          <p:cNvPr id="4" name="Text Placeholder 3">
            <a:extLst>
              <a:ext uri="{FF2B5EF4-FFF2-40B4-BE49-F238E27FC236}">
                <a16:creationId xmlns:a16="http://schemas.microsoft.com/office/drawing/2014/main" id="{77028FB6-5DCC-948B-2615-1ABEA1F6106C}"/>
              </a:ext>
            </a:extLst>
          </p:cNvPr>
          <p:cNvSpPr>
            <a:spLocks noGrp="1"/>
          </p:cNvSpPr>
          <p:nvPr>
            <p:ph type="body" sz="quarter" idx="13"/>
          </p:nvPr>
        </p:nvSpPr>
        <p:spPr/>
        <p:txBody>
          <a:bodyPr/>
          <a:lstStyle/>
          <a:p>
            <a:r>
              <a:rPr lang="en-US" sz="2400"/>
              <a:t>Data Filters</a:t>
            </a:r>
          </a:p>
        </p:txBody>
      </p:sp>
    </p:spTree>
    <p:extLst>
      <p:ext uri="{BB962C8B-B14F-4D97-AF65-F5344CB8AC3E}">
        <p14:creationId xmlns:p14="http://schemas.microsoft.com/office/powerpoint/2010/main" val="32516628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EEFB6-D327-C427-7F36-4BE1C65752B6}"/>
              </a:ext>
            </a:extLst>
          </p:cNvPr>
          <p:cNvSpPr>
            <a:spLocks noGrp="1"/>
          </p:cNvSpPr>
          <p:nvPr>
            <p:ph type="title"/>
          </p:nvPr>
        </p:nvSpPr>
        <p:spPr/>
        <p:txBody>
          <a:bodyPr/>
          <a:lstStyle/>
          <a:p>
            <a:r>
              <a:rPr lang="en-US"/>
              <a:t>The Best Performing ML Model</a:t>
            </a:r>
          </a:p>
        </p:txBody>
      </p:sp>
      <p:graphicFrame>
        <p:nvGraphicFramePr>
          <p:cNvPr id="5" name="Content Placeholder 4">
            <a:extLst>
              <a:ext uri="{FF2B5EF4-FFF2-40B4-BE49-F238E27FC236}">
                <a16:creationId xmlns:a16="http://schemas.microsoft.com/office/drawing/2014/main" id="{689293FA-A8BB-8338-DD52-C2BFA94B828E}"/>
              </a:ext>
            </a:extLst>
          </p:cNvPr>
          <p:cNvGraphicFramePr>
            <a:graphicFrameLocks noGrp="1"/>
          </p:cNvGraphicFramePr>
          <p:nvPr>
            <p:ph idx="1"/>
            <p:extLst>
              <p:ext uri="{D42A27DB-BD31-4B8C-83A1-F6EECF244321}">
                <p14:modId xmlns:p14="http://schemas.microsoft.com/office/powerpoint/2010/main" val="4282313678"/>
              </p:ext>
            </p:extLst>
          </p:nvPr>
        </p:nvGraphicFramePr>
        <p:xfrm>
          <a:off x="365760" y="2315165"/>
          <a:ext cx="11414760" cy="1787585"/>
        </p:xfrm>
        <a:graphic>
          <a:graphicData uri="http://schemas.openxmlformats.org/drawingml/2006/table">
            <a:tbl>
              <a:tblPr firstRow="1" bandRow="1">
                <a:tableStyleId>{5C22544A-7EE6-4342-B048-85BDC9FD1C3A}</a:tableStyleId>
              </a:tblPr>
              <a:tblGrid>
                <a:gridCol w="1776984">
                  <a:extLst>
                    <a:ext uri="{9D8B030D-6E8A-4147-A177-3AD203B41FA5}">
                      <a16:colId xmlns:a16="http://schemas.microsoft.com/office/drawing/2014/main" val="2802641167"/>
                    </a:ext>
                  </a:extLst>
                </a:gridCol>
                <a:gridCol w="813816">
                  <a:extLst>
                    <a:ext uri="{9D8B030D-6E8A-4147-A177-3AD203B41FA5}">
                      <a16:colId xmlns:a16="http://schemas.microsoft.com/office/drawing/2014/main" val="1331107070"/>
                    </a:ext>
                  </a:extLst>
                </a:gridCol>
                <a:gridCol w="768096">
                  <a:extLst>
                    <a:ext uri="{9D8B030D-6E8A-4147-A177-3AD203B41FA5}">
                      <a16:colId xmlns:a16="http://schemas.microsoft.com/office/drawing/2014/main" val="2755947351"/>
                    </a:ext>
                  </a:extLst>
                </a:gridCol>
                <a:gridCol w="896112">
                  <a:extLst>
                    <a:ext uri="{9D8B030D-6E8A-4147-A177-3AD203B41FA5}">
                      <a16:colId xmlns:a16="http://schemas.microsoft.com/office/drawing/2014/main" val="663224988"/>
                    </a:ext>
                  </a:extLst>
                </a:gridCol>
                <a:gridCol w="850392">
                  <a:extLst>
                    <a:ext uri="{9D8B030D-6E8A-4147-A177-3AD203B41FA5}">
                      <a16:colId xmlns:a16="http://schemas.microsoft.com/office/drawing/2014/main" val="3246610611"/>
                    </a:ext>
                  </a:extLst>
                </a:gridCol>
                <a:gridCol w="704088">
                  <a:extLst>
                    <a:ext uri="{9D8B030D-6E8A-4147-A177-3AD203B41FA5}">
                      <a16:colId xmlns:a16="http://schemas.microsoft.com/office/drawing/2014/main" val="2006544336"/>
                    </a:ext>
                  </a:extLst>
                </a:gridCol>
                <a:gridCol w="667512">
                  <a:extLst>
                    <a:ext uri="{9D8B030D-6E8A-4147-A177-3AD203B41FA5}">
                      <a16:colId xmlns:a16="http://schemas.microsoft.com/office/drawing/2014/main" val="755985992"/>
                    </a:ext>
                  </a:extLst>
                </a:gridCol>
                <a:gridCol w="1152144">
                  <a:extLst>
                    <a:ext uri="{9D8B030D-6E8A-4147-A177-3AD203B41FA5}">
                      <a16:colId xmlns:a16="http://schemas.microsoft.com/office/drawing/2014/main" val="3322615335"/>
                    </a:ext>
                  </a:extLst>
                </a:gridCol>
                <a:gridCol w="1499616">
                  <a:extLst>
                    <a:ext uri="{9D8B030D-6E8A-4147-A177-3AD203B41FA5}">
                      <a16:colId xmlns:a16="http://schemas.microsoft.com/office/drawing/2014/main" val="2667554631"/>
                    </a:ext>
                  </a:extLst>
                </a:gridCol>
                <a:gridCol w="1014984">
                  <a:extLst>
                    <a:ext uri="{9D8B030D-6E8A-4147-A177-3AD203B41FA5}">
                      <a16:colId xmlns:a16="http://schemas.microsoft.com/office/drawing/2014/main" val="265603291"/>
                    </a:ext>
                  </a:extLst>
                </a:gridCol>
                <a:gridCol w="1271016">
                  <a:extLst>
                    <a:ext uri="{9D8B030D-6E8A-4147-A177-3AD203B41FA5}">
                      <a16:colId xmlns:a16="http://schemas.microsoft.com/office/drawing/2014/main" val="2893530262"/>
                    </a:ext>
                  </a:extLst>
                </a:gridCol>
              </a:tblGrid>
              <a:tr h="656795">
                <a:tc>
                  <a:txBody>
                    <a:bodyPr/>
                    <a:lstStyle/>
                    <a:p>
                      <a:pPr algn="just" fontAlgn="b">
                        <a:buNone/>
                      </a:pPr>
                      <a:r>
                        <a:rPr lang="en-US" sz="1400" b="1" u="none" strike="noStrike" baseline="0">
                          <a:solidFill>
                            <a:schemeClr val="bg1"/>
                          </a:solidFill>
                          <a:effectLst/>
                        </a:rPr>
                        <a:t>Model Name</a:t>
                      </a:r>
                      <a:endParaRPr lang="en-US" sz="1400" b="1" i="0" u="none" strike="noStrike" baseline="0">
                        <a:solidFill>
                          <a:schemeClr val="bg1"/>
                        </a:solidFill>
                        <a:effectLst/>
                        <a:latin typeface="Aptos Narrow" panose="020B0004020202020204" pitchFamily="34" charset="0"/>
                      </a:endParaRPr>
                    </a:p>
                  </a:txBody>
                  <a:tcPr marL="3702" marR="3702" marT="3702" marB="0" anchor="b">
                    <a:solidFill>
                      <a:schemeClr val="accent1"/>
                    </a:solidFill>
                  </a:tcPr>
                </a:tc>
                <a:tc>
                  <a:txBody>
                    <a:bodyPr/>
                    <a:lstStyle/>
                    <a:p>
                      <a:pPr algn="just" fontAlgn="b">
                        <a:buNone/>
                      </a:pPr>
                      <a:r>
                        <a:rPr lang="en-US" sz="1400" b="1" u="none" strike="noStrike" baseline="0">
                          <a:solidFill>
                            <a:schemeClr val="bg1"/>
                          </a:solidFill>
                          <a:effectLst/>
                        </a:rPr>
                        <a:t>Dataset</a:t>
                      </a:r>
                      <a:endParaRPr lang="en-US" sz="1400" b="1" i="0" u="none" strike="noStrike" baseline="0">
                        <a:solidFill>
                          <a:schemeClr val="bg1"/>
                        </a:solidFill>
                        <a:effectLst/>
                        <a:latin typeface="Aptos Narrow" panose="020B0004020202020204" pitchFamily="34" charset="0"/>
                      </a:endParaRPr>
                    </a:p>
                  </a:txBody>
                  <a:tcPr marL="3702" marR="3702" marT="3702" marB="0" anchor="b">
                    <a:solidFill>
                      <a:schemeClr val="accent1"/>
                    </a:solidFill>
                  </a:tcPr>
                </a:tc>
                <a:tc>
                  <a:txBody>
                    <a:bodyPr/>
                    <a:lstStyle/>
                    <a:p>
                      <a:pPr algn="just" fontAlgn="b">
                        <a:buNone/>
                      </a:pPr>
                      <a:r>
                        <a:rPr lang="en-US" sz="1400" b="1" u="none" strike="noStrike" baseline="0">
                          <a:solidFill>
                            <a:schemeClr val="bg1"/>
                          </a:solidFill>
                          <a:effectLst/>
                        </a:rPr>
                        <a:t>AUC</a:t>
                      </a:r>
                      <a:endParaRPr lang="en-US" sz="1400" b="1" i="0" u="none" strike="noStrike" baseline="0">
                        <a:solidFill>
                          <a:schemeClr val="bg1"/>
                        </a:solidFill>
                        <a:effectLst/>
                        <a:latin typeface="Aptos Narrow" panose="020B0004020202020204" pitchFamily="34" charset="0"/>
                      </a:endParaRPr>
                    </a:p>
                  </a:txBody>
                  <a:tcPr marL="3702" marR="3702" marT="3702" marB="0" anchor="b">
                    <a:solidFill>
                      <a:schemeClr val="accent1"/>
                    </a:solidFill>
                  </a:tcPr>
                </a:tc>
                <a:tc>
                  <a:txBody>
                    <a:bodyPr/>
                    <a:lstStyle/>
                    <a:p>
                      <a:pPr algn="just" fontAlgn="b">
                        <a:buNone/>
                      </a:pPr>
                      <a:r>
                        <a:rPr lang="en-US" sz="1400" b="1" u="none" strike="noStrike" baseline="0">
                          <a:solidFill>
                            <a:schemeClr val="bg1"/>
                          </a:solidFill>
                          <a:effectLst/>
                        </a:rPr>
                        <a:t>Accuracy</a:t>
                      </a:r>
                      <a:endParaRPr lang="en-US" sz="1400" b="1" i="0" u="none" strike="noStrike" baseline="0">
                        <a:solidFill>
                          <a:schemeClr val="bg1"/>
                        </a:solidFill>
                        <a:effectLst/>
                        <a:latin typeface="Aptos Narrow" panose="020B0004020202020204" pitchFamily="34" charset="0"/>
                      </a:endParaRPr>
                    </a:p>
                  </a:txBody>
                  <a:tcPr marL="3702" marR="3702" marT="3702" marB="0" anchor="b">
                    <a:solidFill>
                      <a:schemeClr val="accent1"/>
                    </a:solidFill>
                  </a:tcPr>
                </a:tc>
                <a:tc>
                  <a:txBody>
                    <a:bodyPr/>
                    <a:lstStyle/>
                    <a:p>
                      <a:pPr algn="just" fontAlgn="b">
                        <a:buNone/>
                      </a:pPr>
                      <a:r>
                        <a:rPr lang="en-US" sz="1400" b="1" u="none" strike="noStrike" baseline="0">
                          <a:solidFill>
                            <a:schemeClr val="bg1"/>
                          </a:solidFill>
                          <a:effectLst/>
                        </a:rPr>
                        <a:t>Precision</a:t>
                      </a:r>
                      <a:endParaRPr lang="en-US" sz="1400" b="1" i="0" u="none" strike="noStrike" baseline="0">
                        <a:solidFill>
                          <a:schemeClr val="bg1"/>
                        </a:solidFill>
                        <a:effectLst/>
                        <a:latin typeface="Aptos Narrow" panose="020B0004020202020204" pitchFamily="34" charset="0"/>
                      </a:endParaRPr>
                    </a:p>
                  </a:txBody>
                  <a:tcPr marL="3702" marR="3702" marT="3702" marB="0" anchor="b">
                    <a:solidFill>
                      <a:schemeClr val="accent1"/>
                    </a:solidFill>
                  </a:tcPr>
                </a:tc>
                <a:tc>
                  <a:txBody>
                    <a:bodyPr/>
                    <a:lstStyle/>
                    <a:p>
                      <a:pPr algn="just" fontAlgn="b">
                        <a:buNone/>
                      </a:pPr>
                      <a:r>
                        <a:rPr lang="en-US" sz="1400" b="1" u="none" strike="noStrike" baseline="0">
                          <a:solidFill>
                            <a:schemeClr val="bg1"/>
                          </a:solidFill>
                          <a:effectLst/>
                        </a:rPr>
                        <a:t>Recall</a:t>
                      </a:r>
                      <a:endParaRPr lang="en-US" sz="1400" b="1" i="0" u="none" strike="noStrike" baseline="0">
                        <a:solidFill>
                          <a:schemeClr val="bg1"/>
                        </a:solidFill>
                        <a:effectLst/>
                        <a:latin typeface="Aptos Narrow" panose="020B0004020202020204" pitchFamily="34" charset="0"/>
                      </a:endParaRPr>
                    </a:p>
                  </a:txBody>
                  <a:tcPr marL="3702" marR="3702" marT="3702" marB="0" anchor="b">
                    <a:solidFill>
                      <a:schemeClr val="accent1"/>
                    </a:solidFill>
                  </a:tcPr>
                </a:tc>
                <a:tc>
                  <a:txBody>
                    <a:bodyPr/>
                    <a:lstStyle/>
                    <a:p>
                      <a:pPr algn="just" fontAlgn="b">
                        <a:buNone/>
                      </a:pPr>
                      <a:r>
                        <a:rPr lang="en-US" sz="1400" b="1" u="none" strike="noStrike" baseline="0">
                          <a:solidFill>
                            <a:schemeClr val="bg1"/>
                          </a:solidFill>
                          <a:effectLst/>
                        </a:rPr>
                        <a:t>F1</a:t>
                      </a:r>
                      <a:endParaRPr lang="en-US" sz="1400" b="1" i="0" u="none" strike="noStrike" baseline="0">
                        <a:solidFill>
                          <a:schemeClr val="bg1"/>
                        </a:solidFill>
                        <a:effectLst/>
                        <a:latin typeface="Aptos Narrow" panose="020B0004020202020204" pitchFamily="34" charset="0"/>
                      </a:endParaRPr>
                    </a:p>
                  </a:txBody>
                  <a:tcPr marL="3702" marR="3702" marT="3702" marB="0" anchor="b">
                    <a:solidFill>
                      <a:schemeClr val="accent1"/>
                    </a:solidFill>
                  </a:tcPr>
                </a:tc>
                <a:tc>
                  <a:txBody>
                    <a:bodyPr/>
                    <a:lstStyle/>
                    <a:p>
                      <a:pPr algn="just" fontAlgn="b">
                        <a:buNone/>
                      </a:pPr>
                      <a:r>
                        <a:rPr lang="en-US" sz="1400" b="1" u="none" strike="noStrike" baseline="0">
                          <a:solidFill>
                            <a:schemeClr val="bg1"/>
                          </a:solidFill>
                          <a:effectLst/>
                        </a:rPr>
                        <a:t>Decile-1  Capture %</a:t>
                      </a:r>
                      <a:endParaRPr lang="en-US" sz="1400" b="1" i="0" u="none" strike="noStrike" baseline="0">
                        <a:solidFill>
                          <a:schemeClr val="bg1"/>
                        </a:solidFill>
                        <a:effectLst/>
                        <a:latin typeface="Aptos Narrow" panose="020B0004020202020204" pitchFamily="34" charset="0"/>
                      </a:endParaRPr>
                    </a:p>
                  </a:txBody>
                  <a:tcPr marL="3702" marR="3702" marT="3702" marB="0" anchor="b">
                    <a:solidFill>
                      <a:schemeClr val="accent1"/>
                    </a:solidFill>
                  </a:tcPr>
                </a:tc>
                <a:tc>
                  <a:txBody>
                    <a:bodyPr/>
                    <a:lstStyle/>
                    <a:p>
                      <a:pPr algn="just" fontAlgn="b">
                        <a:buNone/>
                      </a:pPr>
                      <a:r>
                        <a:rPr lang="en-US" sz="1400" b="1" u="none" strike="noStrike" baseline="0">
                          <a:solidFill>
                            <a:schemeClr val="bg1"/>
                          </a:solidFill>
                          <a:effectLst/>
                        </a:rPr>
                        <a:t>Decile-2  Capture %</a:t>
                      </a:r>
                      <a:endParaRPr lang="en-US" sz="1400" b="1" i="0" u="none" strike="noStrike" baseline="0">
                        <a:solidFill>
                          <a:schemeClr val="bg1"/>
                        </a:solidFill>
                        <a:effectLst/>
                        <a:latin typeface="Aptos Narrow" panose="020B0004020202020204" pitchFamily="34" charset="0"/>
                      </a:endParaRPr>
                    </a:p>
                  </a:txBody>
                  <a:tcPr marL="3702" marR="3702" marT="3702" marB="0" anchor="b">
                    <a:solidFill>
                      <a:schemeClr val="accent1"/>
                    </a:solidFill>
                  </a:tcPr>
                </a:tc>
                <a:tc>
                  <a:txBody>
                    <a:bodyPr/>
                    <a:lstStyle/>
                    <a:p>
                      <a:pPr algn="just" fontAlgn="b">
                        <a:buNone/>
                      </a:pPr>
                      <a:r>
                        <a:rPr lang="en-US" sz="1400" b="1" u="none" strike="noStrike" baseline="0">
                          <a:solidFill>
                            <a:schemeClr val="bg1"/>
                          </a:solidFill>
                          <a:effectLst/>
                        </a:rPr>
                        <a:t>Decile-3  Capture %</a:t>
                      </a:r>
                      <a:endParaRPr lang="en-US" sz="1400" b="1" i="0" u="none" strike="noStrike" baseline="0">
                        <a:solidFill>
                          <a:schemeClr val="bg1"/>
                        </a:solidFill>
                        <a:effectLst/>
                        <a:latin typeface="Aptos Narrow" panose="020B0004020202020204" pitchFamily="34" charset="0"/>
                      </a:endParaRPr>
                    </a:p>
                  </a:txBody>
                  <a:tcPr marL="3702" marR="3702" marT="3702" marB="0" anchor="b">
                    <a:solidFill>
                      <a:schemeClr val="accent1"/>
                    </a:solidFill>
                  </a:tcPr>
                </a:tc>
                <a:tc>
                  <a:txBody>
                    <a:bodyPr/>
                    <a:lstStyle/>
                    <a:p>
                      <a:pPr algn="just" fontAlgn="b">
                        <a:buNone/>
                      </a:pPr>
                      <a:r>
                        <a:rPr lang="en-US" sz="1400" b="1" u="none" strike="noStrike" baseline="0">
                          <a:solidFill>
                            <a:schemeClr val="bg1"/>
                          </a:solidFill>
                          <a:effectLst/>
                        </a:rPr>
                        <a:t>Top 3 Deciles Capture %</a:t>
                      </a:r>
                      <a:endParaRPr lang="en-US" sz="1400" b="1" i="0" u="none" strike="noStrike" baseline="0">
                        <a:solidFill>
                          <a:schemeClr val="bg1"/>
                        </a:solidFill>
                        <a:effectLst/>
                        <a:latin typeface="Aptos Narrow" panose="020B0004020202020204" pitchFamily="34" charset="0"/>
                      </a:endParaRPr>
                    </a:p>
                  </a:txBody>
                  <a:tcPr marL="3702" marR="3702" marT="3702" marB="0" anchor="b">
                    <a:solidFill>
                      <a:schemeClr val="accent1"/>
                    </a:solidFill>
                  </a:tcPr>
                </a:tc>
                <a:extLst>
                  <a:ext uri="{0D108BD9-81ED-4DB2-BD59-A6C34878D82A}">
                    <a16:rowId xmlns:a16="http://schemas.microsoft.com/office/drawing/2014/main" val="2353380246"/>
                  </a:ext>
                </a:extLst>
              </a:tr>
              <a:tr h="376930">
                <a:tc>
                  <a:txBody>
                    <a:bodyPr/>
                    <a:lstStyle/>
                    <a:p>
                      <a:pPr algn="just" fontAlgn="b">
                        <a:buNone/>
                      </a:pPr>
                      <a:r>
                        <a:rPr lang="en-US" sz="1200" u="none" strike="noStrike" baseline="0">
                          <a:effectLst/>
                        </a:rPr>
                        <a:t>XGBClassifier</a:t>
                      </a:r>
                      <a:endParaRPr lang="en-US" sz="1200" b="0" i="0" u="none" strike="noStrike" baseline="0">
                        <a:solidFill>
                          <a:srgbClr val="000000"/>
                        </a:solidFill>
                        <a:effectLst/>
                        <a:latin typeface="Aptos Narrow" panose="020B0004020202020204" pitchFamily="34" charset="0"/>
                      </a:endParaRPr>
                    </a:p>
                  </a:txBody>
                  <a:tcPr marL="3702" marR="3702" marT="3702" marB="0" anchor="b"/>
                </a:tc>
                <a:tc>
                  <a:txBody>
                    <a:bodyPr/>
                    <a:lstStyle/>
                    <a:p>
                      <a:pPr algn="just" fontAlgn="b">
                        <a:buNone/>
                      </a:pPr>
                      <a:r>
                        <a:rPr lang="en-US" sz="1200" u="none" strike="noStrike" baseline="0">
                          <a:effectLst/>
                        </a:rPr>
                        <a:t>Train</a:t>
                      </a:r>
                      <a:endParaRPr lang="en-US" sz="1200" b="0" i="0" u="none" strike="noStrike" baseline="0">
                        <a:solidFill>
                          <a:srgbClr val="000000"/>
                        </a:solidFill>
                        <a:effectLst/>
                        <a:latin typeface="Aptos Narrow" panose="020B0004020202020204" pitchFamily="34" charset="0"/>
                      </a:endParaRPr>
                    </a:p>
                  </a:txBody>
                  <a:tcPr marL="3702" marR="3702" marT="3702" marB="0" anchor="b"/>
                </a:tc>
                <a:tc>
                  <a:txBody>
                    <a:bodyPr/>
                    <a:lstStyle/>
                    <a:p>
                      <a:pPr algn="just" fontAlgn="b">
                        <a:buNone/>
                      </a:pPr>
                      <a:r>
                        <a:rPr lang="en-US" sz="1200" u="none" strike="noStrike" baseline="0">
                          <a:effectLst/>
                        </a:rPr>
                        <a:t>0.8957</a:t>
                      </a:r>
                      <a:endParaRPr lang="en-US" sz="1200" b="0" i="0" u="none" strike="noStrike" baseline="0">
                        <a:solidFill>
                          <a:srgbClr val="000000"/>
                        </a:solidFill>
                        <a:effectLst/>
                        <a:latin typeface="Aptos Narrow" panose="020B0004020202020204" pitchFamily="34" charset="0"/>
                      </a:endParaRPr>
                    </a:p>
                  </a:txBody>
                  <a:tcPr marL="3702" marR="3702" marT="3702" marB="0" anchor="b"/>
                </a:tc>
                <a:tc>
                  <a:txBody>
                    <a:bodyPr/>
                    <a:lstStyle/>
                    <a:p>
                      <a:pPr algn="just" fontAlgn="b">
                        <a:buNone/>
                      </a:pPr>
                      <a:r>
                        <a:rPr lang="en-US" sz="1200" u="none" strike="noStrike" baseline="0">
                          <a:effectLst/>
                        </a:rPr>
                        <a:t>0.6814</a:t>
                      </a:r>
                      <a:endParaRPr lang="en-US" sz="1200" b="0" i="0" u="none" strike="noStrike" baseline="0">
                        <a:solidFill>
                          <a:srgbClr val="000000"/>
                        </a:solidFill>
                        <a:effectLst/>
                        <a:latin typeface="Aptos Narrow" panose="020B0004020202020204" pitchFamily="34" charset="0"/>
                      </a:endParaRPr>
                    </a:p>
                  </a:txBody>
                  <a:tcPr marL="3702" marR="3702" marT="3702" marB="0" anchor="b"/>
                </a:tc>
                <a:tc>
                  <a:txBody>
                    <a:bodyPr/>
                    <a:lstStyle/>
                    <a:p>
                      <a:pPr algn="just" fontAlgn="b">
                        <a:buNone/>
                      </a:pPr>
                      <a:r>
                        <a:rPr lang="en-US" sz="1200" u="none" strike="noStrike" baseline="0">
                          <a:effectLst/>
                        </a:rPr>
                        <a:t>0.003</a:t>
                      </a:r>
                      <a:endParaRPr lang="en-US" sz="1200" b="0" i="0" u="none" strike="noStrike" baseline="0">
                        <a:solidFill>
                          <a:srgbClr val="000000"/>
                        </a:solidFill>
                        <a:effectLst/>
                        <a:latin typeface="Aptos Narrow" panose="020B0004020202020204" pitchFamily="34" charset="0"/>
                      </a:endParaRPr>
                    </a:p>
                  </a:txBody>
                  <a:tcPr marL="3702" marR="3702" marT="3702" marB="0" anchor="b"/>
                </a:tc>
                <a:tc>
                  <a:txBody>
                    <a:bodyPr/>
                    <a:lstStyle/>
                    <a:p>
                      <a:pPr algn="just" fontAlgn="b">
                        <a:buNone/>
                      </a:pPr>
                      <a:r>
                        <a:rPr lang="en-US" sz="1200" u="none" strike="noStrike" baseline="0">
                          <a:effectLst/>
                        </a:rPr>
                        <a:t>0.9498</a:t>
                      </a:r>
                      <a:endParaRPr lang="en-US" sz="1200" b="0" i="0" u="none" strike="noStrike" baseline="0">
                        <a:solidFill>
                          <a:srgbClr val="000000"/>
                        </a:solidFill>
                        <a:effectLst/>
                        <a:latin typeface="Aptos Narrow" panose="020B0004020202020204" pitchFamily="34" charset="0"/>
                      </a:endParaRPr>
                    </a:p>
                  </a:txBody>
                  <a:tcPr marL="3702" marR="3702" marT="3702" marB="0" anchor="b"/>
                </a:tc>
                <a:tc>
                  <a:txBody>
                    <a:bodyPr/>
                    <a:lstStyle/>
                    <a:p>
                      <a:pPr algn="just" fontAlgn="b">
                        <a:buNone/>
                      </a:pPr>
                      <a:r>
                        <a:rPr lang="en-US" sz="1200" u="none" strike="noStrike" baseline="0">
                          <a:effectLst/>
                        </a:rPr>
                        <a:t>0.006</a:t>
                      </a:r>
                      <a:endParaRPr lang="en-US" sz="1200" b="0" i="0" u="none" strike="noStrike" baseline="0">
                        <a:solidFill>
                          <a:srgbClr val="000000"/>
                        </a:solidFill>
                        <a:effectLst/>
                        <a:latin typeface="Aptos Narrow" panose="020B0004020202020204" pitchFamily="34" charset="0"/>
                      </a:endParaRPr>
                    </a:p>
                  </a:txBody>
                  <a:tcPr marL="3702" marR="3702" marT="3702" marB="0" anchor="b"/>
                </a:tc>
                <a:tc>
                  <a:txBody>
                    <a:bodyPr/>
                    <a:lstStyle/>
                    <a:p>
                      <a:pPr algn="just" fontAlgn="b">
                        <a:buNone/>
                      </a:pPr>
                      <a:r>
                        <a:rPr lang="en-US" sz="1200" u="none" strike="noStrike" baseline="0">
                          <a:effectLst/>
                        </a:rPr>
                        <a:t>61.3281</a:t>
                      </a:r>
                      <a:endParaRPr lang="en-US" sz="1200" b="0" i="0" u="none" strike="noStrike" baseline="0">
                        <a:solidFill>
                          <a:srgbClr val="000000"/>
                        </a:solidFill>
                        <a:effectLst/>
                        <a:latin typeface="Aptos Narrow" panose="020B0004020202020204" pitchFamily="34" charset="0"/>
                      </a:endParaRPr>
                    </a:p>
                  </a:txBody>
                  <a:tcPr marL="3702" marR="3702" marT="3702" marB="0" anchor="b"/>
                </a:tc>
                <a:tc>
                  <a:txBody>
                    <a:bodyPr/>
                    <a:lstStyle/>
                    <a:p>
                      <a:pPr algn="just" fontAlgn="b">
                        <a:buNone/>
                      </a:pPr>
                      <a:r>
                        <a:rPr lang="en-US" sz="1200" u="none" strike="noStrike" baseline="0">
                          <a:effectLst/>
                        </a:rPr>
                        <a:t>22.1635</a:t>
                      </a:r>
                      <a:endParaRPr lang="en-US" sz="1200" b="0" i="0" u="none" strike="noStrike" baseline="0">
                        <a:solidFill>
                          <a:srgbClr val="000000"/>
                        </a:solidFill>
                        <a:effectLst/>
                        <a:latin typeface="Aptos Narrow" panose="020B0004020202020204" pitchFamily="34" charset="0"/>
                      </a:endParaRPr>
                    </a:p>
                  </a:txBody>
                  <a:tcPr marL="3702" marR="3702" marT="3702" marB="0" anchor="b"/>
                </a:tc>
                <a:tc>
                  <a:txBody>
                    <a:bodyPr/>
                    <a:lstStyle/>
                    <a:p>
                      <a:pPr algn="just" fontAlgn="b">
                        <a:buNone/>
                      </a:pPr>
                      <a:r>
                        <a:rPr lang="en-US" sz="1200" u="none" strike="noStrike" baseline="0">
                          <a:effectLst/>
                        </a:rPr>
                        <a:t>10.4071</a:t>
                      </a:r>
                      <a:endParaRPr lang="en-US" sz="1200" b="0" i="0" u="none" strike="noStrike" baseline="0">
                        <a:solidFill>
                          <a:srgbClr val="000000"/>
                        </a:solidFill>
                        <a:effectLst/>
                        <a:latin typeface="Aptos Narrow" panose="020B0004020202020204" pitchFamily="34" charset="0"/>
                      </a:endParaRPr>
                    </a:p>
                  </a:txBody>
                  <a:tcPr marL="3702" marR="3702" marT="3702" marB="0" anchor="b"/>
                </a:tc>
                <a:tc>
                  <a:txBody>
                    <a:bodyPr/>
                    <a:lstStyle/>
                    <a:p>
                      <a:pPr algn="just" fontAlgn="b">
                        <a:buNone/>
                      </a:pPr>
                      <a:r>
                        <a:rPr lang="en-US" sz="1200" u="none" strike="noStrike" baseline="0">
                          <a:effectLst/>
                        </a:rPr>
                        <a:t>93.8988</a:t>
                      </a:r>
                      <a:endParaRPr lang="en-US" sz="1200" b="0" i="0" u="none" strike="noStrike" baseline="0">
                        <a:solidFill>
                          <a:srgbClr val="000000"/>
                        </a:solidFill>
                        <a:effectLst/>
                        <a:latin typeface="Aptos Narrow" panose="020B0004020202020204" pitchFamily="34" charset="0"/>
                      </a:endParaRPr>
                    </a:p>
                  </a:txBody>
                  <a:tcPr marL="3702" marR="3702" marT="3702" marB="0" anchor="b"/>
                </a:tc>
                <a:extLst>
                  <a:ext uri="{0D108BD9-81ED-4DB2-BD59-A6C34878D82A}">
                    <a16:rowId xmlns:a16="http://schemas.microsoft.com/office/drawing/2014/main" val="850195602"/>
                  </a:ext>
                </a:extLst>
              </a:tr>
              <a:tr h="376930">
                <a:tc>
                  <a:txBody>
                    <a:bodyPr/>
                    <a:lstStyle/>
                    <a:p>
                      <a:pPr algn="just" fontAlgn="b">
                        <a:buNone/>
                      </a:pPr>
                      <a:r>
                        <a:rPr lang="en-US" sz="1200" u="none" strike="noStrike" baseline="0">
                          <a:effectLst/>
                        </a:rPr>
                        <a:t>XGBClassifier</a:t>
                      </a:r>
                      <a:endParaRPr lang="en-US" sz="1200" b="0" i="0" u="none" strike="noStrike" baseline="0">
                        <a:solidFill>
                          <a:srgbClr val="000000"/>
                        </a:solidFill>
                        <a:effectLst/>
                        <a:latin typeface="Aptos Narrow" panose="020B0004020202020204" pitchFamily="34" charset="0"/>
                      </a:endParaRPr>
                    </a:p>
                  </a:txBody>
                  <a:tcPr marL="3702" marR="3702" marT="3702" marB="0" anchor="b"/>
                </a:tc>
                <a:tc>
                  <a:txBody>
                    <a:bodyPr/>
                    <a:lstStyle/>
                    <a:p>
                      <a:pPr algn="just" fontAlgn="b">
                        <a:buNone/>
                      </a:pPr>
                      <a:r>
                        <a:rPr lang="en-US" sz="1200" u="none" strike="noStrike" baseline="0">
                          <a:effectLst/>
                        </a:rPr>
                        <a:t>Validation</a:t>
                      </a:r>
                      <a:endParaRPr lang="en-US" sz="1200" b="0" i="0" u="none" strike="noStrike" baseline="0">
                        <a:solidFill>
                          <a:srgbClr val="000000"/>
                        </a:solidFill>
                        <a:effectLst/>
                        <a:latin typeface="Aptos Narrow" panose="020B0004020202020204" pitchFamily="34" charset="0"/>
                      </a:endParaRPr>
                    </a:p>
                  </a:txBody>
                  <a:tcPr marL="3702" marR="3702" marT="3702" marB="0" anchor="b"/>
                </a:tc>
                <a:tc>
                  <a:txBody>
                    <a:bodyPr/>
                    <a:lstStyle/>
                    <a:p>
                      <a:pPr algn="just" fontAlgn="b">
                        <a:buNone/>
                      </a:pPr>
                      <a:r>
                        <a:rPr lang="en-US" sz="1200" u="none" strike="noStrike" baseline="0">
                          <a:effectLst/>
                        </a:rPr>
                        <a:t>0.9229</a:t>
                      </a:r>
                      <a:endParaRPr lang="en-US" sz="1200" b="0" i="0" u="none" strike="noStrike" baseline="0">
                        <a:solidFill>
                          <a:srgbClr val="000000"/>
                        </a:solidFill>
                        <a:effectLst/>
                        <a:latin typeface="Aptos Narrow" panose="020B0004020202020204" pitchFamily="34" charset="0"/>
                      </a:endParaRPr>
                    </a:p>
                  </a:txBody>
                  <a:tcPr marL="3702" marR="3702" marT="3702" marB="0" anchor="b"/>
                </a:tc>
                <a:tc>
                  <a:txBody>
                    <a:bodyPr/>
                    <a:lstStyle/>
                    <a:p>
                      <a:pPr algn="just" fontAlgn="b">
                        <a:buNone/>
                      </a:pPr>
                      <a:r>
                        <a:rPr lang="en-US" sz="1200" u="none" strike="noStrike" baseline="0">
                          <a:effectLst/>
                        </a:rPr>
                        <a:t>0.6808</a:t>
                      </a:r>
                      <a:endParaRPr lang="en-US" sz="1200" b="0" i="0" u="none" strike="noStrike" baseline="0">
                        <a:solidFill>
                          <a:srgbClr val="000000"/>
                        </a:solidFill>
                        <a:effectLst/>
                        <a:latin typeface="Aptos Narrow" panose="020B0004020202020204" pitchFamily="34" charset="0"/>
                      </a:endParaRPr>
                    </a:p>
                  </a:txBody>
                  <a:tcPr marL="3702" marR="3702" marT="3702" marB="0" anchor="b"/>
                </a:tc>
                <a:tc>
                  <a:txBody>
                    <a:bodyPr/>
                    <a:lstStyle/>
                    <a:p>
                      <a:pPr algn="just" fontAlgn="b">
                        <a:buNone/>
                      </a:pPr>
                      <a:r>
                        <a:rPr lang="en-US" sz="1200" u="none" strike="noStrike" baseline="0">
                          <a:effectLst/>
                        </a:rPr>
                        <a:t>0.0047</a:t>
                      </a:r>
                      <a:endParaRPr lang="en-US" sz="1200" b="0" i="0" u="none" strike="noStrike" baseline="0">
                        <a:solidFill>
                          <a:srgbClr val="000000"/>
                        </a:solidFill>
                        <a:effectLst/>
                        <a:latin typeface="Aptos Narrow" panose="020B0004020202020204" pitchFamily="34" charset="0"/>
                      </a:endParaRPr>
                    </a:p>
                  </a:txBody>
                  <a:tcPr marL="3702" marR="3702" marT="3702" marB="0" anchor="b"/>
                </a:tc>
                <a:tc>
                  <a:txBody>
                    <a:bodyPr/>
                    <a:lstStyle/>
                    <a:p>
                      <a:pPr algn="just" fontAlgn="b">
                        <a:buNone/>
                      </a:pPr>
                      <a:r>
                        <a:rPr lang="en-US" sz="1200" u="none" strike="noStrike" baseline="0">
                          <a:effectLst/>
                        </a:rPr>
                        <a:t>0.9741</a:t>
                      </a:r>
                      <a:endParaRPr lang="en-US" sz="1200" b="0" i="0" u="none" strike="noStrike" baseline="0">
                        <a:solidFill>
                          <a:srgbClr val="000000"/>
                        </a:solidFill>
                        <a:effectLst/>
                        <a:latin typeface="Aptos Narrow" panose="020B0004020202020204" pitchFamily="34" charset="0"/>
                      </a:endParaRPr>
                    </a:p>
                  </a:txBody>
                  <a:tcPr marL="3702" marR="3702" marT="3702" marB="0" anchor="b"/>
                </a:tc>
                <a:tc>
                  <a:txBody>
                    <a:bodyPr/>
                    <a:lstStyle/>
                    <a:p>
                      <a:pPr algn="just" fontAlgn="b">
                        <a:buNone/>
                      </a:pPr>
                      <a:r>
                        <a:rPr lang="en-US" sz="1200" u="none" strike="noStrike" baseline="0">
                          <a:effectLst/>
                        </a:rPr>
                        <a:t>0.0093</a:t>
                      </a:r>
                      <a:endParaRPr lang="en-US" sz="1200" b="0" i="0" u="none" strike="noStrike" baseline="0">
                        <a:solidFill>
                          <a:srgbClr val="000000"/>
                        </a:solidFill>
                        <a:effectLst/>
                        <a:latin typeface="Aptos Narrow" panose="020B0004020202020204" pitchFamily="34" charset="0"/>
                      </a:endParaRPr>
                    </a:p>
                  </a:txBody>
                  <a:tcPr marL="3702" marR="3702" marT="3702" marB="0" anchor="b"/>
                </a:tc>
                <a:tc>
                  <a:txBody>
                    <a:bodyPr/>
                    <a:lstStyle/>
                    <a:p>
                      <a:pPr algn="just" fontAlgn="b">
                        <a:buNone/>
                      </a:pPr>
                      <a:r>
                        <a:rPr lang="en-US" sz="1200" u="none" strike="noStrike" baseline="0">
                          <a:effectLst/>
                        </a:rPr>
                        <a:t>71.5520</a:t>
                      </a:r>
                      <a:endParaRPr lang="en-US" sz="1200" b="0" i="0" u="none" strike="noStrike" baseline="0">
                        <a:solidFill>
                          <a:srgbClr val="000000"/>
                        </a:solidFill>
                        <a:effectLst/>
                        <a:latin typeface="Aptos Narrow" panose="020B0004020202020204" pitchFamily="34" charset="0"/>
                      </a:endParaRPr>
                    </a:p>
                  </a:txBody>
                  <a:tcPr marL="3702" marR="3702" marT="3702" marB="0" anchor="b"/>
                </a:tc>
                <a:tc>
                  <a:txBody>
                    <a:bodyPr/>
                    <a:lstStyle/>
                    <a:p>
                      <a:pPr algn="just" fontAlgn="b">
                        <a:buNone/>
                      </a:pPr>
                      <a:r>
                        <a:rPr lang="en-US" sz="1200" u="none" strike="noStrike" baseline="0">
                          <a:effectLst/>
                        </a:rPr>
                        <a:t>17.2482</a:t>
                      </a:r>
                      <a:endParaRPr lang="en-US" sz="1200" b="0" i="0" u="none" strike="noStrike" baseline="0">
                        <a:solidFill>
                          <a:srgbClr val="000000"/>
                        </a:solidFill>
                        <a:effectLst/>
                        <a:latin typeface="Aptos Narrow" panose="020B0004020202020204" pitchFamily="34" charset="0"/>
                      </a:endParaRPr>
                    </a:p>
                  </a:txBody>
                  <a:tcPr marL="3702" marR="3702" marT="3702" marB="0" anchor="b"/>
                </a:tc>
                <a:tc>
                  <a:txBody>
                    <a:bodyPr/>
                    <a:lstStyle/>
                    <a:p>
                      <a:pPr algn="just" fontAlgn="b">
                        <a:buNone/>
                      </a:pPr>
                      <a:r>
                        <a:rPr lang="en-US" sz="1200" u="none" strike="noStrike" baseline="0">
                          <a:effectLst/>
                        </a:rPr>
                        <a:t>7.4775</a:t>
                      </a:r>
                      <a:endParaRPr lang="en-US" sz="1200" b="0" i="0" u="none" strike="noStrike" baseline="0">
                        <a:solidFill>
                          <a:srgbClr val="000000"/>
                        </a:solidFill>
                        <a:effectLst/>
                        <a:latin typeface="Aptos Narrow" panose="020B0004020202020204" pitchFamily="34" charset="0"/>
                      </a:endParaRPr>
                    </a:p>
                  </a:txBody>
                  <a:tcPr marL="3702" marR="3702" marT="3702" marB="0" anchor="b"/>
                </a:tc>
                <a:tc>
                  <a:txBody>
                    <a:bodyPr/>
                    <a:lstStyle/>
                    <a:p>
                      <a:pPr algn="just" fontAlgn="b">
                        <a:buNone/>
                      </a:pPr>
                      <a:r>
                        <a:rPr lang="en-US" sz="1200" u="none" strike="noStrike" baseline="0">
                          <a:effectLst/>
                        </a:rPr>
                        <a:t>96.2778</a:t>
                      </a:r>
                      <a:endParaRPr lang="en-US" sz="1200" b="0" i="0" u="none" strike="noStrike" baseline="0">
                        <a:solidFill>
                          <a:srgbClr val="000000"/>
                        </a:solidFill>
                        <a:effectLst/>
                        <a:latin typeface="Aptos Narrow" panose="020B0004020202020204" pitchFamily="34" charset="0"/>
                      </a:endParaRPr>
                    </a:p>
                  </a:txBody>
                  <a:tcPr marL="3702" marR="3702" marT="3702" marB="0" anchor="b"/>
                </a:tc>
                <a:extLst>
                  <a:ext uri="{0D108BD9-81ED-4DB2-BD59-A6C34878D82A}">
                    <a16:rowId xmlns:a16="http://schemas.microsoft.com/office/drawing/2014/main" val="678065315"/>
                  </a:ext>
                </a:extLst>
              </a:tr>
              <a:tr h="376930">
                <a:tc>
                  <a:txBody>
                    <a:bodyPr/>
                    <a:lstStyle/>
                    <a:p>
                      <a:pPr algn="just" fontAlgn="b">
                        <a:buNone/>
                      </a:pPr>
                      <a:r>
                        <a:rPr lang="en-US" sz="1200" u="none" strike="noStrike" baseline="0">
                          <a:effectLst/>
                        </a:rPr>
                        <a:t>XGBClassifier</a:t>
                      </a:r>
                      <a:endParaRPr lang="en-US" sz="1200" b="0" i="0" u="none" strike="noStrike" baseline="0">
                        <a:solidFill>
                          <a:srgbClr val="000000"/>
                        </a:solidFill>
                        <a:effectLst/>
                        <a:latin typeface="Aptos Narrow" panose="020B0004020202020204" pitchFamily="34" charset="0"/>
                      </a:endParaRPr>
                    </a:p>
                  </a:txBody>
                  <a:tcPr marL="3702" marR="3702" marT="3702" marB="0" anchor="b"/>
                </a:tc>
                <a:tc>
                  <a:txBody>
                    <a:bodyPr/>
                    <a:lstStyle/>
                    <a:p>
                      <a:pPr algn="just" fontAlgn="b">
                        <a:buNone/>
                      </a:pPr>
                      <a:r>
                        <a:rPr lang="en-US" sz="1200" u="none" strike="noStrike" baseline="0">
                          <a:effectLst/>
                        </a:rPr>
                        <a:t>OOS</a:t>
                      </a:r>
                      <a:endParaRPr lang="en-US" sz="1200" b="0" i="0" u="none" strike="noStrike" baseline="0">
                        <a:solidFill>
                          <a:srgbClr val="000000"/>
                        </a:solidFill>
                        <a:effectLst/>
                        <a:latin typeface="Aptos Narrow" panose="020B0004020202020204" pitchFamily="34" charset="0"/>
                      </a:endParaRPr>
                    </a:p>
                  </a:txBody>
                  <a:tcPr marL="3702" marR="3702" marT="3702" marB="0" anchor="b"/>
                </a:tc>
                <a:tc>
                  <a:txBody>
                    <a:bodyPr/>
                    <a:lstStyle/>
                    <a:p>
                      <a:pPr algn="just" fontAlgn="b">
                        <a:buNone/>
                      </a:pPr>
                      <a:r>
                        <a:rPr lang="en-US" sz="1200" u="none" strike="noStrike" baseline="0">
                          <a:effectLst/>
                        </a:rPr>
                        <a:t>0.8726</a:t>
                      </a:r>
                      <a:endParaRPr lang="en-US" sz="1200" b="0" i="0" u="none" strike="noStrike" baseline="0">
                        <a:solidFill>
                          <a:srgbClr val="000000"/>
                        </a:solidFill>
                        <a:effectLst/>
                        <a:latin typeface="Aptos Narrow" panose="020B0004020202020204" pitchFamily="34" charset="0"/>
                      </a:endParaRPr>
                    </a:p>
                  </a:txBody>
                  <a:tcPr marL="3702" marR="3702" marT="3702" marB="0" anchor="b"/>
                </a:tc>
                <a:tc>
                  <a:txBody>
                    <a:bodyPr/>
                    <a:lstStyle/>
                    <a:p>
                      <a:pPr algn="just" fontAlgn="b">
                        <a:buNone/>
                      </a:pPr>
                      <a:r>
                        <a:rPr lang="en-US" sz="1200" u="none" strike="noStrike" baseline="0">
                          <a:effectLst/>
                        </a:rPr>
                        <a:t>0.6701</a:t>
                      </a:r>
                      <a:endParaRPr lang="en-US" sz="1200" b="0" i="0" u="none" strike="noStrike" baseline="0">
                        <a:solidFill>
                          <a:srgbClr val="000000"/>
                        </a:solidFill>
                        <a:effectLst/>
                        <a:latin typeface="Aptos Narrow" panose="020B0004020202020204" pitchFamily="34" charset="0"/>
                      </a:endParaRPr>
                    </a:p>
                  </a:txBody>
                  <a:tcPr marL="3702" marR="3702" marT="3702" marB="0" anchor="b"/>
                </a:tc>
                <a:tc>
                  <a:txBody>
                    <a:bodyPr/>
                    <a:lstStyle/>
                    <a:p>
                      <a:pPr algn="just" fontAlgn="b">
                        <a:buNone/>
                      </a:pPr>
                      <a:r>
                        <a:rPr lang="en-US" sz="1200" u="none" strike="noStrike" baseline="0">
                          <a:effectLst/>
                        </a:rPr>
                        <a:t>0.0023</a:t>
                      </a:r>
                      <a:endParaRPr lang="en-US" sz="1200" b="0" i="0" u="none" strike="noStrike" baseline="0">
                        <a:solidFill>
                          <a:srgbClr val="000000"/>
                        </a:solidFill>
                        <a:effectLst/>
                        <a:latin typeface="Aptos Narrow" panose="020B0004020202020204" pitchFamily="34" charset="0"/>
                      </a:endParaRPr>
                    </a:p>
                  </a:txBody>
                  <a:tcPr marL="3702" marR="3702" marT="3702" marB="0" anchor="b"/>
                </a:tc>
                <a:tc>
                  <a:txBody>
                    <a:bodyPr/>
                    <a:lstStyle/>
                    <a:p>
                      <a:pPr algn="just" fontAlgn="b">
                        <a:buNone/>
                      </a:pPr>
                      <a:r>
                        <a:rPr lang="en-US" sz="1200" u="none" strike="noStrike" baseline="0">
                          <a:effectLst/>
                        </a:rPr>
                        <a:t>0.9316</a:t>
                      </a:r>
                      <a:endParaRPr lang="en-US" sz="1200" b="0" i="0" u="none" strike="noStrike" baseline="0">
                        <a:solidFill>
                          <a:srgbClr val="000000"/>
                        </a:solidFill>
                        <a:effectLst/>
                        <a:latin typeface="Aptos Narrow" panose="020B0004020202020204" pitchFamily="34" charset="0"/>
                      </a:endParaRPr>
                    </a:p>
                  </a:txBody>
                  <a:tcPr marL="3702" marR="3702" marT="3702" marB="0" anchor="b"/>
                </a:tc>
                <a:tc>
                  <a:txBody>
                    <a:bodyPr/>
                    <a:lstStyle/>
                    <a:p>
                      <a:pPr algn="just" fontAlgn="b">
                        <a:buNone/>
                      </a:pPr>
                      <a:r>
                        <a:rPr lang="en-US" sz="1200" u="none" strike="noStrike" baseline="0">
                          <a:effectLst/>
                        </a:rPr>
                        <a:t>0.0046</a:t>
                      </a:r>
                      <a:endParaRPr lang="en-US" sz="1200" b="0" i="0" u="none" strike="noStrike" baseline="0">
                        <a:solidFill>
                          <a:srgbClr val="000000"/>
                        </a:solidFill>
                        <a:effectLst/>
                        <a:latin typeface="Aptos Narrow" panose="020B0004020202020204" pitchFamily="34" charset="0"/>
                      </a:endParaRPr>
                    </a:p>
                  </a:txBody>
                  <a:tcPr marL="3702" marR="3702" marT="3702" marB="0" anchor="b"/>
                </a:tc>
                <a:tc>
                  <a:txBody>
                    <a:bodyPr/>
                    <a:lstStyle/>
                    <a:p>
                      <a:pPr algn="just" fontAlgn="b">
                        <a:buNone/>
                      </a:pPr>
                      <a:r>
                        <a:rPr lang="en-US" sz="1200" u="none" strike="noStrike" baseline="0">
                          <a:effectLst/>
                        </a:rPr>
                        <a:t>45.9783</a:t>
                      </a:r>
                      <a:endParaRPr lang="en-US" sz="1200" b="0" i="0" u="none" strike="noStrike" baseline="0">
                        <a:solidFill>
                          <a:srgbClr val="000000"/>
                        </a:solidFill>
                        <a:effectLst/>
                        <a:latin typeface="Aptos Narrow" panose="020B0004020202020204" pitchFamily="34" charset="0"/>
                      </a:endParaRPr>
                    </a:p>
                  </a:txBody>
                  <a:tcPr marL="3702" marR="3702" marT="3702" marB="0" anchor="b"/>
                </a:tc>
                <a:tc>
                  <a:txBody>
                    <a:bodyPr/>
                    <a:lstStyle/>
                    <a:p>
                      <a:pPr algn="just" fontAlgn="b">
                        <a:buNone/>
                      </a:pPr>
                      <a:r>
                        <a:rPr lang="en-US" sz="1200" u="none" strike="noStrike" baseline="0">
                          <a:effectLst/>
                        </a:rPr>
                        <a:t>29.0516</a:t>
                      </a:r>
                      <a:endParaRPr lang="en-US" sz="1200" b="0" i="0" u="none" strike="noStrike" baseline="0">
                        <a:solidFill>
                          <a:srgbClr val="000000"/>
                        </a:solidFill>
                        <a:effectLst/>
                        <a:latin typeface="Aptos Narrow" panose="020B0004020202020204" pitchFamily="34" charset="0"/>
                      </a:endParaRPr>
                    </a:p>
                  </a:txBody>
                  <a:tcPr marL="3702" marR="3702" marT="3702" marB="0" anchor="b"/>
                </a:tc>
                <a:tc>
                  <a:txBody>
                    <a:bodyPr/>
                    <a:lstStyle/>
                    <a:p>
                      <a:pPr algn="just" fontAlgn="b">
                        <a:buNone/>
                      </a:pPr>
                      <a:r>
                        <a:rPr lang="en-US" sz="1200" u="none" strike="noStrike" baseline="0">
                          <a:effectLst/>
                        </a:rPr>
                        <a:t>16.5666</a:t>
                      </a:r>
                      <a:endParaRPr lang="en-US" sz="1200" b="0" i="0" u="none" strike="noStrike" baseline="0">
                        <a:solidFill>
                          <a:srgbClr val="000000"/>
                        </a:solidFill>
                        <a:effectLst/>
                        <a:latin typeface="Aptos Narrow" panose="020B0004020202020204" pitchFamily="34" charset="0"/>
                      </a:endParaRPr>
                    </a:p>
                  </a:txBody>
                  <a:tcPr marL="3702" marR="3702" marT="3702" marB="0" anchor="b"/>
                </a:tc>
                <a:tc>
                  <a:txBody>
                    <a:bodyPr/>
                    <a:lstStyle/>
                    <a:p>
                      <a:pPr algn="just" fontAlgn="b">
                        <a:buNone/>
                      </a:pPr>
                      <a:r>
                        <a:rPr lang="en-US" sz="1200" u="none" strike="noStrike" baseline="0">
                          <a:effectLst/>
                        </a:rPr>
                        <a:t>91.5966</a:t>
                      </a:r>
                      <a:endParaRPr lang="en-US" sz="1200" b="0" i="0" u="none" strike="noStrike" baseline="0">
                        <a:solidFill>
                          <a:srgbClr val="000000"/>
                        </a:solidFill>
                        <a:effectLst/>
                        <a:latin typeface="Aptos Narrow" panose="020B0004020202020204" pitchFamily="34" charset="0"/>
                      </a:endParaRPr>
                    </a:p>
                  </a:txBody>
                  <a:tcPr marL="3702" marR="3702" marT="3702" marB="0" anchor="b"/>
                </a:tc>
                <a:extLst>
                  <a:ext uri="{0D108BD9-81ED-4DB2-BD59-A6C34878D82A}">
                    <a16:rowId xmlns:a16="http://schemas.microsoft.com/office/drawing/2014/main" val="2093281803"/>
                  </a:ext>
                </a:extLst>
              </a:tr>
            </a:tbl>
          </a:graphicData>
        </a:graphic>
      </p:graphicFrame>
      <p:sp>
        <p:nvSpPr>
          <p:cNvPr id="4" name="Text Placeholder 3">
            <a:extLst>
              <a:ext uri="{FF2B5EF4-FFF2-40B4-BE49-F238E27FC236}">
                <a16:creationId xmlns:a16="http://schemas.microsoft.com/office/drawing/2014/main" id="{9E1464DD-71B2-AA24-596A-0D8F6BA89774}"/>
              </a:ext>
            </a:extLst>
          </p:cNvPr>
          <p:cNvSpPr>
            <a:spLocks noGrp="1"/>
          </p:cNvSpPr>
          <p:nvPr>
            <p:ph type="body" sz="quarter" idx="13"/>
          </p:nvPr>
        </p:nvSpPr>
        <p:spPr/>
        <p:txBody>
          <a:bodyPr/>
          <a:lstStyle/>
          <a:p>
            <a:r>
              <a:rPr lang="en-US" sz="2400"/>
              <a:t>Model Output</a:t>
            </a:r>
          </a:p>
        </p:txBody>
      </p:sp>
      <p:sp>
        <p:nvSpPr>
          <p:cNvPr id="6" name="TextBox 5">
            <a:extLst>
              <a:ext uri="{FF2B5EF4-FFF2-40B4-BE49-F238E27FC236}">
                <a16:creationId xmlns:a16="http://schemas.microsoft.com/office/drawing/2014/main" id="{94E3542B-727C-86AB-1088-739372A504D2}"/>
              </a:ext>
            </a:extLst>
          </p:cNvPr>
          <p:cNvSpPr txBox="1"/>
          <p:nvPr/>
        </p:nvSpPr>
        <p:spPr>
          <a:xfrm>
            <a:off x="450342" y="1459555"/>
            <a:ext cx="11180826" cy="584775"/>
          </a:xfrm>
          <a:prstGeom prst="rect">
            <a:avLst/>
          </a:prstGeom>
          <a:noFill/>
        </p:spPr>
        <p:txBody>
          <a:bodyPr wrap="square">
            <a:spAutoFit/>
          </a:bodyPr>
          <a:lstStyle/>
          <a:p>
            <a:pPr marL="285750" indent="-285750">
              <a:buFont typeface="Arial" panose="020B0604020202020204" pitchFamily="34" charset="0"/>
              <a:buChar char="•"/>
            </a:pPr>
            <a:r>
              <a:rPr lang="en-US" sz="1600" b="0" i="0">
                <a:effectLst/>
                <a:latin typeface="AvenirNext LT Pro Regular" panose="020B0504020202020204" pitchFamily="34" charset="0"/>
              </a:rPr>
              <a:t>XGBoost achieves strong, consistent ranking quality across all splits (ROC-AUC 0.87–0.92), with </a:t>
            </a:r>
            <a:r>
              <a:rPr lang="en-US" sz="1600" b="1" i="0">
                <a:effectLst/>
                <a:latin typeface="AvenirNext LT Pro Regular" panose="020B0504020202020204" pitchFamily="34" charset="0"/>
              </a:rPr>
              <a:t>92–96% of opt-ins captured in the top 3 deciles</a:t>
            </a:r>
            <a:r>
              <a:rPr lang="en-US" sz="1600" b="0" i="0">
                <a:effectLst/>
                <a:latin typeface="AvenirNext LT Pro Regular" panose="020B0504020202020204" pitchFamily="34" charset="0"/>
              </a:rPr>
              <a:t> — confirming the model is both accurate and generalizable.</a:t>
            </a:r>
            <a:endParaRPr lang="en-US" sz="1600">
              <a:latin typeface="AvenirNext LT Pro Regular" panose="020B0504020202020204" pitchFamily="34" charset="0"/>
            </a:endParaRPr>
          </a:p>
        </p:txBody>
      </p:sp>
    </p:spTree>
    <p:extLst>
      <p:ext uri="{BB962C8B-B14F-4D97-AF65-F5344CB8AC3E}">
        <p14:creationId xmlns:p14="http://schemas.microsoft.com/office/powerpoint/2010/main" val="40520730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0EFBB-84E3-9163-3916-025B6EAC76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6648EE-8630-786E-91CA-D745E3C42E0B}"/>
              </a:ext>
            </a:extLst>
          </p:cNvPr>
          <p:cNvSpPr>
            <a:spLocks noGrp="1"/>
          </p:cNvSpPr>
          <p:nvPr>
            <p:ph type="title"/>
          </p:nvPr>
        </p:nvSpPr>
        <p:spPr>
          <a:xfrm>
            <a:off x="365760" y="822960"/>
            <a:ext cx="10972800" cy="448056"/>
          </a:xfrm>
        </p:spPr>
        <p:txBody>
          <a:bodyPr vert="horz" lIns="0" tIns="45720" rIns="0" bIns="45720" rtlCol="0" anchor="t">
            <a:normAutofit/>
          </a:bodyPr>
          <a:lstStyle/>
          <a:p>
            <a:r>
              <a:rPr lang="en-US" sz="1800" b="1" kern="1200">
                <a:latin typeface="AvenirNext LT Pro Regular" panose="020B0504020202020204" pitchFamily="34" charset="0"/>
                <a:ea typeface="+mj-ea"/>
                <a:cs typeface="+mj-cs"/>
              </a:rPr>
              <a:t>Random Survival Forest Decile Analysis – OOS Testing</a:t>
            </a:r>
          </a:p>
        </p:txBody>
      </p:sp>
      <p:sp>
        <p:nvSpPr>
          <p:cNvPr id="19" name="Slide Number Placeholder 3">
            <a:extLst>
              <a:ext uri="{FF2B5EF4-FFF2-40B4-BE49-F238E27FC236}">
                <a16:creationId xmlns:a16="http://schemas.microsoft.com/office/drawing/2014/main" id="{21B2574F-C6A6-0C51-7D9A-46E684FBC366}"/>
              </a:ext>
            </a:extLst>
          </p:cNvPr>
          <p:cNvSpPr>
            <a:spLocks noGrp="1"/>
          </p:cNvSpPr>
          <p:nvPr>
            <p:ph type="sldNum" sz="quarter" idx="12"/>
          </p:nvPr>
        </p:nvSpPr>
        <p:spPr>
          <a:xfrm>
            <a:off x="10904220" y="6309677"/>
            <a:ext cx="457200" cy="365125"/>
          </a:xfrm>
        </p:spPr>
        <p:txBody>
          <a:bodyPr/>
          <a:lstStyle/>
          <a:p>
            <a:pPr>
              <a:spcAft>
                <a:spcPts val="600"/>
              </a:spcAft>
            </a:pPr>
            <a:fld id="{24765544-FD03-4464-B699-C4215568ACB5}" type="slidenum">
              <a:rPr lang="en-US" smtClean="0"/>
              <a:pPr>
                <a:spcAft>
                  <a:spcPts val="600"/>
                </a:spcAft>
              </a:pPr>
              <a:t>14</a:t>
            </a:fld>
            <a:endParaRPr lang="en-US"/>
          </a:p>
        </p:txBody>
      </p:sp>
      <p:sp>
        <p:nvSpPr>
          <p:cNvPr id="4" name="Text Placeholder 3">
            <a:extLst>
              <a:ext uri="{FF2B5EF4-FFF2-40B4-BE49-F238E27FC236}">
                <a16:creationId xmlns:a16="http://schemas.microsoft.com/office/drawing/2014/main" id="{D5F4FF80-EED8-9440-FFD8-4749BF1A528E}"/>
              </a:ext>
            </a:extLst>
          </p:cNvPr>
          <p:cNvSpPr>
            <a:spLocks noGrp="1"/>
          </p:cNvSpPr>
          <p:nvPr>
            <p:ph type="body" sz="quarter" idx="13"/>
          </p:nvPr>
        </p:nvSpPr>
        <p:spPr>
          <a:xfrm>
            <a:off x="365760" y="365760"/>
            <a:ext cx="5943600" cy="365760"/>
          </a:xfrm>
        </p:spPr>
        <p:txBody>
          <a:bodyPr vert="horz" lIns="0" tIns="45720" rIns="0" bIns="45720" rtlCol="0">
            <a:normAutofit/>
          </a:bodyPr>
          <a:lstStyle/>
          <a:p>
            <a:r>
              <a:rPr lang="en-US" b="0" i="0" kern="1200">
                <a:latin typeface="+mj-lt"/>
                <a:ea typeface="+mn-ea"/>
                <a:cs typeface="+mn-cs"/>
              </a:rPr>
              <a:t>Baseline Model Output</a:t>
            </a:r>
          </a:p>
        </p:txBody>
      </p:sp>
      <p:graphicFrame>
        <p:nvGraphicFramePr>
          <p:cNvPr id="12" name="Content Placeholder 11">
            <a:extLst>
              <a:ext uri="{FF2B5EF4-FFF2-40B4-BE49-F238E27FC236}">
                <a16:creationId xmlns:a16="http://schemas.microsoft.com/office/drawing/2014/main" id="{4CB594CB-FBD7-4108-6B3F-ABC7D43641B8}"/>
              </a:ext>
            </a:extLst>
          </p:cNvPr>
          <p:cNvGraphicFramePr>
            <a:graphicFrameLocks noGrp="1"/>
          </p:cNvGraphicFramePr>
          <p:nvPr>
            <p:ph idx="1"/>
            <p:extLst>
              <p:ext uri="{D42A27DB-BD31-4B8C-83A1-F6EECF244321}">
                <p14:modId xmlns:p14="http://schemas.microsoft.com/office/powerpoint/2010/main" val="3984518155"/>
              </p:ext>
            </p:extLst>
          </p:nvPr>
        </p:nvGraphicFramePr>
        <p:xfrm>
          <a:off x="388619" y="1433033"/>
          <a:ext cx="10972801" cy="3991933"/>
        </p:xfrm>
        <a:graphic>
          <a:graphicData uri="http://schemas.openxmlformats.org/drawingml/2006/table">
            <a:tbl>
              <a:tblPr firstRow="1" bandRow="1">
                <a:tableStyleId>{5C22544A-7EE6-4342-B048-85BDC9FD1C3A}</a:tableStyleId>
              </a:tblPr>
              <a:tblGrid>
                <a:gridCol w="1286408">
                  <a:extLst>
                    <a:ext uri="{9D8B030D-6E8A-4147-A177-3AD203B41FA5}">
                      <a16:colId xmlns:a16="http://schemas.microsoft.com/office/drawing/2014/main" val="2563450887"/>
                    </a:ext>
                  </a:extLst>
                </a:gridCol>
                <a:gridCol w="1399250">
                  <a:extLst>
                    <a:ext uri="{9D8B030D-6E8A-4147-A177-3AD203B41FA5}">
                      <a16:colId xmlns:a16="http://schemas.microsoft.com/office/drawing/2014/main" val="3585926242"/>
                    </a:ext>
                  </a:extLst>
                </a:gridCol>
                <a:gridCol w="2211718">
                  <a:extLst>
                    <a:ext uri="{9D8B030D-6E8A-4147-A177-3AD203B41FA5}">
                      <a16:colId xmlns:a16="http://schemas.microsoft.com/office/drawing/2014/main" val="206324020"/>
                    </a:ext>
                  </a:extLst>
                </a:gridCol>
                <a:gridCol w="1873190">
                  <a:extLst>
                    <a:ext uri="{9D8B030D-6E8A-4147-A177-3AD203B41FA5}">
                      <a16:colId xmlns:a16="http://schemas.microsoft.com/office/drawing/2014/main" val="4016730588"/>
                    </a:ext>
                  </a:extLst>
                </a:gridCol>
                <a:gridCol w="2663089">
                  <a:extLst>
                    <a:ext uri="{9D8B030D-6E8A-4147-A177-3AD203B41FA5}">
                      <a16:colId xmlns:a16="http://schemas.microsoft.com/office/drawing/2014/main" val="2616439988"/>
                    </a:ext>
                  </a:extLst>
                </a:gridCol>
                <a:gridCol w="1539146">
                  <a:extLst>
                    <a:ext uri="{9D8B030D-6E8A-4147-A177-3AD203B41FA5}">
                      <a16:colId xmlns:a16="http://schemas.microsoft.com/office/drawing/2014/main" val="2355374445"/>
                    </a:ext>
                  </a:extLst>
                </a:gridCol>
              </a:tblGrid>
              <a:tr h="362903">
                <a:tc>
                  <a:txBody>
                    <a:bodyPr/>
                    <a:lstStyle/>
                    <a:p>
                      <a:pPr algn="ctr" fontAlgn="t">
                        <a:buNone/>
                      </a:pPr>
                      <a:r>
                        <a:rPr lang="en-US" sz="1200" u="none" strike="noStrike">
                          <a:effectLst/>
                          <a:latin typeface="+mn-lt"/>
                        </a:rPr>
                        <a:t>Decile</a:t>
                      </a:r>
                      <a:endParaRPr lang="en-US" sz="1200" b="1" i="0" u="none" strike="noStrike">
                        <a:solidFill>
                          <a:srgbClr val="FFFFFF"/>
                        </a:solidFill>
                        <a:effectLst/>
                        <a:latin typeface="+mn-lt"/>
                      </a:endParaRPr>
                    </a:p>
                  </a:txBody>
                  <a:tcPr marL="0" marR="0" marT="0" marB="0"/>
                </a:tc>
                <a:tc>
                  <a:txBody>
                    <a:bodyPr/>
                    <a:lstStyle/>
                    <a:p>
                      <a:pPr algn="ctr" fontAlgn="t">
                        <a:buNone/>
                      </a:pPr>
                      <a:r>
                        <a:rPr lang="en-US" sz="1200" u="none" strike="noStrike">
                          <a:effectLst/>
                          <a:latin typeface="+mn-lt"/>
                        </a:rPr>
                        <a:t>Counts</a:t>
                      </a:r>
                      <a:endParaRPr lang="en-US" sz="1200" b="1" i="0" u="none" strike="noStrike">
                        <a:solidFill>
                          <a:srgbClr val="FFFFFF"/>
                        </a:solidFill>
                        <a:effectLst/>
                        <a:latin typeface="+mn-lt"/>
                      </a:endParaRPr>
                    </a:p>
                  </a:txBody>
                  <a:tcPr marL="0" marR="0" marT="0" marB="0"/>
                </a:tc>
                <a:tc>
                  <a:txBody>
                    <a:bodyPr/>
                    <a:lstStyle/>
                    <a:p>
                      <a:pPr algn="ctr" fontAlgn="t">
                        <a:buNone/>
                      </a:pPr>
                      <a:r>
                        <a:rPr lang="en-US" sz="1200" u="none" strike="noStrike">
                          <a:effectLst/>
                          <a:latin typeface="+mn-lt"/>
                        </a:rPr>
                        <a:t>Positive Target</a:t>
                      </a:r>
                      <a:endParaRPr lang="en-US" sz="1200" b="1" i="0" u="none" strike="noStrike">
                        <a:solidFill>
                          <a:srgbClr val="FFFFFF"/>
                        </a:solidFill>
                        <a:effectLst/>
                        <a:latin typeface="+mn-lt"/>
                      </a:endParaRPr>
                    </a:p>
                  </a:txBody>
                  <a:tcPr marL="0" marR="0" marT="0" marB="0"/>
                </a:tc>
                <a:tc>
                  <a:txBody>
                    <a:bodyPr/>
                    <a:lstStyle/>
                    <a:p>
                      <a:pPr algn="ctr" fontAlgn="t">
                        <a:buNone/>
                      </a:pPr>
                      <a:r>
                        <a:rPr lang="en-US" sz="1200" u="none" strike="noStrike">
                          <a:effectLst/>
                          <a:latin typeface="+mn-lt"/>
                        </a:rPr>
                        <a:t>Target Rate</a:t>
                      </a:r>
                      <a:endParaRPr lang="en-US" sz="1200" b="1" i="0" u="none" strike="noStrike">
                        <a:solidFill>
                          <a:srgbClr val="FFFFFF"/>
                        </a:solidFill>
                        <a:effectLst/>
                        <a:latin typeface="+mn-lt"/>
                      </a:endParaRPr>
                    </a:p>
                  </a:txBody>
                  <a:tcPr marL="0" marR="0" marT="0" marB="0"/>
                </a:tc>
                <a:tc>
                  <a:txBody>
                    <a:bodyPr/>
                    <a:lstStyle/>
                    <a:p>
                      <a:pPr algn="ctr" fontAlgn="t">
                        <a:buNone/>
                      </a:pPr>
                      <a:r>
                        <a:rPr lang="en-US" sz="1200" u="none" strike="noStrike">
                          <a:effectLst/>
                          <a:latin typeface="+mn-lt"/>
                        </a:rPr>
                        <a:t>Overall_Target PCT</a:t>
                      </a:r>
                      <a:endParaRPr lang="en-US" sz="1200" b="1" i="0" u="none" strike="noStrike">
                        <a:solidFill>
                          <a:srgbClr val="FFFFFF"/>
                        </a:solidFill>
                        <a:effectLst/>
                        <a:latin typeface="+mn-lt"/>
                      </a:endParaRPr>
                    </a:p>
                  </a:txBody>
                  <a:tcPr marL="0" marR="0" marT="0" marB="0"/>
                </a:tc>
                <a:tc>
                  <a:txBody>
                    <a:bodyPr/>
                    <a:lstStyle/>
                    <a:p>
                      <a:pPr algn="ctr" fontAlgn="t">
                        <a:buNone/>
                      </a:pPr>
                      <a:r>
                        <a:rPr lang="en-US" sz="1200" u="none" strike="noStrike">
                          <a:effectLst/>
                          <a:latin typeface="+mn-lt"/>
                        </a:rPr>
                        <a:t>Lift</a:t>
                      </a:r>
                      <a:endParaRPr lang="en-US" sz="1200" b="1" i="0" u="none" strike="noStrike">
                        <a:solidFill>
                          <a:srgbClr val="FFFFFF"/>
                        </a:solidFill>
                        <a:effectLst/>
                        <a:latin typeface="+mn-lt"/>
                      </a:endParaRPr>
                    </a:p>
                  </a:txBody>
                  <a:tcPr marL="0" marR="0" marT="0" marB="0"/>
                </a:tc>
                <a:extLst>
                  <a:ext uri="{0D108BD9-81ED-4DB2-BD59-A6C34878D82A}">
                    <a16:rowId xmlns:a16="http://schemas.microsoft.com/office/drawing/2014/main" val="494655070"/>
                  </a:ext>
                </a:extLst>
              </a:tr>
              <a:tr h="362903">
                <a:tc>
                  <a:txBody>
                    <a:bodyPr/>
                    <a:lstStyle/>
                    <a:p>
                      <a:pPr algn="ctr" fontAlgn="b">
                        <a:buNone/>
                      </a:pPr>
                      <a:r>
                        <a:rPr lang="en-US" sz="1100" b="0" i="0" u="none" strike="noStrike">
                          <a:solidFill>
                            <a:schemeClr val="tx1"/>
                          </a:solidFill>
                          <a:effectLst/>
                          <a:latin typeface="+mn-lt"/>
                        </a:rPr>
                        <a:t>1</a:t>
                      </a:r>
                    </a:p>
                  </a:txBody>
                  <a:tcPr marL="0" marR="0" marT="0" marB="0" anchor="b"/>
                </a:tc>
                <a:tc>
                  <a:txBody>
                    <a:bodyPr/>
                    <a:lstStyle/>
                    <a:p>
                      <a:pPr algn="ctr" fontAlgn="b">
                        <a:buNone/>
                      </a:pPr>
                      <a:r>
                        <a:rPr lang="en-US" sz="1100" b="0" i="0" u="none" strike="noStrike">
                          <a:solidFill>
                            <a:schemeClr val="tx1"/>
                          </a:solidFill>
                          <a:effectLst/>
                          <a:latin typeface="+mn-lt"/>
                        </a:rPr>
                        <a:t>35810</a:t>
                      </a:r>
                    </a:p>
                  </a:txBody>
                  <a:tcPr marL="0" marR="0" marT="0" marB="0" anchor="b"/>
                </a:tc>
                <a:tc>
                  <a:txBody>
                    <a:bodyPr/>
                    <a:lstStyle/>
                    <a:p>
                      <a:pPr algn="ctr" fontAlgn="b">
                        <a:buNone/>
                      </a:pPr>
                      <a:r>
                        <a:rPr lang="en-US" sz="1100" b="0" i="0" u="none" strike="noStrike">
                          <a:solidFill>
                            <a:schemeClr val="tx1"/>
                          </a:solidFill>
                          <a:effectLst/>
                          <a:latin typeface="+mn-lt"/>
                        </a:rPr>
                        <a:t>1248</a:t>
                      </a:r>
                    </a:p>
                  </a:txBody>
                  <a:tcPr marL="0" marR="0" marT="0" marB="0" anchor="b"/>
                </a:tc>
                <a:tc>
                  <a:txBody>
                    <a:bodyPr/>
                    <a:lstStyle/>
                    <a:p>
                      <a:pPr algn="ctr" fontAlgn="b">
                        <a:buNone/>
                      </a:pPr>
                      <a:r>
                        <a:rPr lang="en-US" sz="1100" b="0" i="0" u="none" strike="noStrike">
                          <a:solidFill>
                            <a:schemeClr val="tx1"/>
                          </a:solidFill>
                          <a:effectLst/>
                          <a:latin typeface="+mn-lt"/>
                        </a:rPr>
                        <a:t>3.4851</a:t>
                      </a:r>
                    </a:p>
                  </a:txBody>
                  <a:tcPr marL="0" marR="0" marT="0" marB="0" anchor="b"/>
                </a:tc>
                <a:tc>
                  <a:txBody>
                    <a:bodyPr/>
                    <a:lstStyle/>
                    <a:p>
                      <a:pPr algn="ctr" fontAlgn="b">
                        <a:buNone/>
                      </a:pPr>
                      <a:r>
                        <a:rPr lang="en-US" sz="1100" b="0" i="0" u="none" strike="noStrike">
                          <a:solidFill>
                            <a:schemeClr val="tx1"/>
                          </a:solidFill>
                          <a:effectLst/>
                          <a:latin typeface="+mn-lt"/>
                        </a:rPr>
                        <a:t>15.9468</a:t>
                      </a:r>
                    </a:p>
                  </a:txBody>
                  <a:tcPr marL="0" marR="0" marT="0" marB="0" anchor="b"/>
                </a:tc>
                <a:tc>
                  <a:txBody>
                    <a:bodyPr/>
                    <a:lstStyle/>
                    <a:p>
                      <a:pPr algn="ctr" fontAlgn="b">
                        <a:buNone/>
                      </a:pPr>
                      <a:r>
                        <a:rPr lang="en-US" sz="1100" b="0" i="0" u="none" strike="noStrike">
                          <a:solidFill>
                            <a:schemeClr val="tx1"/>
                          </a:solidFill>
                          <a:effectLst/>
                          <a:latin typeface="+mn-lt"/>
                        </a:rPr>
                        <a:t>1.5890</a:t>
                      </a:r>
                    </a:p>
                  </a:txBody>
                  <a:tcPr marL="0" marR="0" marT="0" marB="0" anchor="b"/>
                </a:tc>
                <a:extLst>
                  <a:ext uri="{0D108BD9-81ED-4DB2-BD59-A6C34878D82A}">
                    <a16:rowId xmlns:a16="http://schemas.microsoft.com/office/drawing/2014/main" val="3075488148"/>
                  </a:ext>
                </a:extLst>
              </a:tr>
              <a:tr h="362903">
                <a:tc>
                  <a:txBody>
                    <a:bodyPr/>
                    <a:lstStyle/>
                    <a:p>
                      <a:pPr algn="ctr" fontAlgn="b">
                        <a:buNone/>
                      </a:pPr>
                      <a:r>
                        <a:rPr lang="en-US" sz="1100" b="0" i="0" u="none" strike="noStrike">
                          <a:solidFill>
                            <a:schemeClr val="tx1"/>
                          </a:solidFill>
                          <a:effectLst/>
                          <a:latin typeface="+mn-lt"/>
                        </a:rPr>
                        <a:t>2</a:t>
                      </a:r>
                    </a:p>
                  </a:txBody>
                  <a:tcPr marL="0" marR="0" marT="0" marB="0" anchor="b"/>
                </a:tc>
                <a:tc>
                  <a:txBody>
                    <a:bodyPr/>
                    <a:lstStyle/>
                    <a:p>
                      <a:pPr algn="ctr" fontAlgn="b">
                        <a:buNone/>
                      </a:pPr>
                      <a:r>
                        <a:rPr lang="en-US" sz="1100" b="0" i="0" u="none" strike="noStrike">
                          <a:solidFill>
                            <a:schemeClr val="tx1"/>
                          </a:solidFill>
                          <a:effectLst/>
                          <a:latin typeface="+mn-lt"/>
                        </a:rPr>
                        <a:t>35881</a:t>
                      </a:r>
                    </a:p>
                  </a:txBody>
                  <a:tcPr marL="0" marR="0" marT="0" marB="0" anchor="b"/>
                </a:tc>
                <a:tc>
                  <a:txBody>
                    <a:bodyPr/>
                    <a:lstStyle/>
                    <a:p>
                      <a:pPr algn="ctr" fontAlgn="b">
                        <a:buNone/>
                      </a:pPr>
                      <a:r>
                        <a:rPr lang="en-US" sz="1100" b="0" i="0" u="none" strike="noStrike">
                          <a:solidFill>
                            <a:schemeClr val="tx1"/>
                          </a:solidFill>
                          <a:effectLst/>
                          <a:latin typeface="+mn-lt"/>
                        </a:rPr>
                        <a:t>994</a:t>
                      </a:r>
                    </a:p>
                  </a:txBody>
                  <a:tcPr marL="0" marR="0" marT="0" marB="0" anchor="b"/>
                </a:tc>
                <a:tc>
                  <a:txBody>
                    <a:bodyPr/>
                    <a:lstStyle/>
                    <a:p>
                      <a:pPr algn="ctr" fontAlgn="b">
                        <a:buNone/>
                      </a:pPr>
                      <a:r>
                        <a:rPr lang="en-US" sz="1100" b="0" i="0" u="none" strike="noStrike">
                          <a:solidFill>
                            <a:schemeClr val="tx1"/>
                          </a:solidFill>
                          <a:effectLst/>
                          <a:latin typeface="+mn-lt"/>
                        </a:rPr>
                        <a:t>2.7703</a:t>
                      </a:r>
                    </a:p>
                  </a:txBody>
                  <a:tcPr marL="0" marR="0" marT="0" marB="0" anchor="b"/>
                </a:tc>
                <a:tc>
                  <a:txBody>
                    <a:bodyPr/>
                    <a:lstStyle/>
                    <a:p>
                      <a:pPr algn="ctr" fontAlgn="b">
                        <a:buNone/>
                      </a:pPr>
                      <a:r>
                        <a:rPr lang="en-US" sz="1100" b="0" i="0" u="none" strike="noStrike">
                          <a:solidFill>
                            <a:schemeClr val="tx1"/>
                          </a:solidFill>
                          <a:effectLst/>
                          <a:latin typeface="+mn-lt"/>
                        </a:rPr>
                        <a:t>12.7013</a:t>
                      </a:r>
                    </a:p>
                  </a:txBody>
                  <a:tcPr marL="0" marR="0" marT="0" marB="0" anchor="b"/>
                </a:tc>
                <a:tc>
                  <a:txBody>
                    <a:bodyPr/>
                    <a:lstStyle/>
                    <a:p>
                      <a:pPr algn="ctr" fontAlgn="b">
                        <a:buNone/>
                      </a:pPr>
                      <a:r>
                        <a:rPr lang="en-US" sz="1100" b="0" i="0" u="none" strike="noStrike">
                          <a:solidFill>
                            <a:schemeClr val="tx1"/>
                          </a:solidFill>
                          <a:effectLst/>
                          <a:latin typeface="+mn-lt"/>
                        </a:rPr>
                        <a:t>1.2631</a:t>
                      </a:r>
                    </a:p>
                  </a:txBody>
                  <a:tcPr marL="0" marR="0" marT="0" marB="0" anchor="b"/>
                </a:tc>
                <a:extLst>
                  <a:ext uri="{0D108BD9-81ED-4DB2-BD59-A6C34878D82A}">
                    <a16:rowId xmlns:a16="http://schemas.microsoft.com/office/drawing/2014/main" val="4054561969"/>
                  </a:ext>
                </a:extLst>
              </a:tr>
              <a:tr h="362903">
                <a:tc>
                  <a:txBody>
                    <a:bodyPr/>
                    <a:lstStyle/>
                    <a:p>
                      <a:pPr algn="ctr" fontAlgn="b">
                        <a:buNone/>
                      </a:pPr>
                      <a:r>
                        <a:rPr lang="en-US" sz="1100" b="0" i="0" u="none" strike="noStrike">
                          <a:solidFill>
                            <a:schemeClr val="tx1"/>
                          </a:solidFill>
                          <a:effectLst/>
                          <a:latin typeface="+mn-lt"/>
                        </a:rPr>
                        <a:t>3</a:t>
                      </a:r>
                    </a:p>
                  </a:txBody>
                  <a:tcPr marL="0" marR="0" marT="0" marB="0" anchor="b"/>
                </a:tc>
                <a:tc>
                  <a:txBody>
                    <a:bodyPr/>
                    <a:lstStyle/>
                    <a:p>
                      <a:pPr algn="ctr" fontAlgn="b">
                        <a:buNone/>
                      </a:pPr>
                      <a:r>
                        <a:rPr lang="en-US" sz="1100" b="0" i="0" u="none" strike="noStrike">
                          <a:solidFill>
                            <a:schemeClr val="tx1"/>
                          </a:solidFill>
                          <a:effectLst/>
                          <a:latin typeface="+mn-lt"/>
                        </a:rPr>
                        <a:t>35569</a:t>
                      </a:r>
                    </a:p>
                  </a:txBody>
                  <a:tcPr marL="0" marR="0" marT="0" marB="0" anchor="b"/>
                </a:tc>
                <a:tc>
                  <a:txBody>
                    <a:bodyPr/>
                    <a:lstStyle/>
                    <a:p>
                      <a:pPr algn="ctr" fontAlgn="b">
                        <a:buNone/>
                      </a:pPr>
                      <a:r>
                        <a:rPr lang="en-US" sz="1100" b="0" i="0" u="none" strike="noStrike">
                          <a:solidFill>
                            <a:schemeClr val="tx1"/>
                          </a:solidFill>
                          <a:effectLst/>
                          <a:latin typeface="+mn-lt"/>
                        </a:rPr>
                        <a:t>884</a:t>
                      </a:r>
                    </a:p>
                  </a:txBody>
                  <a:tcPr marL="0" marR="0" marT="0" marB="0" anchor="b"/>
                </a:tc>
                <a:tc>
                  <a:txBody>
                    <a:bodyPr/>
                    <a:lstStyle/>
                    <a:p>
                      <a:pPr algn="ctr" fontAlgn="b">
                        <a:buNone/>
                      </a:pPr>
                      <a:r>
                        <a:rPr lang="en-US" sz="1100" b="0" i="0" u="none" strike="noStrike">
                          <a:solidFill>
                            <a:schemeClr val="tx1"/>
                          </a:solidFill>
                          <a:effectLst/>
                          <a:latin typeface="+mn-lt"/>
                        </a:rPr>
                        <a:t>2.4853</a:t>
                      </a:r>
                    </a:p>
                  </a:txBody>
                  <a:tcPr marL="0" marR="0" marT="0" marB="0" anchor="b"/>
                </a:tc>
                <a:tc>
                  <a:txBody>
                    <a:bodyPr/>
                    <a:lstStyle/>
                    <a:p>
                      <a:pPr algn="ctr" fontAlgn="b">
                        <a:buNone/>
                      </a:pPr>
                      <a:r>
                        <a:rPr lang="en-US" sz="1100" b="0" i="0" u="none" strike="noStrike">
                          <a:solidFill>
                            <a:schemeClr val="tx1"/>
                          </a:solidFill>
                          <a:effectLst/>
                          <a:latin typeface="+mn-lt"/>
                        </a:rPr>
                        <a:t>11.2957</a:t>
                      </a:r>
                    </a:p>
                  </a:txBody>
                  <a:tcPr marL="0" marR="0" marT="0" marB="0" anchor="b"/>
                </a:tc>
                <a:tc>
                  <a:txBody>
                    <a:bodyPr/>
                    <a:lstStyle/>
                    <a:p>
                      <a:pPr algn="ctr" fontAlgn="b">
                        <a:buNone/>
                      </a:pPr>
                      <a:r>
                        <a:rPr lang="en-US" sz="1100" b="0" i="0" u="none" strike="noStrike">
                          <a:solidFill>
                            <a:schemeClr val="tx1"/>
                          </a:solidFill>
                          <a:effectLst/>
                          <a:latin typeface="+mn-lt"/>
                        </a:rPr>
                        <a:t>1.1332</a:t>
                      </a:r>
                    </a:p>
                  </a:txBody>
                  <a:tcPr marL="0" marR="0" marT="0" marB="0" anchor="b"/>
                </a:tc>
                <a:extLst>
                  <a:ext uri="{0D108BD9-81ED-4DB2-BD59-A6C34878D82A}">
                    <a16:rowId xmlns:a16="http://schemas.microsoft.com/office/drawing/2014/main" val="2232252179"/>
                  </a:ext>
                </a:extLst>
              </a:tr>
              <a:tr h="362903">
                <a:tc>
                  <a:txBody>
                    <a:bodyPr/>
                    <a:lstStyle/>
                    <a:p>
                      <a:pPr algn="ctr" fontAlgn="b">
                        <a:buNone/>
                      </a:pPr>
                      <a:r>
                        <a:rPr lang="en-US" sz="1100" b="0" i="0" u="none" strike="noStrike">
                          <a:solidFill>
                            <a:schemeClr val="tx1"/>
                          </a:solidFill>
                          <a:effectLst/>
                          <a:latin typeface="+mn-lt"/>
                        </a:rPr>
                        <a:t>4</a:t>
                      </a:r>
                    </a:p>
                  </a:txBody>
                  <a:tcPr marL="0" marR="0" marT="0" marB="0" anchor="b"/>
                </a:tc>
                <a:tc>
                  <a:txBody>
                    <a:bodyPr/>
                    <a:lstStyle/>
                    <a:p>
                      <a:pPr algn="ctr" fontAlgn="b">
                        <a:buNone/>
                      </a:pPr>
                      <a:r>
                        <a:rPr lang="en-US" sz="1100" b="0" i="0" u="none" strike="noStrike">
                          <a:solidFill>
                            <a:schemeClr val="tx1"/>
                          </a:solidFill>
                          <a:effectLst/>
                          <a:latin typeface="+mn-lt"/>
                        </a:rPr>
                        <a:t>35814</a:t>
                      </a:r>
                    </a:p>
                  </a:txBody>
                  <a:tcPr marL="0" marR="0" marT="0" marB="0" anchor="b"/>
                </a:tc>
                <a:tc>
                  <a:txBody>
                    <a:bodyPr/>
                    <a:lstStyle/>
                    <a:p>
                      <a:pPr algn="ctr" fontAlgn="b">
                        <a:buNone/>
                      </a:pPr>
                      <a:r>
                        <a:rPr lang="en-US" sz="1100" b="0" i="0" u="none" strike="noStrike">
                          <a:solidFill>
                            <a:schemeClr val="tx1"/>
                          </a:solidFill>
                          <a:effectLst/>
                          <a:latin typeface="+mn-lt"/>
                        </a:rPr>
                        <a:t>870</a:t>
                      </a:r>
                    </a:p>
                  </a:txBody>
                  <a:tcPr marL="0" marR="0" marT="0" marB="0" anchor="b"/>
                </a:tc>
                <a:tc>
                  <a:txBody>
                    <a:bodyPr/>
                    <a:lstStyle/>
                    <a:p>
                      <a:pPr algn="ctr" fontAlgn="b">
                        <a:buNone/>
                      </a:pPr>
                      <a:r>
                        <a:rPr lang="en-US" sz="1100" b="0" i="0" u="none" strike="noStrike">
                          <a:solidFill>
                            <a:schemeClr val="tx1"/>
                          </a:solidFill>
                          <a:effectLst/>
                          <a:latin typeface="+mn-lt"/>
                        </a:rPr>
                        <a:t>2.4292</a:t>
                      </a:r>
                    </a:p>
                  </a:txBody>
                  <a:tcPr marL="0" marR="0" marT="0" marB="0" anchor="b"/>
                </a:tc>
                <a:tc>
                  <a:txBody>
                    <a:bodyPr/>
                    <a:lstStyle/>
                    <a:p>
                      <a:pPr algn="ctr" fontAlgn="b">
                        <a:buNone/>
                      </a:pPr>
                      <a:r>
                        <a:rPr lang="en-US" sz="1100" b="0" i="0" u="none" strike="noStrike">
                          <a:solidFill>
                            <a:schemeClr val="tx1"/>
                          </a:solidFill>
                          <a:effectLst/>
                          <a:latin typeface="+mn-lt"/>
                        </a:rPr>
                        <a:t>11.1168</a:t>
                      </a:r>
                    </a:p>
                  </a:txBody>
                  <a:tcPr marL="0" marR="0" marT="0" marB="0" anchor="b"/>
                </a:tc>
                <a:tc>
                  <a:txBody>
                    <a:bodyPr/>
                    <a:lstStyle/>
                    <a:p>
                      <a:pPr algn="ctr" fontAlgn="b">
                        <a:buNone/>
                      </a:pPr>
                      <a:r>
                        <a:rPr lang="en-US" sz="1100" b="0" i="0" u="none" strike="noStrike">
                          <a:solidFill>
                            <a:schemeClr val="tx1"/>
                          </a:solidFill>
                          <a:effectLst/>
                          <a:latin typeface="+mn-lt"/>
                        </a:rPr>
                        <a:t>1.1076</a:t>
                      </a:r>
                    </a:p>
                  </a:txBody>
                  <a:tcPr marL="0" marR="0" marT="0" marB="0" anchor="b"/>
                </a:tc>
                <a:extLst>
                  <a:ext uri="{0D108BD9-81ED-4DB2-BD59-A6C34878D82A}">
                    <a16:rowId xmlns:a16="http://schemas.microsoft.com/office/drawing/2014/main" val="525985325"/>
                  </a:ext>
                </a:extLst>
              </a:tr>
              <a:tr h="362903">
                <a:tc>
                  <a:txBody>
                    <a:bodyPr/>
                    <a:lstStyle/>
                    <a:p>
                      <a:pPr algn="ctr" fontAlgn="b">
                        <a:buNone/>
                      </a:pPr>
                      <a:r>
                        <a:rPr lang="en-US" sz="1100" b="0" i="0" u="none" strike="noStrike">
                          <a:solidFill>
                            <a:schemeClr val="tx1"/>
                          </a:solidFill>
                          <a:effectLst/>
                          <a:latin typeface="+mn-lt"/>
                        </a:rPr>
                        <a:t>5</a:t>
                      </a:r>
                    </a:p>
                  </a:txBody>
                  <a:tcPr marL="0" marR="0" marT="0" marB="0" anchor="b"/>
                </a:tc>
                <a:tc>
                  <a:txBody>
                    <a:bodyPr/>
                    <a:lstStyle/>
                    <a:p>
                      <a:pPr algn="ctr" fontAlgn="b">
                        <a:buNone/>
                      </a:pPr>
                      <a:r>
                        <a:rPr lang="en-US" sz="1100" b="0" i="0" u="none" strike="noStrike">
                          <a:solidFill>
                            <a:schemeClr val="tx1"/>
                          </a:solidFill>
                          <a:effectLst/>
                          <a:latin typeface="+mn-lt"/>
                        </a:rPr>
                        <a:t>35839</a:t>
                      </a:r>
                    </a:p>
                  </a:txBody>
                  <a:tcPr marL="0" marR="0" marT="0" marB="0" anchor="b"/>
                </a:tc>
                <a:tc>
                  <a:txBody>
                    <a:bodyPr/>
                    <a:lstStyle/>
                    <a:p>
                      <a:pPr algn="ctr" fontAlgn="b">
                        <a:buNone/>
                      </a:pPr>
                      <a:r>
                        <a:rPr lang="en-US" sz="1100" b="0" i="0" u="none" strike="noStrike">
                          <a:solidFill>
                            <a:schemeClr val="tx1"/>
                          </a:solidFill>
                          <a:effectLst/>
                          <a:latin typeface="+mn-lt"/>
                        </a:rPr>
                        <a:t>874</a:t>
                      </a:r>
                    </a:p>
                  </a:txBody>
                  <a:tcPr marL="0" marR="0" marT="0" marB="0" anchor="b"/>
                </a:tc>
                <a:tc>
                  <a:txBody>
                    <a:bodyPr/>
                    <a:lstStyle/>
                    <a:p>
                      <a:pPr algn="ctr" fontAlgn="b">
                        <a:buNone/>
                      </a:pPr>
                      <a:r>
                        <a:rPr lang="en-US" sz="1100" b="0" i="0" u="none" strike="noStrike">
                          <a:solidFill>
                            <a:schemeClr val="tx1"/>
                          </a:solidFill>
                          <a:effectLst/>
                          <a:latin typeface="+mn-lt"/>
                        </a:rPr>
                        <a:t>2.4387</a:t>
                      </a:r>
                    </a:p>
                  </a:txBody>
                  <a:tcPr marL="0" marR="0" marT="0" marB="0" anchor="b"/>
                </a:tc>
                <a:tc>
                  <a:txBody>
                    <a:bodyPr/>
                    <a:lstStyle/>
                    <a:p>
                      <a:pPr algn="ctr" fontAlgn="b">
                        <a:buNone/>
                      </a:pPr>
                      <a:r>
                        <a:rPr lang="en-US" sz="1100" b="0" i="0" u="none" strike="noStrike">
                          <a:solidFill>
                            <a:schemeClr val="tx1"/>
                          </a:solidFill>
                          <a:effectLst/>
                          <a:latin typeface="+mn-lt"/>
                        </a:rPr>
                        <a:t>11.1679</a:t>
                      </a:r>
                    </a:p>
                  </a:txBody>
                  <a:tcPr marL="0" marR="0" marT="0" marB="0" anchor="b"/>
                </a:tc>
                <a:tc>
                  <a:txBody>
                    <a:bodyPr/>
                    <a:lstStyle/>
                    <a:p>
                      <a:pPr algn="ctr" fontAlgn="b">
                        <a:buNone/>
                      </a:pPr>
                      <a:r>
                        <a:rPr lang="en-US" sz="1100" b="0" i="0" u="none" strike="noStrike">
                          <a:solidFill>
                            <a:schemeClr val="tx1"/>
                          </a:solidFill>
                          <a:effectLst/>
                          <a:latin typeface="+mn-lt"/>
                        </a:rPr>
                        <a:t>1.1119</a:t>
                      </a:r>
                    </a:p>
                  </a:txBody>
                  <a:tcPr marL="0" marR="0" marT="0" marB="0" anchor="b"/>
                </a:tc>
                <a:extLst>
                  <a:ext uri="{0D108BD9-81ED-4DB2-BD59-A6C34878D82A}">
                    <a16:rowId xmlns:a16="http://schemas.microsoft.com/office/drawing/2014/main" val="1635431184"/>
                  </a:ext>
                </a:extLst>
              </a:tr>
              <a:tr h="362903">
                <a:tc>
                  <a:txBody>
                    <a:bodyPr/>
                    <a:lstStyle/>
                    <a:p>
                      <a:pPr algn="ctr" fontAlgn="b">
                        <a:buNone/>
                      </a:pPr>
                      <a:r>
                        <a:rPr lang="en-US" sz="1100" b="0" i="0" u="none" strike="noStrike">
                          <a:solidFill>
                            <a:schemeClr val="tx1"/>
                          </a:solidFill>
                          <a:effectLst/>
                          <a:latin typeface="+mn-lt"/>
                        </a:rPr>
                        <a:t>6</a:t>
                      </a:r>
                    </a:p>
                  </a:txBody>
                  <a:tcPr marL="0" marR="0" marT="0" marB="0" anchor="b"/>
                </a:tc>
                <a:tc>
                  <a:txBody>
                    <a:bodyPr/>
                    <a:lstStyle/>
                    <a:p>
                      <a:pPr algn="ctr" fontAlgn="b">
                        <a:buNone/>
                      </a:pPr>
                      <a:r>
                        <a:rPr lang="en-US" sz="1100" b="0" i="0" u="none" strike="noStrike">
                          <a:solidFill>
                            <a:schemeClr val="tx1"/>
                          </a:solidFill>
                          <a:effectLst/>
                          <a:latin typeface="+mn-lt"/>
                        </a:rPr>
                        <a:t>35399</a:t>
                      </a:r>
                    </a:p>
                  </a:txBody>
                  <a:tcPr marL="0" marR="0" marT="0" marB="0" anchor="b"/>
                </a:tc>
                <a:tc>
                  <a:txBody>
                    <a:bodyPr/>
                    <a:lstStyle/>
                    <a:p>
                      <a:pPr algn="ctr" fontAlgn="b">
                        <a:buNone/>
                      </a:pPr>
                      <a:r>
                        <a:rPr lang="en-US" sz="1100" b="0" i="0" u="none" strike="noStrike">
                          <a:solidFill>
                            <a:schemeClr val="tx1"/>
                          </a:solidFill>
                          <a:effectLst/>
                          <a:latin typeface="+mn-lt"/>
                        </a:rPr>
                        <a:t>814</a:t>
                      </a:r>
                    </a:p>
                  </a:txBody>
                  <a:tcPr marL="0" marR="0" marT="0" marB="0" anchor="b"/>
                </a:tc>
                <a:tc>
                  <a:txBody>
                    <a:bodyPr/>
                    <a:lstStyle/>
                    <a:p>
                      <a:pPr algn="ctr" fontAlgn="b">
                        <a:buNone/>
                      </a:pPr>
                      <a:r>
                        <a:rPr lang="en-US" sz="1100" b="0" i="0" u="none" strike="noStrike">
                          <a:solidFill>
                            <a:schemeClr val="tx1"/>
                          </a:solidFill>
                          <a:effectLst/>
                          <a:latin typeface="+mn-lt"/>
                        </a:rPr>
                        <a:t>2.2995</a:t>
                      </a:r>
                    </a:p>
                  </a:txBody>
                  <a:tcPr marL="0" marR="0" marT="0" marB="0" anchor="b"/>
                </a:tc>
                <a:tc>
                  <a:txBody>
                    <a:bodyPr/>
                    <a:lstStyle/>
                    <a:p>
                      <a:pPr algn="ctr" fontAlgn="b">
                        <a:buNone/>
                      </a:pPr>
                      <a:r>
                        <a:rPr lang="en-US" sz="1100" b="0" i="0" u="none" strike="noStrike">
                          <a:solidFill>
                            <a:schemeClr val="tx1"/>
                          </a:solidFill>
                          <a:effectLst/>
                          <a:latin typeface="+mn-lt"/>
                        </a:rPr>
                        <a:t>10.4012</a:t>
                      </a:r>
                    </a:p>
                  </a:txBody>
                  <a:tcPr marL="0" marR="0" marT="0" marB="0" anchor="b"/>
                </a:tc>
                <a:tc>
                  <a:txBody>
                    <a:bodyPr/>
                    <a:lstStyle/>
                    <a:p>
                      <a:pPr algn="ctr" fontAlgn="b">
                        <a:buNone/>
                      </a:pPr>
                      <a:r>
                        <a:rPr lang="en-US" sz="1100" b="0" i="0" u="none" strike="noStrike">
                          <a:solidFill>
                            <a:schemeClr val="tx1"/>
                          </a:solidFill>
                          <a:effectLst/>
                          <a:latin typeface="+mn-lt"/>
                        </a:rPr>
                        <a:t>1.0485</a:t>
                      </a:r>
                    </a:p>
                  </a:txBody>
                  <a:tcPr marL="0" marR="0" marT="0" marB="0" anchor="b"/>
                </a:tc>
                <a:extLst>
                  <a:ext uri="{0D108BD9-81ED-4DB2-BD59-A6C34878D82A}">
                    <a16:rowId xmlns:a16="http://schemas.microsoft.com/office/drawing/2014/main" val="4134640696"/>
                  </a:ext>
                </a:extLst>
              </a:tr>
              <a:tr h="362903">
                <a:tc>
                  <a:txBody>
                    <a:bodyPr/>
                    <a:lstStyle/>
                    <a:p>
                      <a:pPr algn="ctr" fontAlgn="b">
                        <a:buNone/>
                      </a:pPr>
                      <a:r>
                        <a:rPr lang="en-US" sz="1100" b="0" i="0" u="none" strike="noStrike">
                          <a:solidFill>
                            <a:schemeClr val="tx1"/>
                          </a:solidFill>
                          <a:effectLst/>
                          <a:latin typeface="+mn-lt"/>
                        </a:rPr>
                        <a:t>7</a:t>
                      </a:r>
                    </a:p>
                  </a:txBody>
                  <a:tcPr marL="0" marR="0" marT="0" marB="0" anchor="b"/>
                </a:tc>
                <a:tc>
                  <a:txBody>
                    <a:bodyPr/>
                    <a:lstStyle/>
                    <a:p>
                      <a:pPr algn="ctr" fontAlgn="b">
                        <a:buNone/>
                      </a:pPr>
                      <a:r>
                        <a:rPr lang="en-US" sz="1100" b="0" i="0" u="none" strike="noStrike">
                          <a:solidFill>
                            <a:schemeClr val="tx1"/>
                          </a:solidFill>
                          <a:effectLst/>
                          <a:latin typeface="+mn-lt"/>
                        </a:rPr>
                        <a:t>36302</a:t>
                      </a:r>
                    </a:p>
                  </a:txBody>
                  <a:tcPr marL="0" marR="0" marT="0" marB="0" anchor="b"/>
                </a:tc>
                <a:tc>
                  <a:txBody>
                    <a:bodyPr/>
                    <a:lstStyle/>
                    <a:p>
                      <a:pPr algn="ctr" fontAlgn="b">
                        <a:buNone/>
                      </a:pPr>
                      <a:r>
                        <a:rPr lang="en-US" sz="1100" b="0" i="0" u="none" strike="noStrike">
                          <a:solidFill>
                            <a:schemeClr val="tx1"/>
                          </a:solidFill>
                          <a:effectLst/>
                          <a:latin typeface="+mn-lt"/>
                        </a:rPr>
                        <a:t>570</a:t>
                      </a:r>
                    </a:p>
                  </a:txBody>
                  <a:tcPr marL="0" marR="0" marT="0" marB="0" anchor="b"/>
                </a:tc>
                <a:tc>
                  <a:txBody>
                    <a:bodyPr/>
                    <a:lstStyle/>
                    <a:p>
                      <a:pPr algn="ctr" fontAlgn="b">
                        <a:buNone/>
                      </a:pPr>
                      <a:r>
                        <a:rPr lang="en-US" sz="1100" b="0" i="0" u="none" strike="noStrike">
                          <a:solidFill>
                            <a:schemeClr val="tx1"/>
                          </a:solidFill>
                          <a:effectLst/>
                          <a:latin typeface="+mn-lt"/>
                        </a:rPr>
                        <a:t>1.5702</a:t>
                      </a:r>
                    </a:p>
                  </a:txBody>
                  <a:tcPr marL="0" marR="0" marT="0" marB="0" anchor="b"/>
                </a:tc>
                <a:tc>
                  <a:txBody>
                    <a:bodyPr/>
                    <a:lstStyle/>
                    <a:p>
                      <a:pPr algn="ctr" fontAlgn="b">
                        <a:buNone/>
                      </a:pPr>
                      <a:r>
                        <a:rPr lang="en-US" sz="1100" b="0" i="0" u="none" strike="noStrike">
                          <a:solidFill>
                            <a:schemeClr val="tx1"/>
                          </a:solidFill>
                          <a:effectLst/>
                          <a:latin typeface="+mn-lt"/>
                        </a:rPr>
                        <a:t>7.2834</a:t>
                      </a:r>
                    </a:p>
                  </a:txBody>
                  <a:tcPr marL="0" marR="0" marT="0" marB="0" anchor="b"/>
                </a:tc>
                <a:tc>
                  <a:txBody>
                    <a:bodyPr/>
                    <a:lstStyle/>
                    <a:p>
                      <a:pPr algn="ctr" fontAlgn="b">
                        <a:buNone/>
                      </a:pPr>
                      <a:r>
                        <a:rPr lang="en-US" sz="1100" b="0" i="0" u="none" strike="noStrike">
                          <a:solidFill>
                            <a:schemeClr val="tx1"/>
                          </a:solidFill>
                          <a:effectLst/>
                          <a:latin typeface="+mn-lt"/>
                        </a:rPr>
                        <a:t>0.7159</a:t>
                      </a:r>
                    </a:p>
                  </a:txBody>
                  <a:tcPr marL="0" marR="0" marT="0" marB="0" anchor="b"/>
                </a:tc>
                <a:extLst>
                  <a:ext uri="{0D108BD9-81ED-4DB2-BD59-A6C34878D82A}">
                    <a16:rowId xmlns:a16="http://schemas.microsoft.com/office/drawing/2014/main" val="1961370959"/>
                  </a:ext>
                </a:extLst>
              </a:tr>
              <a:tr h="362903">
                <a:tc>
                  <a:txBody>
                    <a:bodyPr/>
                    <a:lstStyle/>
                    <a:p>
                      <a:pPr algn="ctr" fontAlgn="b">
                        <a:buNone/>
                      </a:pPr>
                      <a:r>
                        <a:rPr lang="en-US" sz="1100" b="0" i="0" u="none" strike="noStrike">
                          <a:solidFill>
                            <a:schemeClr val="tx1"/>
                          </a:solidFill>
                          <a:effectLst/>
                          <a:latin typeface="+mn-lt"/>
                        </a:rPr>
                        <a:t>8</a:t>
                      </a:r>
                    </a:p>
                  </a:txBody>
                  <a:tcPr marL="0" marR="0" marT="0" marB="0" anchor="b"/>
                </a:tc>
                <a:tc>
                  <a:txBody>
                    <a:bodyPr/>
                    <a:lstStyle/>
                    <a:p>
                      <a:pPr algn="ctr" fontAlgn="b">
                        <a:buNone/>
                      </a:pPr>
                      <a:r>
                        <a:rPr lang="en-US" sz="1100" b="0" i="0" u="none" strike="noStrike">
                          <a:solidFill>
                            <a:schemeClr val="tx1"/>
                          </a:solidFill>
                          <a:effectLst/>
                          <a:latin typeface="+mn-lt"/>
                        </a:rPr>
                        <a:t>35238</a:t>
                      </a:r>
                    </a:p>
                  </a:txBody>
                  <a:tcPr marL="0" marR="0" marT="0" marB="0" anchor="b"/>
                </a:tc>
                <a:tc>
                  <a:txBody>
                    <a:bodyPr/>
                    <a:lstStyle/>
                    <a:p>
                      <a:pPr algn="ctr" fontAlgn="b">
                        <a:buNone/>
                      </a:pPr>
                      <a:r>
                        <a:rPr lang="en-US" sz="1100" b="0" i="0" u="none" strike="noStrike">
                          <a:solidFill>
                            <a:schemeClr val="tx1"/>
                          </a:solidFill>
                          <a:effectLst/>
                          <a:latin typeface="+mn-lt"/>
                        </a:rPr>
                        <a:t>361</a:t>
                      </a:r>
                    </a:p>
                  </a:txBody>
                  <a:tcPr marL="0" marR="0" marT="0" marB="0" anchor="b"/>
                </a:tc>
                <a:tc>
                  <a:txBody>
                    <a:bodyPr/>
                    <a:lstStyle/>
                    <a:p>
                      <a:pPr algn="ctr" fontAlgn="b">
                        <a:buNone/>
                      </a:pPr>
                      <a:r>
                        <a:rPr lang="en-US" sz="1100" b="0" i="0" u="none" strike="noStrike">
                          <a:solidFill>
                            <a:schemeClr val="tx1"/>
                          </a:solidFill>
                          <a:effectLst/>
                          <a:latin typeface="+mn-lt"/>
                        </a:rPr>
                        <a:t>1.0245</a:t>
                      </a:r>
                    </a:p>
                  </a:txBody>
                  <a:tcPr marL="0" marR="0" marT="0" marB="0" anchor="b"/>
                </a:tc>
                <a:tc>
                  <a:txBody>
                    <a:bodyPr/>
                    <a:lstStyle/>
                    <a:p>
                      <a:pPr algn="ctr" fontAlgn="b">
                        <a:buNone/>
                      </a:pPr>
                      <a:r>
                        <a:rPr lang="en-US" sz="1100" b="0" i="0" u="none" strike="noStrike">
                          <a:solidFill>
                            <a:schemeClr val="tx1"/>
                          </a:solidFill>
                          <a:effectLst/>
                          <a:latin typeface="+mn-lt"/>
                        </a:rPr>
                        <a:t>4.6128</a:t>
                      </a:r>
                    </a:p>
                  </a:txBody>
                  <a:tcPr marL="0" marR="0" marT="0" marB="0" anchor="b"/>
                </a:tc>
                <a:tc>
                  <a:txBody>
                    <a:bodyPr/>
                    <a:lstStyle/>
                    <a:p>
                      <a:pPr algn="ctr" fontAlgn="b">
                        <a:buNone/>
                      </a:pPr>
                      <a:r>
                        <a:rPr lang="en-US" sz="1100" b="0" i="0" u="none" strike="noStrike">
                          <a:solidFill>
                            <a:schemeClr val="tx1"/>
                          </a:solidFill>
                          <a:effectLst/>
                          <a:latin typeface="+mn-lt"/>
                        </a:rPr>
                        <a:t>0.4671</a:t>
                      </a:r>
                    </a:p>
                  </a:txBody>
                  <a:tcPr marL="0" marR="0" marT="0" marB="0" anchor="b"/>
                </a:tc>
                <a:extLst>
                  <a:ext uri="{0D108BD9-81ED-4DB2-BD59-A6C34878D82A}">
                    <a16:rowId xmlns:a16="http://schemas.microsoft.com/office/drawing/2014/main" val="1063163177"/>
                  </a:ext>
                </a:extLst>
              </a:tr>
              <a:tr h="362903">
                <a:tc>
                  <a:txBody>
                    <a:bodyPr/>
                    <a:lstStyle/>
                    <a:p>
                      <a:pPr algn="ctr" fontAlgn="b">
                        <a:buNone/>
                      </a:pPr>
                      <a:r>
                        <a:rPr lang="en-US" sz="1100" b="0" i="0" u="none" strike="noStrike">
                          <a:solidFill>
                            <a:schemeClr val="tx1"/>
                          </a:solidFill>
                          <a:effectLst/>
                          <a:latin typeface="+mn-lt"/>
                        </a:rPr>
                        <a:t>9</a:t>
                      </a:r>
                    </a:p>
                  </a:txBody>
                  <a:tcPr marL="0" marR="0" marT="0" marB="0" anchor="b"/>
                </a:tc>
                <a:tc>
                  <a:txBody>
                    <a:bodyPr/>
                    <a:lstStyle/>
                    <a:p>
                      <a:pPr algn="ctr" fontAlgn="b">
                        <a:buNone/>
                      </a:pPr>
                      <a:r>
                        <a:rPr lang="en-US" sz="1100" b="0" i="0" u="none" strike="noStrike">
                          <a:solidFill>
                            <a:schemeClr val="tx1"/>
                          </a:solidFill>
                          <a:effectLst/>
                          <a:latin typeface="+mn-lt"/>
                        </a:rPr>
                        <a:t>35460</a:t>
                      </a:r>
                    </a:p>
                  </a:txBody>
                  <a:tcPr marL="0" marR="0" marT="0" marB="0" anchor="b"/>
                </a:tc>
                <a:tc>
                  <a:txBody>
                    <a:bodyPr/>
                    <a:lstStyle/>
                    <a:p>
                      <a:pPr algn="ctr" fontAlgn="b">
                        <a:buNone/>
                      </a:pPr>
                      <a:r>
                        <a:rPr lang="en-US" sz="1100" b="0" i="0" u="none" strike="noStrike">
                          <a:solidFill>
                            <a:schemeClr val="tx1"/>
                          </a:solidFill>
                          <a:effectLst/>
                          <a:latin typeface="+mn-lt"/>
                        </a:rPr>
                        <a:t>602</a:t>
                      </a:r>
                    </a:p>
                  </a:txBody>
                  <a:tcPr marL="0" marR="0" marT="0" marB="0" anchor="b"/>
                </a:tc>
                <a:tc>
                  <a:txBody>
                    <a:bodyPr/>
                    <a:lstStyle/>
                    <a:p>
                      <a:pPr algn="ctr" fontAlgn="b">
                        <a:buNone/>
                      </a:pPr>
                      <a:r>
                        <a:rPr lang="en-US" sz="1100" b="0" i="0" u="none" strike="noStrike">
                          <a:solidFill>
                            <a:schemeClr val="tx1"/>
                          </a:solidFill>
                          <a:effectLst/>
                          <a:latin typeface="+mn-lt"/>
                        </a:rPr>
                        <a:t>1.6977</a:t>
                      </a:r>
                    </a:p>
                  </a:txBody>
                  <a:tcPr marL="0" marR="0" marT="0" marB="0" anchor="b"/>
                </a:tc>
                <a:tc>
                  <a:txBody>
                    <a:bodyPr/>
                    <a:lstStyle/>
                    <a:p>
                      <a:pPr algn="ctr" fontAlgn="b">
                        <a:buNone/>
                      </a:pPr>
                      <a:r>
                        <a:rPr lang="en-US" sz="1100" b="0" i="0" u="none" strike="noStrike">
                          <a:solidFill>
                            <a:schemeClr val="tx1"/>
                          </a:solidFill>
                          <a:effectLst/>
                          <a:latin typeface="+mn-lt"/>
                        </a:rPr>
                        <a:t>7.6923</a:t>
                      </a:r>
                    </a:p>
                  </a:txBody>
                  <a:tcPr marL="0" marR="0" marT="0" marB="0" anchor="b"/>
                </a:tc>
                <a:tc>
                  <a:txBody>
                    <a:bodyPr/>
                    <a:lstStyle/>
                    <a:p>
                      <a:pPr algn="ctr" fontAlgn="b">
                        <a:buNone/>
                      </a:pPr>
                      <a:r>
                        <a:rPr lang="en-US" sz="1100" b="0" i="0" u="none" strike="noStrike">
                          <a:solidFill>
                            <a:schemeClr val="tx1"/>
                          </a:solidFill>
                          <a:effectLst/>
                          <a:latin typeface="+mn-lt"/>
                        </a:rPr>
                        <a:t>0.7741</a:t>
                      </a:r>
                    </a:p>
                  </a:txBody>
                  <a:tcPr marL="0" marR="0" marT="0" marB="0" anchor="b"/>
                </a:tc>
                <a:extLst>
                  <a:ext uri="{0D108BD9-81ED-4DB2-BD59-A6C34878D82A}">
                    <a16:rowId xmlns:a16="http://schemas.microsoft.com/office/drawing/2014/main" val="1208998826"/>
                  </a:ext>
                </a:extLst>
              </a:tr>
              <a:tr h="362903">
                <a:tc>
                  <a:txBody>
                    <a:bodyPr/>
                    <a:lstStyle/>
                    <a:p>
                      <a:pPr algn="ctr" fontAlgn="b">
                        <a:buNone/>
                      </a:pPr>
                      <a:r>
                        <a:rPr lang="en-US" sz="1100" b="0" i="0" u="none" strike="noStrike">
                          <a:solidFill>
                            <a:schemeClr val="tx1"/>
                          </a:solidFill>
                          <a:effectLst/>
                          <a:latin typeface="+mn-lt"/>
                        </a:rPr>
                        <a:t>10</a:t>
                      </a:r>
                    </a:p>
                  </a:txBody>
                  <a:tcPr marL="0" marR="0" marT="0" marB="0" anchor="b"/>
                </a:tc>
                <a:tc>
                  <a:txBody>
                    <a:bodyPr/>
                    <a:lstStyle/>
                    <a:p>
                      <a:pPr algn="ctr" fontAlgn="b">
                        <a:buNone/>
                      </a:pPr>
                      <a:r>
                        <a:rPr lang="en-US" sz="1100" b="0" i="0" u="none" strike="noStrike">
                          <a:solidFill>
                            <a:schemeClr val="tx1"/>
                          </a:solidFill>
                          <a:effectLst/>
                          <a:latin typeface="+mn-lt"/>
                        </a:rPr>
                        <a:t>35521</a:t>
                      </a:r>
                    </a:p>
                  </a:txBody>
                  <a:tcPr marL="0" marR="0" marT="0" marB="0" anchor="b"/>
                </a:tc>
                <a:tc>
                  <a:txBody>
                    <a:bodyPr/>
                    <a:lstStyle/>
                    <a:p>
                      <a:pPr algn="ctr" fontAlgn="b">
                        <a:buNone/>
                      </a:pPr>
                      <a:r>
                        <a:rPr lang="en-US" sz="1100" b="0" i="0" u="none" strike="noStrike">
                          <a:solidFill>
                            <a:schemeClr val="tx1"/>
                          </a:solidFill>
                          <a:effectLst/>
                          <a:latin typeface="+mn-lt"/>
                        </a:rPr>
                        <a:t>609</a:t>
                      </a:r>
                    </a:p>
                  </a:txBody>
                  <a:tcPr marL="0" marR="0" marT="0" marB="0" anchor="b"/>
                </a:tc>
                <a:tc>
                  <a:txBody>
                    <a:bodyPr/>
                    <a:lstStyle/>
                    <a:p>
                      <a:pPr algn="ctr" fontAlgn="b">
                        <a:buNone/>
                      </a:pPr>
                      <a:r>
                        <a:rPr lang="en-US" sz="1100" b="0" i="0" u="none" strike="noStrike">
                          <a:solidFill>
                            <a:schemeClr val="tx1"/>
                          </a:solidFill>
                          <a:effectLst/>
                          <a:latin typeface="+mn-lt"/>
                        </a:rPr>
                        <a:t>1.7145</a:t>
                      </a:r>
                    </a:p>
                  </a:txBody>
                  <a:tcPr marL="0" marR="0" marT="0" marB="0" anchor="b"/>
                </a:tc>
                <a:tc>
                  <a:txBody>
                    <a:bodyPr/>
                    <a:lstStyle/>
                    <a:p>
                      <a:pPr algn="ctr" fontAlgn="b">
                        <a:buNone/>
                      </a:pPr>
                      <a:r>
                        <a:rPr lang="en-US" sz="1100" b="0" i="0" u="none" strike="noStrike">
                          <a:solidFill>
                            <a:schemeClr val="tx1"/>
                          </a:solidFill>
                          <a:effectLst/>
                          <a:latin typeface="+mn-lt"/>
                        </a:rPr>
                        <a:t>7.7818</a:t>
                      </a:r>
                    </a:p>
                  </a:txBody>
                  <a:tcPr marL="0" marR="0" marT="0" marB="0" anchor="b"/>
                </a:tc>
                <a:tc>
                  <a:txBody>
                    <a:bodyPr/>
                    <a:lstStyle/>
                    <a:p>
                      <a:pPr algn="ctr" fontAlgn="b">
                        <a:buNone/>
                      </a:pPr>
                      <a:r>
                        <a:rPr lang="en-US" sz="1100" b="0" i="0" u="none" strike="noStrike">
                          <a:solidFill>
                            <a:schemeClr val="tx1"/>
                          </a:solidFill>
                          <a:effectLst/>
                          <a:latin typeface="+mn-lt"/>
                        </a:rPr>
                        <a:t>0.7817</a:t>
                      </a:r>
                    </a:p>
                  </a:txBody>
                  <a:tcPr marL="0" marR="0" marT="0" marB="0" anchor="b"/>
                </a:tc>
                <a:extLst>
                  <a:ext uri="{0D108BD9-81ED-4DB2-BD59-A6C34878D82A}">
                    <a16:rowId xmlns:a16="http://schemas.microsoft.com/office/drawing/2014/main" val="3506312584"/>
                  </a:ext>
                </a:extLst>
              </a:tr>
            </a:tbl>
          </a:graphicData>
        </a:graphic>
      </p:graphicFrame>
    </p:spTree>
    <p:extLst>
      <p:ext uri="{BB962C8B-B14F-4D97-AF65-F5344CB8AC3E}">
        <p14:creationId xmlns:p14="http://schemas.microsoft.com/office/powerpoint/2010/main" val="13640323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D391C-AC7D-317D-18AA-95B81B1887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B36C40-4EC5-184E-AF45-23BF8F90B0BF}"/>
              </a:ext>
            </a:extLst>
          </p:cNvPr>
          <p:cNvSpPr>
            <a:spLocks noGrp="1"/>
          </p:cNvSpPr>
          <p:nvPr>
            <p:ph type="title"/>
          </p:nvPr>
        </p:nvSpPr>
        <p:spPr>
          <a:xfrm>
            <a:off x="365760" y="822960"/>
            <a:ext cx="10972800" cy="448056"/>
          </a:xfrm>
        </p:spPr>
        <p:txBody>
          <a:bodyPr vert="horz" lIns="0" tIns="45720" rIns="0" bIns="45720" rtlCol="0" anchor="t">
            <a:normAutofit/>
          </a:bodyPr>
          <a:lstStyle/>
          <a:p>
            <a:r>
              <a:rPr lang="en-US" sz="1800" b="1" kern="1200">
                <a:latin typeface="AvenirNext LT Pro Regular" panose="020B0504020202020204" pitchFamily="34" charset="0"/>
                <a:ea typeface="+mj-ea"/>
                <a:cs typeface="+mj-cs"/>
              </a:rPr>
              <a:t>XGBoost Decile Analysis – OOS Testing</a:t>
            </a:r>
          </a:p>
        </p:txBody>
      </p:sp>
      <p:sp>
        <p:nvSpPr>
          <p:cNvPr id="19" name="Slide Number Placeholder 3">
            <a:extLst>
              <a:ext uri="{FF2B5EF4-FFF2-40B4-BE49-F238E27FC236}">
                <a16:creationId xmlns:a16="http://schemas.microsoft.com/office/drawing/2014/main" id="{9B4C4E61-8446-9091-890D-A8A4D56F0D0A}"/>
              </a:ext>
            </a:extLst>
          </p:cNvPr>
          <p:cNvSpPr>
            <a:spLocks noGrp="1"/>
          </p:cNvSpPr>
          <p:nvPr>
            <p:ph type="sldNum" sz="quarter" idx="12"/>
          </p:nvPr>
        </p:nvSpPr>
        <p:spPr>
          <a:xfrm>
            <a:off x="10904220" y="6309677"/>
            <a:ext cx="457200" cy="365125"/>
          </a:xfrm>
        </p:spPr>
        <p:txBody>
          <a:bodyPr/>
          <a:lstStyle/>
          <a:p>
            <a:pPr>
              <a:spcAft>
                <a:spcPts val="600"/>
              </a:spcAft>
            </a:pPr>
            <a:fld id="{24765544-FD03-4464-B699-C4215568ACB5}" type="slidenum">
              <a:rPr lang="en-US" smtClean="0"/>
              <a:pPr>
                <a:spcAft>
                  <a:spcPts val="600"/>
                </a:spcAft>
              </a:pPr>
              <a:t>15</a:t>
            </a:fld>
            <a:endParaRPr lang="en-US"/>
          </a:p>
        </p:txBody>
      </p:sp>
      <p:sp>
        <p:nvSpPr>
          <p:cNvPr id="4" name="Text Placeholder 3">
            <a:extLst>
              <a:ext uri="{FF2B5EF4-FFF2-40B4-BE49-F238E27FC236}">
                <a16:creationId xmlns:a16="http://schemas.microsoft.com/office/drawing/2014/main" id="{33F2FF9C-97F7-5B5B-910E-648271A69902}"/>
              </a:ext>
            </a:extLst>
          </p:cNvPr>
          <p:cNvSpPr>
            <a:spLocks noGrp="1"/>
          </p:cNvSpPr>
          <p:nvPr>
            <p:ph type="body" sz="quarter" idx="13"/>
          </p:nvPr>
        </p:nvSpPr>
        <p:spPr>
          <a:xfrm>
            <a:off x="365760" y="365760"/>
            <a:ext cx="5943600" cy="365760"/>
          </a:xfrm>
        </p:spPr>
        <p:txBody>
          <a:bodyPr vert="horz" lIns="0" tIns="45720" rIns="0" bIns="45720" rtlCol="0">
            <a:normAutofit/>
          </a:bodyPr>
          <a:lstStyle/>
          <a:p>
            <a:r>
              <a:rPr lang="en-US" b="0" i="0" kern="1200">
                <a:latin typeface="+mj-lt"/>
                <a:ea typeface="+mn-ea"/>
                <a:cs typeface="+mn-cs"/>
              </a:rPr>
              <a:t>Model Output</a:t>
            </a:r>
          </a:p>
        </p:txBody>
      </p:sp>
      <p:graphicFrame>
        <p:nvGraphicFramePr>
          <p:cNvPr id="12" name="Content Placeholder 11">
            <a:extLst>
              <a:ext uri="{FF2B5EF4-FFF2-40B4-BE49-F238E27FC236}">
                <a16:creationId xmlns:a16="http://schemas.microsoft.com/office/drawing/2014/main" id="{2709642B-9DCC-9BEA-026F-F64ABE74EE00}"/>
              </a:ext>
            </a:extLst>
          </p:cNvPr>
          <p:cNvGraphicFramePr>
            <a:graphicFrameLocks noGrp="1"/>
          </p:cNvGraphicFramePr>
          <p:nvPr>
            <p:ph idx="1"/>
            <p:extLst>
              <p:ext uri="{D42A27DB-BD31-4B8C-83A1-F6EECF244321}">
                <p14:modId xmlns:p14="http://schemas.microsoft.com/office/powerpoint/2010/main" val="2647755058"/>
              </p:ext>
            </p:extLst>
          </p:nvPr>
        </p:nvGraphicFramePr>
        <p:xfrm>
          <a:off x="469772" y="1835369"/>
          <a:ext cx="10972801" cy="3991933"/>
        </p:xfrm>
        <a:graphic>
          <a:graphicData uri="http://schemas.openxmlformats.org/drawingml/2006/table">
            <a:tbl>
              <a:tblPr firstRow="1" bandRow="1">
                <a:tableStyleId>{5C22544A-7EE6-4342-B048-85BDC9FD1C3A}</a:tableStyleId>
              </a:tblPr>
              <a:tblGrid>
                <a:gridCol w="1286408">
                  <a:extLst>
                    <a:ext uri="{9D8B030D-6E8A-4147-A177-3AD203B41FA5}">
                      <a16:colId xmlns:a16="http://schemas.microsoft.com/office/drawing/2014/main" val="2563450887"/>
                    </a:ext>
                  </a:extLst>
                </a:gridCol>
                <a:gridCol w="1399250">
                  <a:extLst>
                    <a:ext uri="{9D8B030D-6E8A-4147-A177-3AD203B41FA5}">
                      <a16:colId xmlns:a16="http://schemas.microsoft.com/office/drawing/2014/main" val="3585926242"/>
                    </a:ext>
                  </a:extLst>
                </a:gridCol>
                <a:gridCol w="2211718">
                  <a:extLst>
                    <a:ext uri="{9D8B030D-6E8A-4147-A177-3AD203B41FA5}">
                      <a16:colId xmlns:a16="http://schemas.microsoft.com/office/drawing/2014/main" val="206324020"/>
                    </a:ext>
                  </a:extLst>
                </a:gridCol>
                <a:gridCol w="1873190">
                  <a:extLst>
                    <a:ext uri="{9D8B030D-6E8A-4147-A177-3AD203B41FA5}">
                      <a16:colId xmlns:a16="http://schemas.microsoft.com/office/drawing/2014/main" val="4016730588"/>
                    </a:ext>
                  </a:extLst>
                </a:gridCol>
                <a:gridCol w="2663089">
                  <a:extLst>
                    <a:ext uri="{9D8B030D-6E8A-4147-A177-3AD203B41FA5}">
                      <a16:colId xmlns:a16="http://schemas.microsoft.com/office/drawing/2014/main" val="2616439988"/>
                    </a:ext>
                  </a:extLst>
                </a:gridCol>
                <a:gridCol w="1539146">
                  <a:extLst>
                    <a:ext uri="{9D8B030D-6E8A-4147-A177-3AD203B41FA5}">
                      <a16:colId xmlns:a16="http://schemas.microsoft.com/office/drawing/2014/main" val="2355374445"/>
                    </a:ext>
                  </a:extLst>
                </a:gridCol>
              </a:tblGrid>
              <a:tr h="362903">
                <a:tc>
                  <a:txBody>
                    <a:bodyPr/>
                    <a:lstStyle/>
                    <a:p>
                      <a:pPr algn="ctr" fontAlgn="t">
                        <a:buNone/>
                      </a:pPr>
                      <a:r>
                        <a:rPr lang="en-US" sz="1200" u="none" strike="noStrike">
                          <a:effectLst/>
                        </a:rPr>
                        <a:t>Decile</a:t>
                      </a:r>
                      <a:endParaRPr lang="en-US" sz="1200" b="1" i="0" u="none" strike="noStrike">
                        <a:solidFill>
                          <a:srgbClr val="FFFFFF"/>
                        </a:solidFill>
                        <a:effectLst/>
                        <a:latin typeface="Calibri" panose="020F0502020204030204" pitchFamily="34" charset="0"/>
                      </a:endParaRPr>
                    </a:p>
                  </a:txBody>
                  <a:tcPr marL="0" marR="0" marT="0" marB="0"/>
                </a:tc>
                <a:tc>
                  <a:txBody>
                    <a:bodyPr/>
                    <a:lstStyle/>
                    <a:p>
                      <a:pPr algn="ctr" fontAlgn="t">
                        <a:buNone/>
                      </a:pPr>
                      <a:r>
                        <a:rPr lang="en-US" sz="1200" u="none" strike="noStrike">
                          <a:effectLst/>
                        </a:rPr>
                        <a:t>Counts</a:t>
                      </a:r>
                      <a:endParaRPr lang="en-US" sz="1200" b="1" i="0" u="none" strike="noStrike">
                        <a:solidFill>
                          <a:srgbClr val="FFFFFF"/>
                        </a:solidFill>
                        <a:effectLst/>
                        <a:latin typeface="Calibri" panose="020F0502020204030204" pitchFamily="34" charset="0"/>
                      </a:endParaRPr>
                    </a:p>
                  </a:txBody>
                  <a:tcPr marL="0" marR="0" marT="0" marB="0"/>
                </a:tc>
                <a:tc>
                  <a:txBody>
                    <a:bodyPr/>
                    <a:lstStyle/>
                    <a:p>
                      <a:pPr algn="ctr" fontAlgn="t">
                        <a:buNone/>
                      </a:pPr>
                      <a:r>
                        <a:rPr lang="en-US" sz="1200" u="none" strike="noStrike">
                          <a:effectLst/>
                        </a:rPr>
                        <a:t>Positive Target</a:t>
                      </a:r>
                      <a:endParaRPr lang="en-US" sz="1200" b="1" i="0" u="none" strike="noStrike">
                        <a:solidFill>
                          <a:srgbClr val="FFFFFF"/>
                        </a:solidFill>
                        <a:effectLst/>
                        <a:latin typeface="Calibri" panose="020F0502020204030204" pitchFamily="34" charset="0"/>
                      </a:endParaRPr>
                    </a:p>
                  </a:txBody>
                  <a:tcPr marL="0" marR="0" marT="0" marB="0"/>
                </a:tc>
                <a:tc>
                  <a:txBody>
                    <a:bodyPr/>
                    <a:lstStyle/>
                    <a:p>
                      <a:pPr algn="ctr" fontAlgn="t">
                        <a:buNone/>
                      </a:pPr>
                      <a:r>
                        <a:rPr lang="en-US" sz="1200" u="none" strike="noStrike">
                          <a:effectLst/>
                        </a:rPr>
                        <a:t>Target Rate</a:t>
                      </a:r>
                      <a:endParaRPr lang="en-US" sz="1200" b="1" i="0" u="none" strike="noStrike">
                        <a:solidFill>
                          <a:srgbClr val="FFFFFF"/>
                        </a:solidFill>
                        <a:effectLst/>
                        <a:latin typeface="Calibri" panose="020F0502020204030204" pitchFamily="34" charset="0"/>
                      </a:endParaRPr>
                    </a:p>
                  </a:txBody>
                  <a:tcPr marL="0" marR="0" marT="0" marB="0"/>
                </a:tc>
                <a:tc>
                  <a:txBody>
                    <a:bodyPr/>
                    <a:lstStyle/>
                    <a:p>
                      <a:pPr algn="ctr" fontAlgn="t">
                        <a:buNone/>
                      </a:pPr>
                      <a:r>
                        <a:rPr lang="en-US" sz="1200" u="none" strike="noStrike">
                          <a:effectLst/>
                        </a:rPr>
                        <a:t>Overall_Target PCT</a:t>
                      </a:r>
                      <a:endParaRPr lang="en-US" sz="1200" b="1" i="0" u="none" strike="noStrike">
                        <a:solidFill>
                          <a:srgbClr val="FFFFFF"/>
                        </a:solidFill>
                        <a:effectLst/>
                        <a:latin typeface="Calibri" panose="020F0502020204030204" pitchFamily="34" charset="0"/>
                      </a:endParaRPr>
                    </a:p>
                  </a:txBody>
                  <a:tcPr marL="0" marR="0" marT="0" marB="0"/>
                </a:tc>
                <a:tc>
                  <a:txBody>
                    <a:bodyPr/>
                    <a:lstStyle/>
                    <a:p>
                      <a:pPr algn="ctr" fontAlgn="t">
                        <a:buNone/>
                      </a:pPr>
                      <a:r>
                        <a:rPr lang="en-US" sz="1200" u="none" strike="noStrike">
                          <a:effectLst/>
                        </a:rPr>
                        <a:t>Lift</a:t>
                      </a:r>
                      <a:endParaRPr lang="en-US" sz="1200" b="1" i="0" u="none" strike="noStrike">
                        <a:solidFill>
                          <a:srgbClr val="FFFFFF"/>
                        </a:solidFill>
                        <a:effectLst/>
                        <a:latin typeface="Calibri" panose="020F0502020204030204" pitchFamily="34" charset="0"/>
                      </a:endParaRPr>
                    </a:p>
                  </a:txBody>
                  <a:tcPr marL="0" marR="0" marT="0" marB="0"/>
                </a:tc>
                <a:extLst>
                  <a:ext uri="{0D108BD9-81ED-4DB2-BD59-A6C34878D82A}">
                    <a16:rowId xmlns:a16="http://schemas.microsoft.com/office/drawing/2014/main" val="494655070"/>
                  </a:ext>
                </a:extLst>
              </a:tr>
              <a:tr h="362903">
                <a:tc>
                  <a:txBody>
                    <a:bodyPr/>
                    <a:lstStyle/>
                    <a:p>
                      <a:pPr algn="ctr" fontAlgn="b">
                        <a:buNone/>
                      </a:pPr>
                      <a:r>
                        <a:rPr lang="en-US" sz="1100" u="none" strike="noStrike">
                          <a:effectLst/>
                        </a:rPr>
                        <a:t>1</a:t>
                      </a:r>
                      <a:endParaRPr lang="en-US" sz="11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1100" b="0" i="0" u="none" strike="noStrike">
                          <a:solidFill>
                            <a:schemeClr val="tx1"/>
                          </a:solidFill>
                          <a:effectLst/>
                          <a:latin typeface="+mn-lt"/>
                        </a:rPr>
                        <a:t>84241</a:t>
                      </a:r>
                    </a:p>
                  </a:txBody>
                  <a:tcPr marL="6350" marR="6350" marT="6350" marB="0" anchor="b"/>
                </a:tc>
                <a:tc>
                  <a:txBody>
                    <a:bodyPr/>
                    <a:lstStyle/>
                    <a:p>
                      <a:pPr algn="r" fontAlgn="b">
                        <a:buNone/>
                      </a:pPr>
                      <a:r>
                        <a:rPr lang="en-US" sz="1100" b="0" i="0" u="none" strike="noStrike">
                          <a:solidFill>
                            <a:schemeClr val="tx1"/>
                          </a:solidFill>
                          <a:effectLst/>
                          <a:latin typeface="+mn-lt"/>
                        </a:rPr>
                        <a:t>383</a:t>
                      </a:r>
                    </a:p>
                  </a:txBody>
                  <a:tcPr marL="6350" marR="6350" marT="6350" marB="0" anchor="b"/>
                </a:tc>
                <a:tc>
                  <a:txBody>
                    <a:bodyPr/>
                    <a:lstStyle/>
                    <a:p>
                      <a:pPr algn="r" fontAlgn="b">
                        <a:buNone/>
                      </a:pPr>
                      <a:r>
                        <a:rPr lang="en-US" sz="1100" b="0" i="0" u="none" strike="noStrike">
                          <a:solidFill>
                            <a:schemeClr val="tx1"/>
                          </a:solidFill>
                          <a:effectLst/>
                          <a:latin typeface="+mn-lt"/>
                        </a:rPr>
                        <a:t>0.454648</a:t>
                      </a:r>
                    </a:p>
                  </a:txBody>
                  <a:tcPr marL="6350" marR="6350" marT="6350" marB="0" anchor="b"/>
                </a:tc>
                <a:tc>
                  <a:txBody>
                    <a:bodyPr/>
                    <a:lstStyle/>
                    <a:p>
                      <a:pPr algn="r" fontAlgn="b">
                        <a:buNone/>
                      </a:pPr>
                      <a:r>
                        <a:rPr lang="en-US" sz="1100" b="0" i="0" u="none" strike="noStrike">
                          <a:solidFill>
                            <a:schemeClr val="tx1"/>
                          </a:solidFill>
                          <a:effectLst/>
                          <a:latin typeface="+mn-lt"/>
                        </a:rPr>
                        <a:t>45.97839</a:t>
                      </a:r>
                    </a:p>
                  </a:txBody>
                  <a:tcPr marL="6350" marR="6350" marT="6350" marB="0" anchor="b"/>
                </a:tc>
                <a:tc>
                  <a:txBody>
                    <a:bodyPr/>
                    <a:lstStyle/>
                    <a:p>
                      <a:pPr algn="r" fontAlgn="b">
                        <a:buNone/>
                      </a:pPr>
                      <a:r>
                        <a:rPr lang="en-US" sz="1100" b="0" i="0" u="none" strike="noStrike">
                          <a:solidFill>
                            <a:schemeClr val="tx1"/>
                          </a:solidFill>
                          <a:effectLst/>
                          <a:latin typeface="+mn-lt"/>
                        </a:rPr>
                        <a:t>5.538954984</a:t>
                      </a:r>
                    </a:p>
                  </a:txBody>
                  <a:tcPr marL="0" marR="0" marT="0" marB="0" anchor="b"/>
                </a:tc>
                <a:extLst>
                  <a:ext uri="{0D108BD9-81ED-4DB2-BD59-A6C34878D82A}">
                    <a16:rowId xmlns:a16="http://schemas.microsoft.com/office/drawing/2014/main" val="3075488148"/>
                  </a:ext>
                </a:extLst>
              </a:tr>
              <a:tr h="362903">
                <a:tc>
                  <a:txBody>
                    <a:bodyPr/>
                    <a:lstStyle/>
                    <a:p>
                      <a:pPr algn="ctr" fontAlgn="b">
                        <a:buNone/>
                      </a:pPr>
                      <a:r>
                        <a:rPr lang="en-US" sz="1100" u="none" strike="noStrike">
                          <a:effectLst/>
                        </a:rPr>
                        <a:t>2</a:t>
                      </a:r>
                      <a:endParaRPr lang="en-US" sz="11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1100" b="0" i="0" u="none" strike="noStrike">
                          <a:solidFill>
                            <a:schemeClr val="tx1"/>
                          </a:solidFill>
                          <a:effectLst/>
                          <a:latin typeface="+mn-lt"/>
                        </a:rPr>
                        <a:t>105068</a:t>
                      </a:r>
                    </a:p>
                  </a:txBody>
                  <a:tcPr marL="6350" marR="6350" marT="6350" marB="0" anchor="b"/>
                </a:tc>
                <a:tc>
                  <a:txBody>
                    <a:bodyPr/>
                    <a:lstStyle/>
                    <a:p>
                      <a:pPr algn="r" fontAlgn="b">
                        <a:buNone/>
                      </a:pPr>
                      <a:r>
                        <a:rPr lang="en-US" sz="1100" b="0" i="0" u="none" strike="noStrike">
                          <a:solidFill>
                            <a:schemeClr val="tx1"/>
                          </a:solidFill>
                          <a:effectLst/>
                          <a:latin typeface="+mn-lt"/>
                        </a:rPr>
                        <a:t>242</a:t>
                      </a:r>
                    </a:p>
                  </a:txBody>
                  <a:tcPr marL="6350" marR="6350" marT="6350" marB="0" anchor="b"/>
                </a:tc>
                <a:tc>
                  <a:txBody>
                    <a:bodyPr/>
                    <a:lstStyle/>
                    <a:p>
                      <a:pPr algn="r" fontAlgn="b">
                        <a:buNone/>
                      </a:pPr>
                      <a:r>
                        <a:rPr lang="en-US" sz="1100" b="0" i="0" u="none" strike="noStrike">
                          <a:solidFill>
                            <a:schemeClr val="tx1"/>
                          </a:solidFill>
                          <a:effectLst/>
                          <a:latin typeface="+mn-lt"/>
                        </a:rPr>
                        <a:t>0.230327</a:t>
                      </a:r>
                    </a:p>
                  </a:txBody>
                  <a:tcPr marL="6350" marR="6350" marT="6350" marB="0" anchor="b"/>
                </a:tc>
                <a:tc>
                  <a:txBody>
                    <a:bodyPr/>
                    <a:lstStyle/>
                    <a:p>
                      <a:pPr algn="r" fontAlgn="b">
                        <a:buNone/>
                      </a:pPr>
                      <a:r>
                        <a:rPr lang="en-US" sz="1100" b="0" i="0" u="none" strike="noStrike">
                          <a:solidFill>
                            <a:schemeClr val="tx1"/>
                          </a:solidFill>
                          <a:effectLst/>
                          <a:latin typeface="+mn-lt"/>
                        </a:rPr>
                        <a:t>29.05162</a:t>
                      </a:r>
                    </a:p>
                  </a:txBody>
                  <a:tcPr marL="6350" marR="6350" marT="6350" marB="0" anchor="b"/>
                </a:tc>
                <a:tc>
                  <a:txBody>
                    <a:bodyPr/>
                    <a:lstStyle/>
                    <a:p>
                      <a:pPr algn="r" fontAlgn="b">
                        <a:buNone/>
                      </a:pPr>
                      <a:r>
                        <a:rPr lang="en-US" sz="1100" b="0" i="0" u="none" strike="noStrike">
                          <a:solidFill>
                            <a:schemeClr val="tx1"/>
                          </a:solidFill>
                          <a:effectLst/>
                          <a:latin typeface="+mn-lt"/>
                        </a:rPr>
                        <a:t>2.806063378</a:t>
                      </a:r>
                    </a:p>
                  </a:txBody>
                  <a:tcPr marL="0" marR="0" marT="0" marB="0" anchor="b"/>
                </a:tc>
                <a:extLst>
                  <a:ext uri="{0D108BD9-81ED-4DB2-BD59-A6C34878D82A}">
                    <a16:rowId xmlns:a16="http://schemas.microsoft.com/office/drawing/2014/main" val="4054561969"/>
                  </a:ext>
                </a:extLst>
              </a:tr>
              <a:tr h="362903">
                <a:tc>
                  <a:txBody>
                    <a:bodyPr/>
                    <a:lstStyle/>
                    <a:p>
                      <a:pPr algn="ctr" fontAlgn="b">
                        <a:buNone/>
                      </a:pPr>
                      <a:r>
                        <a:rPr lang="en-US" sz="1100" u="none" strike="noStrike">
                          <a:effectLst/>
                        </a:rPr>
                        <a:t>3</a:t>
                      </a:r>
                      <a:endParaRPr lang="en-US" sz="11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1100" b="0" i="0" u="none" strike="noStrike">
                          <a:solidFill>
                            <a:schemeClr val="tx1"/>
                          </a:solidFill>
                          <a:effectLst/>
                          <a:latin typeface="+mn-lt"/>
                        </a:rPr>
                        <a:t>118163</a:t>
                      </a:r>
                    </a:p>
                  </a:txBody>
                  <a:tcPr marL="6350" marR="6350" marT="6350" marB="0" anchor="b"/>
                </a:tc>
                <a:tc>
                  <a:txBody>
                    <a:bodyPr/>
                    <a:lstStyle/>
                    <a:p>
                      <a:pPr algn="r" fontAlgn="b">
                        <a:buNone/>
                      </a:pPr>
                      <a:r>
                        <a:rPr lang="en-US" sz="1100" b="0" i="0" u="none" strike="noStrike">
                          <a:solidFill>
                            <a:schemeClr val="tx1"/>
                          </a:solidFill>
                          <a:effectLst/>
                          <a:latin typeface="+mn-lt"/>
                        </a:rPr>
                        <a:t>138</a:t>
                      </a:r>
                    </a:p>
                  </a:txBody>
                  <a:tcPr marL="6350" marR="6350" marT="6350" marB="0" anchor="b"/>
                </a:tc>
                <a:tc>
                  <a:txBody>
                    <a:bodyPr/>
                    <a:lstStyle/>
                    <a:p>
                      <a:pPr algn="r" fontAlgn="b">
                        <a:buNone/>
                      </a:pPr>
                      <a:r>
                        <a:rPr lang="en-US" sz="1100" b="0" i="0" u="none" strike="noStrike">
                          <a:solidFill>
                            <a:schemeClr val="tx1"/>
                          </a:solidFill>
                          <a:effectLst/>
                          <a:latin typeface="+mn-lt"/>
                        </a:rPr>
                        <a:t>0.116788</a:t>
                      </a:r>
                    </a:p>
                  </a:txBody>
                  <a:tcPr marL="6350" marR="6350" marT="6350" marB="0" anchor="b"/>
                </a:tc>
                <a:tc>
                  <a:txBody>
                    <a:bodyPr/>
                    <a:lstStyle/>
                    <a:p>
                      <a:pPr algn="r" fontAlgn="b">
                        <a:buNone/>
                      </a:pPr>
                      <a:r>
                        <a:rPr lang="en-US" sz="1100" b="0" i="0" u="none" strike="noStrike">
                          <a:solidFill>
                            <a:schemeClr val="tx1"/>
                          </a:solidFill>
                          <a:effectLst/>
                          <a:latin typeface="+mn-lt"/>
                        </a:rPr>
                        <a:t>16.56663</a:t>
                      </a:r>
                    </a:p>
                  </a:txBody>
                  <a:tcPr marL="6350" marR="6350" marT="6350" marB="0" anchor="b"/>
                </a:tc>
                <a:tc>
                  <a:txBody>
                    <a:bodyPr/>
                    <a:lstStyle/>
                    <a:p>
                      <a:pPr algn="r" fontAlgn="b">
                        <a:buNone/>
                      </a:pPr>
                      <a:r>
                        <a:rPr lang="en-US" sz="1100" b="0" i="0" u="none" strike="noStrike">
                          <a:solidFill>
                            <a:schemeClr val="tx1"/>
                          </a:solidFill>
                          <a:effectLst/>
                          <a:latin typeface="+mn-lt"/>
                        </a:rPr>
                        <a:t>1.422820628</a:t>
                      </a:r>
                    </a:p>
                  </a:txBody>
                  <a:tcPr marL="0" marR="0" marT="0" marB="0" anchor="b"/>
                </a:tc>
                <a:extLst>
                  <a:ext uri="{0D108BD9-81ED-4DB2-BD59-A6C34878D82A}">
                    <a16:rowId xmlns:a16="http://schemas.microsoft.com/office/drawing/2014/main" val="2232252179"/>
                  </a:ext>
                </a:extLst>
              </a:tr>
              <a:tr h="362903">
                <a:tc>
                  <a:txBody>
                    <a:bodyPr/>
                    <a:lstStyle/>
                    <a:p>
                      <a:pPr algn="ctr" fontAlgn="b">
                        <a:buNone/>
                      </a:pPr>
                      <a:r>
                        <a:rPr lang="en-US" sz="1100" u="none" strike="noStrike">
                          <a:effectLst/>
                        </a:rPr>
                        <a:t>4</a:t>
                      </a:r>
                      <a:endParaRPr lang="en-US" sz="11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1100" b="0" i="0" u="none" strike="noStrike">
                          <a:solidFill>
                            <a:schemeClr val="tx1"/>
                          </a:solidFill>
                          <a:effectLst/>
                          <a:latin typeface="+mn-lt"/>
                        </a:rPr>
                        <a:t>97768</a:t>
                      </a:r>
                    </a:p>
                  </a:txBody>
                  <a:tcPr marL="6350" marR="6350" marT="6350" marB="0" anchor="b"/>
                </a:tc>
                <a:tc>
                  <a:txBody>
                    <a:bodyPr/>
                    <a:lstStyle/>
                    <a:p>
                      <a:pPr algn="r" fontAlgn="b">
                        <a:buNone/>
                      </a:pPr>
                      <a:r>
                        <a:rPr lang="en-US" sz="1100" b="0" i="0" u="none" strike="noStrike">
                          <a:solidFill>
                            <a:schemeClr val="tx1"/>
                          </a:solidFill>
                          <a:effectLst/>
                          <a:latin typeface="+mn-lt"/>
                        </a:rPr>
                        <a:t>51</a:t>
                      </a:r>
                    </a:p>
                  </a:txBody>
                  <a:tcPr marL="6350" marR="6350" marT="6350" marB="0" anchor="b"/>
                </a:tc>
                <a:tc>
                  <a:txBody>
                    <a:bodyPr/>
                    <a:lstStyle/>
                    <a:p>
                      <a:pPr algn="r" fontAlgn="b">
                        <a:buNone/>
                      </a:pPr>
                      <a:r>
                        <a:rPr lang="en-US" sz="1100" b="0" i="0" u="none" strike="noStrike">
                          <a:solidFill>
                            <a:schemeClr val="tx1"/>
                          </a:solidFill>
                          <a:effectLst/>
                          <a:latin typeface="+mn-lt"/>
                        </a:rPr>
                        <a:t>0.052164</a:t>
                      </a:r>
                    </a:p>
                  </a:txBody>
                  <a:tcPr marL="6350" marR="6350" marT="6350" marB="0" anchor="b"/>
                </a:tc>
                <a:tc>
                  <a:txBody>
                    <a:bodyPr/>
                    <a:lstStyle/>
                    <a:p>
                      <a:pPr algn="r" fontAlgn="b">
                        <a:buNone/>
                      </a:pPr>
                      <a:r>
                        <a:rPr lang="en-US" sz="1100" b="0" i="0" u="none" strike="noStrike">
                          <a:solidFill>
                            <a:schemeClr val="tx1"/>
                          </a:solidFill>
                          <a:effectLst/>
                          <a:latin typeface="+mn-lt"/>
                        </a:rPr>
                        <a:t>6.122449</a:t>
                      </a:r>
                    </a:p>
                  </a:txBody>
                  <a:tcPr marL="6350" marR="6350" marT="6350" marB="0" anchor="b"/>
                </a:tc>
                <a:tc>
                  <a:txBody>
                    <a:bodyPr/>
                    <a:lstStyle/>
                    <a:p>
                      <a:pPr algn="r" fontAlgn="b">
                        <a:buNone/>
                      </a:pPr>
                      <a:r>
                        <a:rPr lang="en-US" sz="1100" b="0" i="0" u="none" strike="noStrike">
                          <a:solidFill>
                            <a:schemeClr val="tx1"/>
                          </a:solidFill>
                          <a:effectLst/>
                          <a:latin typeface="+mn-lt"/>
                        </a:rPr>
                        <a:t>0.635515314</a:t>
                      </a:r>
                    </a:p>
                  </a:txBody>
                  <a:tcPr marL="0" marR="0" marT="0" marB="0" anchor="b"/>
                </a:tc>
                <a:extLst>
                  <a:ext uri="{0D108BD9-81ED-4DB2-BD59-A6C34878D82A}">
                    <a16:rowId xmlns:a16="http://schemas.microsoft.com/office/drawing/2014/main" val="525985325"/>
                  </a:ext>
                </a:extLst>
              </a:tr>
              <a:tr h="362903">
                <a:tc>
                  <a:txBody>
                    <a:bodyPr/>
                    <a:lstStyle/>
                    <a:p>
                      <a:pPr algn="ctr" fontAlgn="b">
                        <a:buNone/>
                      </a:pPr>
                      <a:r>
                        <a:rPr lang="en-US" sz="1100" u="none" strike="noStrike">
                          <a:effectLst/>
                        </a:rPr>
                        <a:t>5</a:t>
                      </a:r>
                      <a:endParaRPr lang="en-US" sz="11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1100" b="0" i="0" u="none" strike="noStrike">
                          <a:solidFill>
                            <a:schemeClr val="tx1"/>
                          </a:solidFill>
                          <a:effectLst/>
                          <a:latin typeface="+mn-lt"/>
                        </a:rPr>
                        <a:t>58084</a:t>
                      </a:r>
                    </a:p>
                  </a:txBody>
                  <a:tcPr marL="6350" marR="6350" marT="6350" marB="0" anchor="b"/>
                </a:tc>
                <a:tc>
                  <a:txBody>
                    <a:bodyPr/>
                    <a:lstStyle/>
                    <a:p>
                      <a:pPr algn="r" fontAlgn="b">
                        <a:buNone/>
                      </a:pPr>
                      <a:r>
                        <a:rPr lang="en-US" sz="1100" b="0" i="0" u="none" strike="noStrike">
                          <a:solidFill>
                            <a:schemeClr val="tx1"/>
                          </a:solidFill>
                          <a:effectLst/>
                          <a:latin typeface="+mn-lt"/>
                        </a:rPr>
                        <a:t>5</a:t>
                      </a:r>
                    </a:p>
                  </a:txBody>
                  <a:tcPr marL="6350" marR="6350" marT="6350" marB="0" anchor="b"/>
                </a:tc>
                <a:tc>
                  <a:txBody>
                    <a:bodyPr/>
                    <a:lstStyle/>
                    <a:p>
                      <a:pPr algn="r" fontAlgn="b">
                        <a:buNone/>
                      </a:pPr>
                      <a:r>
                        <a:rPr lang="en-US" sz="1100" b="0" i="0" u="none" strike="noStrike">
                          <a:solidFill>
                            <a:schemeClr val="tx1"/>
                          </a:solidFill>
                          <a:effectLst/>
                          <a:latin typeface="+mn-lt"/>
                        </a:rPr>
                        <a:t>0.008608</a:t>
                      </a:r>
                    </a:p>
                  </a:txBody>
                  <a:tcPr marL="6350" marR="6350" marT="6350" marB="0" anchor="b"/>
                </a:tc>
                <a:tc>
                  <a:txBody>
                    <a:bodyPr/>
                    <a:lstStyle/>
                    <a:p>
                      <a:pPr algn="r" fontAlgn="b">
                        <a:buNone/>
                      </a:pPr>
                      <a:r>
                        <a:rPr lang="en-US" sz="1100" b="0" i="0" u="none" strike="noStrike">
                          <a:solidFill>
                            <a:schemeClr val="tx1"/>
                          </a:solidFill>
                          <a:effectLst/>
                          <a:latin typeface="+mn-lt"/>
                        </a:rPr>
                        <a:t>0.60024</a:t>
                      </a:r>
                    </a:p>
                  </a:txBody>
                  <a:tcPr marL="6350" marR="6350" marT="6350" marB="0" anchor="b"/>
                </a:tc>
                <a:tc>
                  <a:txBody>
                    <a:bodyPr/>
                    <a:lstStyle/>
                    <a:p>
                      <a:pPr algn="r" fontAlgn="b">
                        <a:buNone/>
                      </a:pPr>
                      <a:r>
                        <a:rPr lang="en-US" sz="1100" b="0" i="0" u="none" strike="noStrike">
                          <a:solidFill>
                            <a:schemeClr val="tx1"/>
                          </a:solidFill>
                          <a:effectLst/>
                          <a:latin typeface="+mn-lt"/>
                        </a:rPr>
                        <a:t>0.104873573</a:t>
                      </a:r>
                    </a:p>
                  </a:txBody>
                  <a:tcPr marL="0" marR="0" marT="0" marB="0" anchor="b"/>
                </a:tc>
                <a:extLst>
                  <a:ext uri="{0D108BD9-81ED-4DB2-BD59-A6C34878D82A}">
                    <a16:rowId xmlns:a16="http://schemas.microsoft.com/office/drawing/2014/main" val="1635431184"/>
                  </a:ext>
                </a:extLst>
              </a:tr>
              <a:tr h="362903">
                <a:tc>
                  <a:txBody>
                    <a:bodyPr/>
                    <a:lstStyle/>
                    <a:p>
                      <a:pPr algn="ctr" fontAlgn="b">
                        <a:buNone/>
                      </a:pPr>
                      <a:r>
                        <a:rPr lang="en-US" sz="1100" u="none" strike="noStrike">
                          <a:effectLst/>
                        </a:rPr>
                        <a:t>6</a:t>
                      </a:r>
                      <a:endParaRPr lang="en-US" sz="11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1100" b="0" i="0" u="none" strike="noStrike">
                          <a:solidFill>
                            <a:schemeClr val="tx1"/>
                          </a:solidFill>
                          <a:effectLst/>
                          <a:latin typeface="+mn-lt"/>
                        </a:rPr>
                        <a:t>80004</a:t>
                      </a:r>
                    </a:p>
                  </a:txBody>
                  <a:tcPr marL="6350" marR="6350" marT="6350" marB="0" anchor="b"/>
                </a:tc>
                <a:tc>
                  <a:txBody>
                    <a:bodyPr/>
                    <a:lstStyle/>
                    <a:p>
                      <a:pPr algn="r" fontAlgn="b">
                        <a:buNone/>
                      </a:pPr>
                      <a:r>
                        <a:rPr lang="en-US" sz="1100" b="0" i="0" u="none" strike="noStrike">
                          <a:solidFill>
                            <a:schemeClr val="tx1"/>
                          </a:solidFill>
                          <a:effectLst/>
                          <a:latin typeface="+mn-lt"/>
                        </a:rPr>
                        <a:t>3</a:t>
                      </a:r>
                    </a:p>
                  </a:txBody>
                  <a:tcPr marL="6350" marR="6350" marT="6350" marB="0" anchor="b"/>
                </a:tc>
                <a:tc>
                  <a:txBody>
                    <a:bodyPr/>
                    <a:lstStyle/>
                    <a:p>
                      <a:pPr algn="r" fontAlgn="b">
                        <a:buNone/>
                      </a:pPr>
                      <a:r>
                        <a:rPr lang="en-US" sz="1100" b="0" i="0" u="none" strike="noStrike">
                          <a:solidFill>
                            <a:schemeClr val="tx1"/>
                          </a:solidFill>
                          <a:effectLst/>
                          <a:latin typeface="+mn-lt"/>
                        </a:rPr>
                        <a:t>0.00375</a:t>
                      </a:r>
                    </a:p>
                  </a:txBody>
                  <a:tcPr marL="6350" marR="6350" marT="6350" marB="0" anchor="b"/>
                </a:tc>
                <a:tc>
                  <a:txBody>
                    <a:bodyPr/>
                    <a:lstStyle/>
                    <a:p>
                      <a:pPr algn="r" fontAlgn="b">
                        <a:buNone/>
                      </a:pPr>
                      <a:r>
                        <a:rPr lang="en-US" sz="1100" b="0" i="0" u="none" strike="noStrike">
                          <a:solidFill>
                            <a:schemeClr val="tx1"/>
                          </a:solidFill>
                          <a:effectLst/>
                          <a:latin typeface="+mn-lt"/>
                        </a:rPr>
                        <a:t>0.360144</a:t>
                      </a:r>
                    </a:p>
                  </a:txBody>
                  <a:tcPr marL="6350" marR="6350" marT="6350" marB="0" anchor="b"/>
                </a:tc>
                <a:tc>
                  <a:txBody>
                    <a:bodyPr/>
                    <a:lstStyle/>
                    <a:p>
                      <a:pPr algn="r" fontAlgn="b">
                        <a:buNone/>
                      </a:pPr>
                      <a:r>
                        <a:rPr lang="en-US" sz="1100" b="0" i="0" u="none" strike="noStrike">
                          <a:solidFill>
                            <a:schemeClr val="tx1"/>
                          </a:solidFill>
                          <a:effectLst/>
                          <a:latin typeface="+mn-lt"/>
                        </a:rPr>
                        <a:t>0.04568379</a:t>
                      </a:r>
                    </a:p>
                  </a:txBody>
                  <a:tcPr marL="0" marR="0" marT="0" marB="0" anchor="b"/>
                </a:tc>
                <a:extLst>
                  <a:ext uri="{0D108BD9-81ED-4DB2-BD59-A6C34878D82A}">
                    <a16:rowId xmlns:a16="http://schemas.microsoft.com/office/drawing/2014/main" val="4134640696"/>
                  </a:ext>
                </a:extLst>
              </a:tr>
              <a:tr h="362903">
                <a:tc>
                  <a:txBody>
                    <a:bodyPr/>
                    <a:lstStyle/>
                    <a:p>
                      <a:pPr algn="ctr" fontAlgn="b">
                        <a:buNone/>
                      </a:pPr>
                      <a:r>
                        <a:rPr lang="en-US" sz="1100" u="none" strike="noStrike">
                          <a:effectLst/>
                        </a:rPr>
                        <a:t>7</a:t>
                      </a:r>
                      <a:endParaRPr lang="en-US" sz="11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1100" b="0" i="0" u="none" strike="noStrike">
                          <a:solidFill>
                            <a:schemeClr val="tx1"/>
                          </a:solidFill>
                          <a:effectLst/>
                          <a:latin typeface="+mn-lt"/>
                        </a:rPr>
                        <a:t>112175</a:t>
                      </a:r>
                    </a:p>
                  </a:txBody>
                  <a:tcPr marL="6350" marR="6350" marT="6350" marB="0" anchor="b"/>
                </a:tc>
                <a:tc>
                  <a:txBody>
                    <a:bodyPr/>
                    <a:lstStyle/>
                    <a:p>
                      <a:pPr algn="r" fontAlgn="b">
                        <a:buNone/>
                      </a:pPr>
                      <a:r>
                        <a:rPr lang="en-US" sz="1100" b="0" i="0" u="none" strike="noStrike">
                          <a:solidFill>
                            <a:schemeClr val="tx1"/>
                          </a:solidFill>
                          <a:effectLst/>
                          <a:latin typeface="+mn-lt"/>
                        </a:rPr>
                        <a:t>4</a:t>
                      </a:r>
                    </a:p>
                  </a:txBody>
                  <a:tcPr marL="6350" marR="6350" marT="6350" marB="0" anchor="b"/>
                </a:tc>
                <a:tc>
                  <a:txBody>
                    <a:bodyPr/>
                    <a:lstStyle/>
                    <a:p>
                      <a:pPr algn="r" fontAlgn="b">
                        <a:buNone/>
                      </a:pPr>
                      <a:r>
                        <a:rPr lang="en-US" sz="1100" b="0" i="0" u="none" strike="noStrike">
                          <a:solidFill>
                            <a:schemeClr val="tx1"/>
                          </a:solidFill>
                          <a:effectLst/>
                          <a:latin typeface="+mn-lt"/>
                        </a:rPr>
                        <a:t>0.003566</a:t>
                      </a:r>
                    </a:p>
                  </a:txBody>
                  <a:tcPr marL="6350" marR="6350" marT="6350" marB="0" anchor="b"/>
                </a:tc>
                <a:tc>
                  <a:txBody>
                    <a:bodyPr/>
                    <a:lstStyle/>
                    <a:p>
                      <a:pPr algn="r" fontAlgn="b">
                        <a:buNone/>
                      </a:pPr>
                      <a:r>
                        <a:rPr lang="en-US" sz="1100" b="0" i="0" u="none" strike="noStrike">
                          <a:solidFill>
                            <a:schemeClr val="tx1"/>
                          </a:solidFill>
                          <a:effectLst/>
                          <a:latin typeface="+mn-lt"/>
                        </a:rPr>
                        <a:t>0.480192</a:t>
                      </a:r>
                    </a:p>
                  </a:txBody>
                  <a:tcPr marL="6350" marR="6350" marT="6350" marB="0" anchor="b"/>
                </a:tc>
                <a:tc>
                  <a:txBody>
                    <a:bodyPr/>
                    <a:lstStyle/>
                    <a:p>
                      <a:pPr algn="r" fontAlgn="b">
                        <a:buNone/>
                      </a:pPr>
                      <a:r>
                        <a:rPr lang="en-US" sz="1100" b="0" i="0" u="none" strike="noStrike">
                          <a:solidFill>
                            <a:schemeClr val="tx1"/>
                          </a:solidFill>
                          <a:effectLst/>
                          <a:latin typeface="+mn-lt"/>
                        </a:rPr>
                        <a:t>0.043442668</a:t>
                      </a:r>
                    </a:p>
                  </a:txBody>
                  <a:tcPr marL="0" marR="0" marT="0" marB="0" anchor="b"/>
                </a:tc>
                <a:extLst>
                  <a:ext uri="{0D108BD9-81ED-4DB2-BD59-A6C34878D82A}">
                    <a16:rowId xmlns:a16="http://schemas.microsoft.com/office/drawing/2014/main" val="1961370959"/>
                  </a:ext>
                </a:extLst>
              </a:tr>
              <a:tr h="362903">
                <a:tc>
                  <a:txBody>
                    <a:bodyPr/>
                    <a:lstStyle/>
                    <a:p>
                      <a:pPr algn="ctr" fontAlgn="b">
                        <a:buNone/>
                      </a:pPr>
                      <a:r>
                        <a:rPr lang="en-US" sz="1100" u="none" strike="noStrike">
                          <a:effectLst/>
                        </a:rPr>
                        <a:t>8</a:t>
                      </a:r>
                      <a:endParaRPr lang="en-US" sz="11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1100" b="0" i="0" u="none" strike="noStrike">
                          <a:solidFill>
                            <a:schemeClr val="tx1"/>
                          </a:solidFill>
                          <a:effectLst/>
                          <a:latin typeface="+mn-lt"/>
                        </a:rPr>
                        <a:t>118195</a:t>
                      </a:r>
                    </a:p>
                  </a:txBody>
                  <a:tcPr marL="6350" marR="6350" marT="6350" marB="0" anchor="b"/>
                </a:tc>
                <a:tc>
                  <a:txBody>
                    <a:bodyPr/>
                    <a:lstStyle/>
                    <a:p>
                      <a:pPr algn="r" fontAlgn="b">
                        <a:buNone/>
                      </a:pPr>
                      <a:r>
                        <a:rPr lang="en-US" sz="1100" b="0" i="0" u="none" strike="noStrike">
                          <a:solidFill>
                            <a:schemeClr val="tx1"/>
                          </a:solidFill>
                          <a:effectLst/>
                          <a:latin typeface="+mn-lt"/>
                        </a:rPr>
                        <a:t>2</a:t>
                      </a:r>
                    </a:p>
                  </a:txBody>
                  <a:tcPr marL="6350" marR="6350" marT="6350" marB="0" anchor="b"/>
                </a:tc>
                <a:tc>
                  <a:txBody>
                    <a:bodyPr/>
                    <a:lstStyle/>
                    <a:p>
                      <a:pPr algn="r" fontAlgn="b">
                        <a:buNone/>
                      </a:pPr>
                      <a:r>
                        <a:rPr lang="en-US" sz="1100" b="0" i="0" u="none" strike="noStrike">
                          <a:solidFill>
                            <a:schemeClr val="tx1"/>
                          </a:solidFill>
                          <a:effectLst/>
                          <a:latin typeface="+mn-lt"/>
                        </a:rPr>
                        <a:t>0.001692</a:t>
                      </a:r>
                    </a:p>
                  </a:txBody>
                  <a:tcPr marL="6350" marR="6350" marT="6350" marB="0" anchor="b"/>
                </a:tc>
                <a:tc>
                  <a:txBody>
                    <a:bodyPr/>
                    <a:lstStyle/>
                    <a:p>
                      <a:pPr algn="r" fontAlgn="b">
                        <a:buNone/>
                      </a:pPr>
                      <a:r>
                        <a:rPr lang="en-US" sz="1100" b="0" i="0" u="none" strike="noStrike">
                          <a:solidFill>
                            <a:schemeClr val="tx1"/>
                          </a:solidFill>
                          <a:effectLst/>
                          <a:latin typeface="+mn-lt"/>
                        </a:rPr>
                        <a:t>0.240096</a:t>
                      </a:r>
                    </a:p>
                  </a:txBody>
                  <a:tcPr marL="6350" marR="6350" marT="6350" marB="0" anchor="b"/>
                </a:tc>
                <a:tc>
                  <a:txBody>
                    <a:bodyPr/>
                    <a:lstStyle/>
                    <a:p>
                      <a:pPr algn="r" fontAlgn="b">
                        <a:buNone/>
                      </a:pPr>
                      <a:r>
                        <a:rPr lang="en-US" sz="1100" b="0" i="0" u="none" strike="noStrike">
                          <a:solidFill>
                            <a:schemeClr val="tx1"/>
                          </a:solidFill>
                          <a:effectLst/>
                          <a:latin typeface="+mn-lt"/>
                        </a:rPr>
                        <a:t>0.020615006</a:t>
                      </a:r>
                    </a:p>
                  </a:txBody>
                  <a:tcPr marL="0" marR="0" marT="0" marB="0" anchor="b"/>
                </a:tc>
                <a:extLst>
                  <a:ext uri="{0D108BD9-81ED-4DB2-BD59-A6C34878D82A}">
                    <a16:rowId xmlns:a16="http://schemas.microsoft.com/office/drawing/2014/main" val="1063163177"/>
                  </a:ext>
                </a:extLst>
              </a:tr>
              <a:tr h="362903">
                <a:tc>
                  <a:txBody>
                    <a:bodyPr/>
                    <a:lstStyle/>
                    <a:p>
                      <a:pPr algn="ctr" fontAlgn="b">
                        <a:buNone/>
                      </a:pPr>
                      <a:r>
                        <a:rPr lang="en-US" sz="1100" u="none" strike="noStrike">
                          <a:effectLst/>
                        </a:rPr>
                        <a:t>9</a:t>
                      </a:r>
                      <a:endParaRPr lang="en-US" sz="11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1100" b="0" i="0" u="none" strike="noStrike">
                          <a:solidFill>
                            <a:schemeClr val="tx1"/>
                          </a:solidFill>
                          <a:effectLst/>
                          <a:latin typeface="+mn-lt"/>
                        </a:rPr>
                        <a:t>104884</a:t>
                      </a:r>
                    </a:p>
                  </a:txBody>
                  <a:tcPr marL="6350" marR="6350" marT="6350" marB="0" anchor="b"/>
                </a:tc>
                <a:tc>
                  <a:txBody>
                    <a:bodyPr/>
                    <a:lstStyle/>
                    <a:p>
                      <a:pPr algn="r" fontAlgn="b">
                        <a:buNone/>
                      </a:pPr>
                      <a:r>
                        <a:rPr lang="en-US" sz="1100" b="0" i="0" u="none" strike="noStrike">
                          <a:solidFill>
                            <a:schemeClr val="tx1"/>
                          </a:solidFill>
                          <a:effectLst/>
                          <a:latin typeface="+mn-lt"/>
                        </a:rPr>
                        <a:t>5</a:t>
                      </a:r>
                    </a:p>
                  </a:txBody>
                  <a:tcPr marL="6350" marR="6350" marT="6350" marB="0" anchor="b"/>
                </a:tc>
                <a:tc>
                  <a:txBody>
                    <a:bodyPr/>
                    <a:lstStyle/>
                    <a:p>
                      <a:pPr algn="r" fontAlgn="b">
                        <a:buNone/>
                      </a:pPr>
                      <a:r>
                        <a:rPr lang="en-US" sz="1100" b="0" i="0" u="none" strike="noStrike">
                          <a:solidFill>
                            <a:schemeClr val="tx1"/>
                          </a:solidFill>
                          <a:effectLst/>
                          <a:latin typeface="+mn-lt"/>
                        </a:rPr>
                        <a:t>0.004767</a:t>
                      </a:r>
                    </a:p>
                  </a:txBody>
                  <a:tcPr marL="6350" marR="6350" marT="6350" marB="0" anchor="b"/>
                </a:tc>
                <a:tc>
                  <a:txBody>
                    <a:bodyPr/>
                    <a:lstStyle/>
                    <a:p>
                      <a:pPr algn="r" fontAlgn="b">
                        <a:buNone/>
                      </a:pPr>
                      <a:r>
                        <a:rPr lang="en-US" sz="1100" b="0" i="0" u="none" strike="noStrike">
                          <a:solidFill>
                            <a:schemeClr val="tx1"/>
                          </a:solidFill>
                          <a:effectLst/>
                          <a:latin typeface="+mn-lt"/>
                        </a:rPr>
                        <a:t>0.60024</a:t>
                      </a:r>
                    </a:p>
                  </a:txBody>
                  <a:tcPr marL="6350" marR="6350" marT="6350" marB="0" anchor="b"/>
                </a:tc>
                <a:tc>
                  <a:txBody>
                    <a:bodyPr/>
                    <a:lstStyle/>
                    <a:p>
                      <a:pPr algn="r" fontAlgn="b">
                        <a:buNone/>
                      </a:pPr>
                      <a:r>
                        <a:rPr lang="en-US" sz="1100" b="0" i="0" u="none" strike="noStrike">
                          <a:solidFill>
                            <a:schemeClr val="tx1"/>
                          </a:solidFill>
                          <a:effectLst/>
                          <a:latin typeface="+mn-lt"/>
                        </a:rPr>
                        <a:t>0.058078225</a:t>
                      </a:r>
                    </a:p>
                  </a:txBody>
                  <a:tcPr marL="0" marR="0" marT="0" marB="0" anchor="b"/>
                </a:tc>
                <a:extLst>
                  <a:ext uri="{0D108BD9-81ED-4DB2-BD59-A6C34878D82A}">
                    <a16:rowId xmlns:a16="http://schemas.microsoft.com/office/drawing/2014/main" val="1208998826"/>
                  </a:ext>
                </a:extLst>
              </a:tr>
              <a:tr h="362903">
                <a:tc>
                  <a:txBody>
                    <a:bodyPr/>
                    <a:lstStyle/>
                    <a:p>
                      <a:pPr algn="ctr" fontAlgn="b">
                        <a:buNone/>
                      </a:pPr>
                      <a:r>
                        <a:rPr lang="en-US" sz="1100" u="none" strike="noStrike">
                          <a:effectLst/>
                        </a:rPr>
                        <a:t>10</a:t>
                      </a:r>
                      <a:endParaRPr lang="en-US" sz="11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1100" b="0" i="0" u="none" strike="noStrike">
                          <a:solidFill>
                            <a:schemeClr val="tx1"/>
                          </a:solidFill>
                          <a:effectLst/>
                          <a:latin typeface="+mn-lt"/>
                        </a:rPr>
                        <a:t>136258</a:t>
                      </a:r>
                    </a:p>
                  </a:txBody>
                  <a:tcPr marL="6350" marR="6350" marT="6350" marB="0" anchor="b"/>
                </a:tc>
                <a:tc>
                  <a:txBody>
                    <a:bodyPr/>
                    <a:lstStyle/>
                    <a:p>
                      <a:pPr algn="r" fontAlgn="b">
                        <a:buNone/>
                      </a:pPr>
                      <a:r>
                        <a:rPr lang="en-US" sz="1100" b="0" i="0" u="none" strike="noStrike">
                          <a:solidFill>
                            <a:schemeClr val="tx1"/>
                          </a:solidFill>
                          <a:effectLst/>
                          <a:latin typeface="+mn-lt"/>
                        </a:rPr>
                        <a:t>0</a:t>
                      </a:r>
                    </a:p>
                  </a:txBody>
                  <a:tcPr marL="6350" marR="6350" marT="6350" marB="0" anchor="b"/>
                </a:tc>
                <a:tc>
                  <a:txBody>
                    <a:bodyPr/>
                    <a:lstStyle/>
                    <a:p>
                      <a:pPr algn="r" fontAlgn="b">
                        <a:buNone/>
                      </a:pPr>
                      <a:r>
                        <a:rPr lang="en-US" sz="1100" b="0" i="0" u="none" strike="noStrike">
                          <a:solidFill>
                            <a:schemeClr val="tx1"/>
                          </a:solidFill>
                          <a:effectLst/>
                          <a:latin typeface="+mn-lt"/>
                        </a:rPr>
                        <a:t>0</a:t>
                      </a:r>
                    </a:p>
                  </a:txBody>
                  <a:tcPr marL="6350" marR="6350" marT="6350" marB="0" anchor="b"/>
                </a:tc>
                <a:tc>
                  <a:txBody>
                    <a:bodyPr/>
                    <a:lstStyle/>
                    <a:p>
                      <a:pPr algn="r" fontAlgn="b">
                        <a:buNone/>
                      </a:pPr>
                      <a:r>
                        <a:rPr lang="en-US" sz="1100" b="0" i="0" u="none" strike="noStrike">
                          <a:solidFill>
                            <a:schemeClr val="tx1"/>
                          </a:solidFill>
                          <a:effectLst/>
                          <a:latin typeface="+mn-lt"/>
                        </a:rPr>
                        <a:t>0</a:t>
                      </a:r>
                    </a:p>
                  </a:txBody>
                  <a:tcPr marL="6350" marR="6350" marT="6350" marB="0" anchor="b"/>
                </a:tc>
                <a:tc>
                  <a:txBody>
                    <a:bodyPr/>
                    <a:lstStyle/>
                    <a:p>
                      <a:pPr algn="r" fontAlgn="b">
                        <a:buNone/>
                      </a:pPr>
                      <a:r>
                        <a:rPr lang="en-US" sz="1100" b="0" i="0" u="none" strike="noStrike">
                          <a:solidFill>
                            <a:schemeClr val="tx1"/>
                          </a:solidFill>
                          <a:effectLst/>
                          <a:latin typeface="+mn-lt"/>
                        </a:rPr>
                        <a:t>0</a:t>
                      </a:r>
                    </a:p>
                  </a:txBody>
                  <a:tcPr marL="0" marR="0" marT="0" marB="0" anchor="b"/>
                </a:tc>
                <a:extLst>
                  <a:ext uri="{0D108BD9-81ED-4DB2-BD59-A6C34878D82A}">
                    <a16:rowId xmlns:a16="http://schemas.microsoft.com/office/drawing/2014/main" val="3506312584"/>
                  </a:ext>
                </a:extLst>
              </a:tr>
            </a:tbl>
          </a:graphicData>
        </a:graphic>
      </p:graphicFrame>
      <p:sp>
        <p:nvSpPr>
          <p:cNvPr id="13" name="TextBox 12">
            <a:extLst>
              <a:ext uri="{FF2B5EF4-FFF2-40B4-BE49-F238E27FC236}">
                <a16:creationId xmlns:a16="http://schemas.microsoft.com/office/drawing/2014/main" id="{5327695F-3CB8-8966-D80D-D803D2097946}"/>
              </a:ext>
            </a:extLst>
          </p:cNvPr>
          <p:cNvSpPr txBox="1"/>
          <p:nvPr/>
        </p:nvSpPr>
        <p:spPr>
          <a:xfrm>
            <a:off x="365760" y="1271016"/>
            <a:ext cx="11180826" cy="338554"/>
          </a:xfrm>
          <a:prstGeom prst="rect">
            <a:avLst/>
          </a:prstGeom>
          <a:noFill/>
        </p:spPr>
        <p:txBody>
          <a:bodyPr wrap="square">
            <a:spAutoFit/>
          </a:bodyPr>
          <a:lstStyle/>
          <a:p>
            <a:pPr marL="285750" indent="-285750">
              <a:buFont typeface="Arial" panose="020B0604020202020204" pitchFamily="34" charset="0"/>
              <a:buChar char="•"/>
            </a:pPr>
            <a:r>
              <a:rPr lang="en-US" sz="1600" b="0" i="0">
                <a:effectLst/>
                <a:latin typeface="AvenirNext LT Pro Regular" panose="020B0504020202020204" pitchFamily="34" charset="0"/>
              </a:rPr>
              <a:t>XGBClassifier achieves strong, consistent ranking quality with </a:t>
            </a:r>
            <a:r>
              <a:rPr lang="en-US" sz="1600" b="1" i="0">
                <a:effectLst/>
                <a:latin typeface="AvenirNext LT Pro Regular" panose="020B0504020202020204" pitchFamily="34" charset="0"/>
              </a:rPr>
              <a:t>91% of opt-ins captured in the top 3 deciles</a:t>
            </a:r>
            <a:r>
              <a:rPr lang="en-US" sz="1600" b="0" i="0">
                <a:effectLst/>
                <a:latin typeface="AvenirNext LT Pro Regular" panose="020B0504020202020204" pitchFamily="34" charset="0"/>
              </a:rPr>
              <a:t>.</a:t>
            </a:r>
            <a:endParaRPr lang="en-US" sz="1600">
              <a:latin typeface="AvenirNext LT Pro Regular" panose="020B0504020202020204" pitchFamily="34" charset="0"/>
            </a:endParaRPr>
          </a:p>
        </p:txBody>
      </p:sp>
    </p:spTree>
    <p:extLst>
      <p:ext uri="{BB962C8B-B14F-4D97-AF65-F5344CB8AC3E}">
        <p14:creationId xmlns:p14="http://schemas.microsoft.com/office/powerpoint/2010/main" val="22753852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84F70-6FC6-A4FE-95BE-A3ECEBDA4D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3C445E-1936-EAC1-AE06-5025B76F7279}"/>
              </a:ext>
            </a:extLst>
          </p:cNvPr>
          <p:cNvSpPr>
            <a:spLocks noGrp="1"/>
          </p:cNvSpPr>
          <p:nvPr>
            <p:ph type="title"/>
          </p:nvPr>
        </p:nvSpPr>
        <p:spPr>
          <a:xfrm>
            <a:off x="365760" y="822960"/>
            <a:ext cx="10972800" cy="448056"/>
          </a:xfrm>
        </p:spPr>
        <p:txBody>
          <a:bodyPr vert="horz" lIns="0" tIns="45720" rIns="0" bIns="45720" rtlCol="0" anchor="t">
            <a:normAutofit/>
          </a:bodyPr>
          <a:lstStyle/>
          <a:p>
            <a:r>
              <a:rPr lang="en-US" sz="1800" b="1" kern="1200">
                <a:latin typeface="AvenirNext LT Pro Regular" panose="020B0504020202020204" pitchFamily="34" charset="0"/>
                <a:ea typeface="+mj-ea"/>
                <a:cs typeface="+mj-cs"/>
              </a:rPr>
              <a:t>XGBoost Decile Analysis – OOS Testing</a:t>
            </a:r>
          </a:p>
        </p:txBody>
      </p:sp>
      <p:sp>
        <p:nvSpPr>
          <p:cNvPr id="19" name="Slide Number Placeholder 3">
            <a:extLst>
              <a:ext uri="{FF2B5EF4-FFF2-40B4-BE49-F238E27FC236}">
                <a16:creationId xmlns:a16="http://schemas.microsoft.com/office/drawing/2014/main" id="{23D0F7BA-CD6A-95D5-4296-19C8B5474FBD}"/>
              </a:ext>
            </a:extLst>
          </p:cNvPr>
          <p:cNvSpPr>
            <a:spLocks noGrp="1"/>
          </p:cNvSpPr>
          <p:nvPr>
            <p:ph type="sldNum" sz="quarter" idx="12"/>
          </p:nvPr>
        </p:nvSpPr>
        <p:spPr>
          <a:xfrm>
            <a:off x="10904220" y="6309677"/>
            <a:ext cx="457200" cy="365125"/>
          </a:xfrm>
        </p:spPr>
        <p:txBody>
          <a:bodyPr/>
          <a:lstStyle/>
          <a:p>
            <a:pPr>
              <a:spcAft>
                <a:spcPts val="600"/>
              </a:spcAft>
            </a:pPr>
            <a:fld id="{24765544-FD03-4464-B699-C4215568ACB5}" type="slidenum">
              <a:rPr lang="en-US" smtClean="0"/>
              <a:pPr>
                <a:spcAft>
                  <a:spcPts val="600"/>
                </a:spcAft>
              </a:pPr>
              <a:t>16</a:t>
            </a:fld>
            <a:endParaRPr lang="en-US"/>
          </a:p>
        </p:txBody>
      </p:sp>
      <p:sp>
        <p:nvSpPr>
          <p:cNvPr id="4" name="Text Placeholder 3">
            <a:extLst>
              <a:ext uri="{FF2B5EF4-FFF2-40B4-BE49-F238E27FC236}">
                <a16:creationId xmlns:a16="http://schemas.microsoft.com/office/drawing/2014/main" id="{1F8C675D-C379-FB56-1C95-65113C9C9173}"/>
              </a:ext>
            </a:extLst>
          </p:cNvPr>
          <p:cNvSpPr>
            <a:spLocks noGrp="1"/>
          </p:cNvSpPr>
          <p:nvPr>
            <p:ph type="body" sz="quarter" idx="13"/>
          </p:nvPr>
        </p:nvSpPr>
        <p:spPr>
          <a:xfrm>
            <a:off x="365760" y="365760"/>
            <a:ext cx="5943600" cy="365760"/>
          </a:xfrm>
        </p:spPr>
        <p:txBody>
          <a:bodyPr vert="horz" lIns="0" tIns="45720" rIns="0" bIns="45720" rtlCol="0">
            <a:normAutofit/>
          </a:bodyPr>
          <a:lstStyle/>
          <a:p>
            <a:r>
              <a:rPr lang="en-US" b="0" i="0" kern="1200">
                <a:latin typeface="+mj-lt"/>
                <a:ea typeface="+mn-ea"/>
                <a:cs typeface="+mn-cs"/>
              </a:rPr>
              <a:t>Model Output for Circlebacks</a:t>
            </a:r>
          </a:p>
        </p:txBody>
      </p:sp>
      <p:graphicFrame>
        <p:nvGraphicFramePr>
          <p:cNvPr id="12" name="Content Placeholder 11">
            <a:extLst>
              <a:ext uri="{FF2B5EF4-FFF2-40B4-BE49-F238E27FC236}">
                <a16:creationId xmlns:a16="http://schemas.microsoft.com/office/drawing/2014/main" id="{166CD572-F391-306F-EFFC-4CE1E6E259DE}"/>
              </a:ext>
            </a:extLst>
          </p:cNvPr>
          <p:cNvGraphicFramePr>
            <a:graphicFrameLocks noGrp="1"/>
          </p:cNvGraphicFramePr>
          <p:nvPr>
            <p:ph idx="1"/>
            <p:extLst>
              <p:ext uri="{D42A27DB-BD31-4B8C-83A1-F6EECF244321}">
                <p14:modId xmlns:p14="http://schemas.microsoft.com/office/powerpoint/2010/main" val="3753528693"/>
              </p:ext>
            </p:extLst>
          </p:nvPr>
        </p:nvGraphicFramePr>
        <p:xfrm>
          <a:off x="388619" y="1433033"/>
          <a:ext cx="10972801" cy="3991933"/>
        </p:xfrm>
        <a:graphic>
          <a:graphicData uri="http://schemas.openxmlformats.org/drawingml/2006/table">
            <a:tbl>
              <a:tblPr firstRow="1" bandRow="1">
                <a:tableStyleId>{5C22544A-7EE6-4342-B048-85BDC9FD1C3A}</a:tableStyleId>
              </a:tblPr>
              <a:tblGrid>
                <a:gridCol w="1286408">
                  <a:extLst>
                    <a:ext uri="{9D8B030D-6E8A-4147-A177-3AD203B41FA5}">
                      <a16:colId xmlns:a16="http://schemas.microsoft.com/office/drawing/2014/main" val="2563450887"/>
                    </a:ext>
                  </a:extLst>
                </a:gridCol>
                <a:gridCol w="1399250">
                  <a:extLst>
                    <a:ext uri="{9D8B030D-6E8A-4147-A177-3AD203B41FA5}">
                      <a16:colId xmlns:a16="http://schemas.microsoft.com/office/drawing/2014/main" val="3585926242"/>
                    </a:ext>
                  </a:extLst>
                </a:gridCol>
                <a:gridCol w="2211718">
                  <a:extLst>
                    <a:ext uri="{9D8B030D-6E8A-4147-A177-3AD203B41FA5}">
                      <a16:colId xmlns:a16="http://schemas.microsoft.com/office/drawing/2014/main" val="206324020"/>
                    </a:ext>
                  </a:extLst>
                </a:gridCol>
                <a:gridCol w="1873190">
                  <a:extLst>
                    <a:ext uri="{9D8B030D-6E8A-4147-A177-3AD203B41FA5}">
                      <a16:colId xmlns:a16="http://schemas.microsoft.com/office/drawing/2014/main" val="4016730588"/>
                    </a:ext>
                  </a:extLst>
                </a:gridCol>
                <a:gridCol w="2663089">
                  <a:extLst>
                    <a:ext uri="{9D8B030D-6E8A-4147-A177-3AD203B41FA5}">
                      <a16:colId xmlns:a16="http://schemas.microsoft.com/office/drawing/2014/main" val="2616439988"/>
                    </a:ext>
                  </a:extLst>
                </a:gridCol>
                <a:gridCol w="1539146">
                  <a:extLst>
                    <a:ext uri="{9D8B030D-6E8A-4147-A177-3AD203B41FA5}">
                      <a16:colId xmlns:a16="http://schemas.microsoft.com/office/drawing/2014/main" val="2355374445"/>
                    </a:ext>
                  </a:extLst>
                </a:gridCol>
              </a:tblGrid>
              <a:tr h="362903">
                <a:tc>
                  <a:txBody>
                    <a:bodyPr/>
                    <a:lstStyle/>
                    <a:p>
                      <a:pPr algn="ctr" fontAlgn="t">
                        <a:buNone/>
                      </a:pPr>
                      <a:r>
                        <a:rPr lang="en-US" sz="1200" u="none" strike="noStrike">
                          <a:effectLst/>
                        </a:rPr>
                        <a:t>Decile</a:t>
                      </a:r>
                      <a:endParaRPr lang="en-US" sz="1200" b="1" i="0" u="none" strike="noStrike">
                        <a:solidFill>
                          <a:srgbClr val="FFFFFF"/>
                        </a:solidFill>
                        <a:effectLst/>
                        <a:latin typeface="Calibri" panose="020F0502020204030204" pitchFamily="34" charset="0"/>
                      </a:endParaRPr>
                    </a:p>
                  </a:txBody>
                  <a:tcPr marL="0" marR="0" marT="0" marB="0"/>
                </a:tc>
                <a:tc>
                  <a:txBody>
                    <a:bodyPr/>
                    <a:lstStyle/>
                    <a:p>
                      <a:pPr algn="ctr" fontAlgn="t">
                        <a:buNone/>
                      </a:pPr>
                      <a:r>
                        <a:rPr lang="en-US" sz="1200" u="none" strike="noStrike">
                          <a:effectLst/>
                        </a:rPr>
                        <a:t>Counts</a:t>
                      </a:r>
                      <a:endParaRPr lang="en-US" sz="1200" b="1" i="0" u="none" strike="noStrike">
                        <a:solidFill>
                          <a:srgbClr val="FFFFFF"/>
                        </a:solidFill>
                        <a:effectLst/>
                        <a:latin typeface="Calibri" panose="020F0502020204030204" pitchFamily="34" charset="0"/>
                      </a:endParaRPr>
                    </a:p>
                  </a:txBody>
                  <a:tcPr marL="0" marR="0" marT="0" marB="0"/>
                </a:tc>
                <a:tc>
                  <a:txBody>
                    <a:bodyPr/>
                    <a:lstStyle/>
                    <a:p>
                      <a:pPr algn="ctr" fontAlgn="t">
                        <a:buNone/>
                      </a:pPr>
                      <a:r>
                        <a:rPr lang="en-US" sz="1200" u="none" strike="noStrike">
                          <a:effectLst/>
                        </a:rPr>
                        <a:t>Positive Target</a:t>
                      </a:r>
                      <a:endParaRPr lang="en-US" sz="1200" b="1" i="0" u="none" strike="noStrike">
                        <a:solidFill>
                          <a:srgbClr val="FFFFFF"/>
                        </a:solidFill>
                        <a:effectLst/>
                        <a:latin typeface="Calibri" panose="020F0502020204030204" pitchFamily="34" charset="0"/>
                      </a:endParaRPr>
                    </a:p>
                  </a:txBody>
                  <a:tcPr marL="0" marR="0" marT="0" marB="0"/>
                </a:tc>
                <a:tc>
                  <a:txBody>
                    <a:bodyPr/>
                    <a:lstStyle/>
                    <a:p>
                      <a:pPr algn="ctr" fontAlgn="t">
                        <a:buNone/>
                      </a:pPr>
                      <a:r>
                        <a:rPr lang="en-US" sz="1200" u="none" strike="noStrike">
                          <a:effectLst/>
                        </a:rPr>
                        <a:t>Target Rate</a:t>
                      </a:r>
                      <a:endParaRPr lang="en-US" sz="1200" b="1" i="0" u="none" strike="noStrike">
                        <a:solidFill>
                          <a:srgbClr val="FFFFFF"/>
                        </a:solidFill>
                        <a:effectLst/>
                        <a:latin typeface="Calibri" panose="020F0502020204030204" pitchFamily="34" charset="0"/>
                      </a:endParaRPr>
                    </a:p>
                  </a:txBody>
                  <a:tcPr marL="0" marR="0" marT="0" marB="0"/>
                </a:tc>
                <a:tc>
                  <a:txBody>
                    <a:bodyPr/>
                    <a:lstStyle/>
                    <a:p>
                      <a:pPr algn="ctr" fontAlgn="t">
                        <a:buNone/>
                      </a:pPr>
                      <a:r>
                        <a:rPr lang="en-US" sz="1200" u="none" strike="noStrike">
                          <a:effectLst/>
                        </a:rPr>
                        <a:t>Overall_Target PCT</a:t>
                      </a:r>
                      <a:endParaRPr lang="en-US" sz="1200" b="1" i="0" u="none" strike="noStrike">
                        <a:solidFill>
                          <a:srgbClr val="FFFFFF"/>
                        </a:solidFill>
                        <a:effectLst/>
                        <a:latin typeface="Calibri" panose="020F0502020204030204" pitchFamily="34" charset="0"/>
                      </a:endParaRPr>
                    </a:p>
                  </a:txBody>
                  <a:tcPr marL="0" marR="0" marT="0" marB="0"/>
                </a:tc>
                <a:tc>
                  <a:txBody>
                    <a:bodyPr/>
                    <a:lstStyle/>
                    <a:p>
                      <a:pPr algn="ctr" fontAlgn="t">
                        <a:buNone/>
                      </a:pPr>
                      <a:r>
                        <a:rPr lang="en-US" sz="1200" u="none" strike="noStrike">
                          <a:effectLst/>
                        </a:rPr>
                        <a:t>Lift</a:t>
                      </a:r>
                      <a:endParaRPr lang="en-US" sz="1200" b="1" i="0" u="none" strike="noStrike">
                        <a:solidFill>
                          <a:srgbClr val="FFFFFF"/>
                        </a:solidFill>
                        <a:effectLst/>
                        <a:latin typeface="Calibri" panose="020F0502020204030204" pitchFamily="34" charset="0"/>
                      </a:endParaRPr>
                    </a:p>
                  </a:txBody>
                  <a:tcPr marL="0" marR="0" marT="0" marB="0"/>
                </a:tc>
                <a:extLst>
                  <a:ext uri="{0D108BD9-81ED-4DB2-BD59-A6C34878D82A}">
                    <a16:rowId xmlns:a16="http://schemas.microsoft.com/office/drawing/2014/main" val="494655070"/>
                  </a:ext>
                </a:extLst>
              </a:tr>
              <a:tr h="362903">
                <a:tc>
                  <a:txBody>
                    <a:bodyPr/>
                    <a:lstStyle/>
                    <a:p>
                      <a:pPr algn="ctr" fontAlgn="b">
                        <a:buNone/>
                      </a:pPr>
                      <a:r>
                        <a:rPr lang="en-US" sz="1100" b="0" i="0" u="none" strike="noStrike">
                          <a:solidFill>
                            <a:schemeClr val="tx1"/>
                          </a:solidFill>
                          <a:effectLst/>
                          <a:latin typeface="Aptos Narrow" panose="020B0004020202020204" pitchFamily="34" charset="0"/>
                        </a:rPr>
                        <a:t>1</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78234</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327</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0.417976839</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44.18918919</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3.617482</a:t>
                      </a:r>
                    </a:p>
                  </a:txBody>
                  <a:tcPr marL="0" marR="0" marT="0" marB="0" anchor="b"/>
                </a:tc>
                <a:extLst>
                  <a:ext uri="{0D108BD9-81ED-4DB2-BD59-A6C34878D82A}">
                    <a16:rowId xmlns:a16="http://schemas.microsoft.com/office/drawing/2014/main" val="3075488148"/>
                  </a:ext>
                </a:extLst>
              </a:tr>
              <a:tr h="362903">
                <a:tc>
                  <a:txBody>
                    <a:bodyPr/>
                    <a:lstStyle/>
                    <a:p>
                      <a:pPr algn="ctr" fontAlgn="b">
                        <a:buNone/>
                      </a:pPr>
                      <a:r>
                        <a:rPr lang="en-US" sz="1100" b="0" i="0" u="none" strike="noStrike">
                          <a:solidFill>
                            <a:schemeClr val="tx1"/>
                          </a:solidFill>
                          <a:effectLst/>
                          <a:latin typeface="Aptos Narrow" panose="020B0004020202020204" pitchFamily="34" charset="0"/>
                        </a:rPr>
                        <a:t>2</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99363</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224</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0.225436027</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30.27027027</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1.951091</a:t>
                      </a:r>
                    </a:p>
                  </a:txBody>
                  <a:tcPr marL="0" marR="0" marT="0" marB="0" anchor="b"/>
                </a:tc>
                <a:extLst>
                  <a:ext uri="{0D108BD9-81ED-4DB2-BD59-A6C34878D82A}">
                    <a16:rowId xmlns:a16="http://schemas.microsoft.com/office/drawing/2014/main" val="4054561969"/>
                  </a:ext>
                </a:extLst>
              </a:tr>
              <a:tr h="362903">
                <a:tc>
                  <a:txBody>
                    <a:bodyPr/>
                    <a:lstStyle/>
                    <a:p>
                      <a:pPr algn="ctr" fontAlgn="b">
                        <a:buNone/>
                      </a:pPr>
                      <a:r>
                        <a:rPr lang="en-US" sz="1100" b="0" i="0" u="none" strike="noStrike">
                          <a:solidFill>
                            <a:schemeClr val="tx1"/>
                          </a:solidFill>
                          <a:effectLst/>
                          <a:latin typeface="Aptos Narrow" panose="020B0004020202020204" pitchFamily="34" charset="0"/>
                        </a:rPr>
                        <a:t>3</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111722</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129</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0.115465172</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17.43243243</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0.999321</a:t>
                      </a:r>
                    </a:p>
                  </a:txBody>
                  <a:tcPr marL="0" marR="0" marT="0" marB="0" anchor="b"/>
                </a:tc>
                <a:extLst>
                  <a:ext uri="{0D108BD9-81ED-4DB2-BD59-A6C34878D82A}">
                    <a16:rowId xmlns:a16="http://schemas.microsoft.com/office/drawing/2014/main" val="2232252179"/>
                  </a:ext>
                </a:extLst>
              </a:tr>
              <a:tr h="362903">
                <a:tc>
                  <a:txBody>
                    <a:bodyPr/>
                    <a:lstStyle/>
                    <a:p>
                      <a:pPr algn="ctr" fontAlgn="b">
                        <a:buNone/>
                      </a:pPr>
                      <a:r>
                        <a:rPr lang="en-US" sz="1100" b="0" i="0" u="none" strike="noStrike">
                          <a:solidFill>
                            <a:schemeClr val="tx1"/>
                          </a:solidFill>
                          <a:effectLst/>
                          <a:latin typeface="Aptos Narrow" panose="020B0004020202020204" pitchFamily="34" charset="0"/>
                        </a:rPr>
                        <a:t>4</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90812</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49</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0.053957627</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6.621621622</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0.466989</a:t>
                      </a:r>
                    </a:p>
                  </a:txBody>
                  <a:tcPr marL="0" marR="0" marT="0" marB="0" anchor="b"/>
                </a:tc>
                <a:extLst>
                  <a:ext uri="{0D108BD9-81ED-4DB2-BD59-A6C34878D82A}">
                    <a16:rowId xmlns:a16="http://schemas.microsoft.com/office/drawing/2014/main" val="525985325"/>
                  </a:ext>
                </a:extLst>
              </a:tr>
              <a:tr h="362903">
                <a:tc>
                  <a:txBody>
                    <a:bodyPr/>
                    <a:lstStyle/>
                    <a:p>
                      <a:pPr algn="ctr" fontAlgn="b">
                        <a:buNone/>
                      </a:pPr>
                      <a:r>
                        <a:rPr lang="en-US" sz="1100" b="0" i="0" u="none" strike="noStrike">
                          <a:solidFill>
                            <a:schemeClr val="tx1"/>
                          </a:solidFill>
                          <a:effectLst/>
                          <a:latin typeface="Aptos Narrow" panose="020B0004020202020204" pitchFamily="34" charset="0"/>
                        </a:rPr>
                        <a:t>5</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25757</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4</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0.015529759</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0.540540541</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0.134406</a:t>
                      </a:r>
                    </a:p>
                  </a:txBody>
                  <a:tcPr marL="0" marR="0" marT="0" marB="0" anchor="b"/>
                </a:tc>
                <a:extLst>
                  <a:ext uri="{0D108BD9-81ED-4DB2-BD59-A6C34878D82A}">
                    <a16:rowId xmlns:a16="http://schemas.microsoft.com/office/drawing/2014/main" val="1635431184"/>
                  </a:ext>
                </a:extLst>
              </a:tr>
              <a:tr h="362903">
                <a:tc>
                  <a:txBody>
                    <a:bodyPr/>
                    <a:lstStyle/>
                    <a:p>
                      <a:pPr algn="ctr" fontAlgn="b">
                        <a:buNone/>
                      </a:pPr>
                      <a:r>
                        <a:rPr lang="en-US" sz="1100" b="0" i="0" u="none" strike="noStrike">
                          <a:solidFill>
                            <a:schemeClr val="tx1"/>
                          </a:solidFill>
                          <a:effectLst/>
                          <a:latin typeface="Aptos Narrow" panose="020B0004020202020204" pitchFamily="34" charset="0"/>
                        </a:rPr>
                        <a:t>6</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20034</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1</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0.004991514</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0.135135135</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0.0432</a:t>
                      </a:r>
                    </a:p>
                  </a:txBody>
                  <a:tcPr marL="0" marR="0" marT="0" marB="0" anchor="b"/>
                </a:tc>
                <a:extLst>
                  <a:ext uri="{0D108BD9-81ED-4DB2-BD59-A6C34878D82A}">
                    <a16:rowId xmlns:a16="http://schemas.microsoft.com/office/drawing/2014/main" val="4134640696"/>
                  </a:ext>
                </a:extLst>
              </a:tr>
              <a:tr h="362903">
                <a:tc>
                  <a:txBody>
                    <a:bodyPr/>
                    <a:lstStyle/>
                    <a:p>
                      <a:pPr algn="ctr" fontAlgn="b">
                        <a:buNone/>
                      </a:pPr>
                      <a:r>
                        <a:rPr lang="en-US" sz="1100" b="0" i="0" u="none" strike="noStrike">
                          <a:solidFill>
                            <a:schemeClr val="tx1"/>
                          </a:solidFill>
                          <a:effectLst/>
                          <a:latin typeface="Aptos Narrow" panose="020B0004020202020204" pitchFamily="34" charset="0"/>
                        </a:rPr>
                        <a:t>7</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30871</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1</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0.003239286</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0.135135135</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0.028035</a:t>
                      </a:r>
                    </a:p>
                  </a:txBody>
                  <a:tcPr marL="0" marR="0" marT="0" marB="0" anchor="b"/>
                </a:tc>
                <a:extLst>
                  <a:ext uri="{0D108BD9-81ED-4DB2-BD59-A6C34878D82A}">
                    <a16:rowId xmlns:a16="http://schemas.microsoft.com/office/drawing/2014/main" val="1961370959"/>
                  </a:ext>
                </a:extLst>
              </a:tr>
              <a:tr h="362903">
                <a:tc>
                  <a:txBody>
                    <a:bodyPr/>
                    <a:lstStyle/>
                    <a:p>
                      <a:pPr algn="ctr" fontAlgn="b">
                        <a:buNone/>
                      </a:pPr>
                      <a:r>
                        <a:rPr lang="en-US" sz="1100" b="0" i="0" u="none" strike="noStrike">
                          <a:solidFill>
                            <a:schemeClr val="tx1"/>
                          </a:solidFill>
                          <a:effectLst/>
                          <a:latin typeface="Aptos Narrow" panose="020B0004020202020204" pitchFamily="34" charset="0"/>
                        </a:rPr>
                        <a:t>8</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51029</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1</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0.00195967</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0.135135135</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0.01696</a:t>
                      </a:r>
                    </a:p>
                  </a:txBody>
                  <a:tcPr marL="0" marR="0" marT="0" marB="0" anchor="b"/>
                </a:tc>
                <a:extLst>
                  <a:ext uri="{0D108BD9-81ED-4DB2-BD59-A6C34878D82A}">
                    <a16:rowId xmlns:a16="http://schemas.microsoft.com/office/drawing/2014/main" val="1063163177"/>
                  </a:ext>
                </a:extLst>
              </a:tr>
              <a:tr h="362903">
                <a:tc>
                  <a:txBody>
                    <a:bodyPr/>
                    <a:lstStyle/>
                    <a:p>
                      <a:pPr algn="ctr" fontAlgn="b">
                        <a:buNone/>
                      </a:pPr>
                      <a:r>
                        <a:rPr lang="en-US" sz="1100" b="0" i="0" u="none" strike="noStrike">
                          <a:solidFill>
                            <a:schemeClr val="tx1"/>
                          </a:solidFill>
                          <a:effectLst/>
                          <a:latin typeface="Aptos Narrow" panose="020B0004020202020204" pitchFamily="34" charset="0"/>
                        </a:rPr>
                        <a:t>9</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61545</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4</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0.006499309</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0.540540541</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0.05625</a:t>
                      </a:r>
                    </a:p>
                  </a:txBody>
                  <a:tcPr marL="0" marR="0" marT="0" marB="0" anchor="b"/>
                </a:tc>
                <a:extLst>
                  <a:ext uri="{0D108BD9-81ED-4DB2-BD59-A6C34878D82A}">
                    <a16:rowId xmlns:a16="http://schemas.microsoft.com/office/drawing/2014/main" val="1208998826"/>
                  </a:ext>
                </a:extLst>
              </a:tr>
              <a:tr h="362903">
                <a:tc>
                  <a:txBody>
                    <a:bodyPr/>
                    <a:lstStyle/>
                    <a:p>
                      <a:pPr algn="ctr" fontAlgn="b">
                        <a:buNone/>
                      </a:pPr>
                      <a:r>
                        <a:rPr lang="en-US" sz="1100" b="0" i="0" u="none" strike="noStrike">
                          <a:solidFill>
                            <a:schemeClr val="tx1"/>
                          </a:solidFill>
                          <a:effectLst/>
                          <a:latin typeface="Aptos Narrow" panose="020B0004020202020204" pitchFamily="34" charset="0"/>
                        </a:rPr>
                        <a:t>10</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71084</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0</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0</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0</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0</a:t>
                      </a:r>
                    </a:p>
                  </a:txBody>
                  <a:tcPr marL="0" marR="0" marT="0" marB="0" anchor="b"/>
                </a:tc>
                <a:extLst>
                  <a:ext uri="{0D108BD9-81ED-4DB2-BD59-A6C34878D82A}">
                    <a16:rowId xmlns:a16="http://schemas.microsoft.com/office/drawing/2014/main" val="3506312584"/>
                  </a:ext>
                </a:extLst>
              </a:tr>
            </a:tbl>
          </a:graphicData>
        </a:graphic>
      </p:graphicFrame>
    </p:spTree>
    <p:extLst>
      <p:ext uri="{BB962C8B-B14F-4D97-AF65-F5344CB8AC3E}">
        <p14:creationId xmlns:p14="http://schemas.microsoft.com/office/powerpoint/2010/main" val="17287896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1852E-0D24-DF54-EEAC-7AD706D4F9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86219D-244B-FFF4-F437-DC8D0AB440DF}"/>
              </a:ext>
            </a:extLst>
          </p:cNvPr>
          <p:cNvSpPr>
            <a:spLocks noGrp="1"/>
          </p:cNvSpPr>
          <p:nvPr>
            <p:ph type="title"/>
          </p:nvPr>
        </p:nvSpPr>
        <p:spPr>
          <a:xfrm>
            <a:off x="365760" y="822960"/>
            <a:ext cx="10972800" cy="448056"/>
          </a:xfrm>
        </p:spPr>
        <p:txBody>
          <a:bodyPr vert="horz" lIns="0" tIns="45720" rIns="0" bIns="45720" rtlCol="0" anchor="t">
            <a:normAutofit/>
          </a:bodyPr>
          <a:lstStyle/>
          <a:p>
            <a:r>
              <a:rPr lang="en-US" sz="1800" b="1" kern="1200">
                <a:latin typeface="AvenirNext LT Pro Regular" panose="020B0504020202020204" pitchFamily="34" charset="0"/>
                <a:ea typeface="+mj-ea"/>
                <a:cs typeface="+mj-cs"/>
              </a:rPr>
              <a:t>XGBoost Decile Analysis – OOS Testing</a:t>
            </a:r>
          </a:p>
        </p:txBody>
      </p:sp>
      <p:sp>
        <p:nvSpPr>
          <p:cNvPr id="19" name="Slide Number Placeholder 3">
            <a:extLst>
              <a:ext uri="{FF2B5EF4-FFF2-40B4-BE49-F238E27FC236}">
                <a16:creationId xmlns:a16="http://schemas.microsoft.com/office/drawing/2014/main" id="{72E57CBB-78F9-639C-91E9-43A3F3F0069F}"/>
              </a:ext>
            </a:extLst>
          </p:cNvPr>
          <p:cNvSpPr>
            <a:spLocks noGrp="1"/>
          </p:cNvSpPr>
          <p:nvPr>
            <p:ph type="sldNum" sz="quarter" idx="12"/>
          </p:nvPr>
        </p:nvSpPr>
        <p:spPr>
          <a:xfrm>
            <a:off x="10904220" y="6309677"/>
            <a:ext cx="457200" cy="365125"/>
          </a:xfrm>
        </p:spPr>
        <p:txBody>
          <a:bodyPr/>
          <a:lstStyle/>
          <a:p>
            <a:pPr>
              <a:spcAft>
                <a:spcPts val="600"/>
              </a:spcAft>
            </a:pPr>
            <a:fld id="{24765544-FD03-4464-B699-C4215568ACB5}" type="slidenum">
              <a:rPr lang="en-US" smtClean="0"/>
              <a:pPr>
                <a:spcAft>
                  <a:spcPts val="600"/>
                </a:spcAft>
              </a:pPr>
              <a:t>17</a:t>
            </a:fld>
            <a:endParaRPr lang="en-US"/>
          </a:p>
        </p:txBody>
      </p:sp>
      <p:sp>
        <p:nvSpPr>
          <p:cNvPr id="4" name="Text Placeholder 3">
            <a:extLst>
              <a:ext uri="{FF2B5EF4-FFF2-40B4-BE49-F238E27FC236}">
                <a16:creationId xmlns:a16="http://schemas.microsoft.com/office/drawing/2014/main" id="{51739E01-D6CC-2EEF-EC5F-66A7B1271E27}"/>
              </a:ext>
            </a:extLst>
          </p:cNvPr>
          <p:cNvSpPr>
            <a:spLocks noGrp="1"/>
          </p:cNvSpPr>
          <p:nvPr>
            <p:ph type="body" sz="quarter" idx="13"/>
          </p:nvPr>
        </p:nvSpPr>
        <p:spPr>
          <a:xfrm>
            <a:off x="365760" y="365760"/>
            <a:ext cx="5943600" cy="365760"/>
          </a:xfrm>
        </p:spPr>
        <p:txBody>
          <a:bodyPr vert="horz" lIns="0" tIns="45720" rIns="0" bIns="45720" rtlCol="0">
            <a:normAutofit/>
          </a:bodyPr>
          <a:lstStyle/>
          <a:p>
            <a:r>
              <a:rPr lang="en-US" b="0" i="0" kern="1200">
                <a:latin typeface="+mj-lt"/>
                <a:ea typeface="+mn-ea"/>
                <a:cs typeface="+mn-cs"/>
              </a:rPr>
              <a:t>Model Output for Undecideds</a:t>
            </a:r>
          </a:p>
        </p:txBody>
      </p:sp>
      <p:graphicFrame>
        <p:nvGraphicFramePr>
          <p:cNvPr id="12" name="Content Placeholder 11">
            <a:extLst>
              <a:ext uri="{FF2B5EF4-FFF2-40B4-BE49-F238E27FC236}">
                <a16:creationId xmlns:a16="http://schemas.microsoft.com/office/drawing/2014/main" id="{1A66F9D2-B4AD-4A88-F018-618635B5A1B3}"/>
              </a:ext>
            </a:extLst>
          </p:cNvPr>
          <p:cNvGraphicFramePr>
            <a:graphicFrameLocks noGrp="1"/>
          </p:cNvGraphicFramePr>
          <p:nvPr>
            <p:ph idx="1"/>
            <p:extLst>
              <p:ext uri="{D42A27DB-BD31-4B8C-83A1-F6EECF244321}">
                <p14:modId xmlns:p14="http://schemas.microsoft.com/office/powerpoint/2010/main" val="1320774867"/>
              </p:ext>
            </p:extLst>
          </p:nvPr>
        </p:nvGraphicFramePr>
        <p:xfrm>
          <a:off x="388619" y="1362456"/>
          <a:ext cx="10972801" cy="3991933"/>
        </p:xfrm>
        <a:graphic>
          <a:graphicData uri="http://schemas.openxmlformats.org/drawingml/2006/table">
            <a:tbl>
              <a:tblPr firstRow="1" bandRow="1">
                <a:tableStyleId>{5C22544A-7EE6-4342-B048-85BDC9FD1C3A}</a:tableStyleId>
              </a:tblPr>
              <a:tblGrid>
                <a:gridCol w="1286408">
                  <a:extLst>
                    <a:ext uri="{9D8B030D-6E8A-4147-A177-3AD203B41FA5}">
                      <a16:colId xmlns:a16="http://schemas.microsoft.com/office/drawing/2014/main" val="2563450887"/>
                    </a:ext>
                  </a:extLst>
                </a:gridCol>
                <a:gridCol w="1399250">
                  <a:extLst>
                    <a:ext uri="{9D8B030D-6E8A-4147-A177-3AD203B41FA5}">
                      <a16:colId xmlns:a16="http://schemas.microsoft.com/office/drawing/2014/main" val="3585926242"/>
                    </a:ext>
                  </a:extLst>
                </a:gridCol>
                <a:gridCol w="2211718">
                  <a:extLst>
                    <a:ext uri="{9D8B030D-6E8A-4147-A177-3AD203B41FA5}">
                      <a16:colId xmlns:a16="http://schemas.microsoft.com/office/drawing/2014/main" val="206324020"/>
                    </a:ext>
                  </a:extLst>
                </a:gridCol>
                <a:gridCol w="1873190">
                  <a:extLst>
                    <a:ext uri="{9D8B030D-6E8A-4147-A177-3AD203B41FA5}">
                      <a16:colId xmlns:a16="http://schemas.microsoft.com/office/drawing/2014/main" val="4016730588"/>
                    </a:ext>
                  </a:extLst>
                </a:gridCol>
                <a:gridCol w="2663089">
                  <a:extLst>
                    <a:ext uri="{9D8B030D-6E8A-4147-A177-3AD203B41FA5}">
                      <a16:colId xmlns:a16="http://schemas.microsoft.com/office/drawing/2014/main" val="2616439988"/>
                    </a:ext>
                  </a:extLst>
                </a:gridCol>
                <a:gridCol w="1539146">
                  <a:extLst>
                    <a:ext uri="{9D8B030D-6E8A-4147-A177-3AD203B41FA5}">
                      <a16:colId xmlns:a16="http://schemas.microsoft.com/office/drawing/2014/main" val="2355374445"/>
                    </a:ext>
                  </a:extLst>
                </a:gridCol>
              </a:tblGrid>
              <a:tr h="362903">
                <a:tc>
                  <a:txBody>
                    <a:bodyPr/>
                    <a:lstStyle/>
                    <a:p>
                      <a:pPr algn="ctr" fontAlgn="t">
                        <a:buNone/>
                      </a:pPr>
                      <a:r>
                        <a:rPr lang="en-US" sz="1200" u="none" strike="noStrike">
                          <a:effectLst/>
                        </a:rPr>
                        <a:t>Decile</a:t>
                      </a:r>
                      <a:endParaRPr lang="en-US" sz="1200" b="1" i="0" u="none" strike="noStrike">
                        <a:solidFill>
                          <a:srgbClr val="FFFFFF"/>
                        </a:solidFill>
                        <a:effectLst/>
                        <a:latin typeface="Calibri" panose="020F0502020204030204" pitchFamily="34" charset="0"/>
                      </a:endParaRPr>
                    </a:p>
                  </a:txBody>
                  <a:tcPr marL="0" marR="0" marT="0" marB="0"/>
                </a:tc>
                <a:tc>
                  <a:txBody>
                    <a:bodyPr/>
                    <a:lstStyle/>
                    <a:p>
                      <a:pPr algn="ctr" fontAlgn="t">
                        <a:buNone/>
                      </a:pPr>
                      <a:r>
                        <a:rPr lang="en-US" sz="1200" u="none" strike="noStrike">
                          <a:effectLst/>
                        </a:rPr>
                        <a:t>Counts</a:t>
                      </a:r>
                      <a:endParaRPr lang="en-US" sz="1200" b="1" i="0" u="none" strike="noStrike">
                        <a:solidFill>
                          <a:srgbClr val="FFFFFF"/>
                        </a:solidFill>
                        <a:effectLst/>
                        <a:latin typeface="Calibri" panose="020F0502020204030204" pitchFamily="34" charset="0"/>
                      </a:endParaRPr>
                    </a:p>
                  </a:txBody>
                  <a:tcPr marL="0" marR="0" marT="0" marB="0"/>
                </a:tc>
                <a:tc>
                  <a:txBody>
                    <a:bodyPr/>
                    <a:lstStyle/>
                    <a:p>
                      <a:pPr algn="ctr" fontAlgn="t">
                        <a:buNone/>
                      </a:pPr>
                      <a:r>
                        <a:rPr lang="en-US" sz="1200" u="none" strike="noStrike">
                          <a:effectLst/>
                        </a:rPr>
                        <a:t>Positive Target</a:t>
                      </a:r>
                      <a:endParaRPr lang="en-US" sz="1200" b="1" i="0" u="none" strike="noStrike">
                        <a:solidFill>
                          <a:srgbClr val="FFFFFF"/>
                        </a:solidFill>
                        <a:effectLst/>
                        <a:latin typeface="Calibri" panose="020F0502020204030204" pitchFamily="34" charset="0"/>
                      </a:endParaRPr>
                    </a:p>
                  </a:txBody>
                  <a:tcPr marL="0" marR="0" marT="0" marB="0"/>
                </a:tc>
                <a:tc>
                  <a:txBody>
                    <a:bodyPr/>
                    <a:lstStyle/>
                    <a:p>
                      <a:pPr algn="ctr" fontAlgn="t">
                        <a:buNone/>
                      </a:pPr>
                      <a:r>
                        <a:rPr lang="en-US" sz="1200" u="none" strike="noStrike">
                          <a:effectLst/>
                        </a:rPr>
                        <a:t>Target Rate</a:t>
                      </a:r>
                      <a:endParaRPr lang="en-US" sz="1200" b="1" i="0" u="none" strike="noStrike">
                        <a:solidFill>
                          <a:srgbClr val="FFFFFF"/>
                        </a:solidFill>
                        <a:effectLst/>
                        <a:latin typeface="Calibri" panose="020F0502020204030204" pitchFamily="34" charset="0"/>
                      </a:endParaRPr>
                    </a:p>
                  </a:txBody>
                  <a:tcPr marL="0" marR="0" marT="0" marB="0"/>
                </a:tc>
                <a:tc>
                  <a:txBody>
                    <a:bodyPr/>
                    <a:lstStyle/>
                    <a:p>
                      <a:pPr algn="ctr" fontAlgn="t">
                        <a:buNone/>
                      </a:pPr>
                      <a:r>
                        <a:rPr lang="en-US" sz="1200" u="none" strike="noStrike">
                          <a:effectLst/>
                        </a:rPr>
                        <a:t>Overall_Target PCT</a:t>
                      </a:r>
                      <a:endParaRPr lang="en-US" sz="1200" b="1" i="0" u="none" strike="noStrike">
                        <a:solidFill>
                          <a:srgbClr val="FFFFFF"/>
                        </a:solidFill>
                        <a:effectLst/>
                        <a:latin typeface="Calibri" panose="020F0502020204030204" pitchFamily="34" charset="0"/>
                      </a:endParaRPr>
                    </a:p>
                  </a:txBody>
                  <a:tcPr marL="0" marR="0" marT="0" marB="0"/>
                </a:tc>
                <a:tc>
                  <a:txBody>
                    <a:bodyPr/>
                    <a:lstStyle/>
                    <a:p>
                      <a:pPr algn="ctr" fontAlgn="t">
                        <a:buNone/>
                      </a:pPr>
                      <a:r>
                        <a:rPr lang="en-US" sz="1200" u="none" strike="noStrike">
                          <a:effectLst/>
                        </a:rPr>
                        <a:t>Lift</a:t>
                      </a:r>
                      <a:endParaRPr lang="en-US" sz="1200" b="1" i="0" u="none" strike="noStrike">
                        <a:solidFill>
                          <a:srgbClr val="FFFFFF"/>
                        </a:solidFill>
                        <a:effectLst/>
                        <a:latin typeface="Calibri" panose="020F0502020204030204" pitchFamily="34" charset="0"/>
                      </a:endParaRPr>
                    </a:p>
                  </a:txBody>
                  <a:tcPr marL="0" marR="0" marT="0" marB="0"/>
                </a:tc>
                <a:extLst>
                  <a:ext uri="{0D108BD9-81ED-4DB2-BD59-A6C34878D82A}">
                    <a16:rowId xmlns:a16="http://schemas.microsoft.com/office/drawing/2014/main" val="494655070"/>
                  </a:ext>
                </a:extLst>
              </a:tr>
              <a:tr h="362903">
                <a:tc>
                  <a:txBody>
                    <a:bodyPr/>
                    <a:lstStyle/>
                    <a:p>
                      <a:pPr algn="ctr" fontAlgn="b">
                        <a:buNone/>
                      </a:pPr>
                      <a:r>
                        <a:rPr lang="en-US" sz="1100" b="0" i="0" u="none" strike="noStrike">
                          <a:solidFill>
                            <a:schemeClr val="tx1"/>
                          </a:solidFill>
                          <a:effectLst/>
                          <a:latin typeface="Aptos Narrow" panose="020B0004020202020204" pitchFamily="34" charset="0"/>
                        </a:rPr>
                        <a:t>1</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6007</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56</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0.9322</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60.2150</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37.5293</a:t>
                      </a:r>
                    </a:p>
                  </a:txBody>
                  <a:tcPr marL="0" marR="0" marT="0" marB="0" anchor="b"/>
                </a:tc>
                <a:extLst>
                  <a:ext uri="{0D108BD9-81ED-4DB2-BD59-A6C34878D82A}">
                    <a16:rowId xmlns:a16="http://schemas.microsoft.com/office/drawing/2014/main" val="3075488148"/>
                  </a:ext>
                </a:extLst>
              </a:tr>
              <a:tr h="362903">
                <a:tc>
                  <a:txBody>
                    <a:bodyPr/>
                    <a:lstStyle/>
                    <a:p>
                      <a:pPr algn="ctr" fontAlgn="b">
                        <a:buNone/>
                      </a:pPr>
                      <a:r>
                        <a:rPr lang="en-US" sz="1100" b="0" i="0" u="none" strike="noStrike">
                          <a:solidFill>
                            <a:schemeClr val="tx1"/>
                          </a:solidFill>
                          <a:effectLst/>
                          <a:latin typeface="Aptos Narrow" panose="020B0004020202020204" pitchFamily="34" charset="0"/>
                        </a:rPr>
                        <a:t>2</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5705</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18</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0.3155</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19.3548</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12.7015</a:t>
                      </a:r>
                    </a:p>
                  </a:txBody>
                  <a:tcPr marL="0" marR="0" marT="0" marB="0" anchor="b"/>
                </a:tc>
                <a:extLst>
                  <a:ext uri="{0D108BD9-81ED-4DB2-BD59-A6C34878D82A}">
                    <a16:rowId xmlns:a16="http://schemas.microsoft.com/office/drawing/2014/main" val="4054561969"/>
                  </a:ext>
                </a:extLst>
              </a:tr>
              <a:tr h="362903">
                <a:tc>
                  <a:txBody>
                    <a:bodyPr/>
                    <a:lstStyle/>
                    <a:p>
                      <a:pPr algn="ctr" fontAlgn="b">
                        <a:buNone/>
                      </a:pPr>
                      <a:r>
                        <a:rPr lang="en-US" sz="1100" b="0" i="0" u="none" strike="noStrike">
                          <a:solidFill>
                            <a:schemeClr val="tx1"/>
                          </a:solidFill>
                          <a:effectLst/>
                          <a:latin typeface="Aptos Narrow" panose="020B0004020202020204" pitchFamily="34" charset="0"/>
                        </a:rPr>
                        <a:t>3</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6441</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9</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0.1397</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9.6774</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5.6250</a:t>
                      </a:r>
                    </a:p>
                  </a:txBody>
                  <a:tcPr marL="0" marR="0" marT="0" marB="0" anchor="b"/>
                </a:tc>
                <a:extLst>
                  <a:ext uri="{0D108BD9-81ED-4DB2-BD59-A6C34878D82A}">
                    <a16:rowId xmlns:a16="http://schemas.microsoft.com/office/drawing/2014/main" val="2232252179"/>
                  </a:ext>
                </a:extLst>
              </a:tr>
              <a:tr h="362903">
                <a:tc>
                  <a:txBody>
                    <a:bodyPr/>
                    <a:lstStyle/>
                    <a:p>
                      <a:pPr algn="ctr" fontAlgn="b">
                        <a:buNone/>
                      </a:pPr>
                      <a:r>
                        <a:rPr lang="en-US" sz="1100" b="0" i="0" u="none" strike="noStrike">
                          <a:solidFill>
                            <a:schemeClr val="tx1"/>
                          </a:solidFill>
                          <a:effectLst/>
                          <a:latin typeface="Aptos Narrow" panose="020B0004020202020204" pitchFamily="34" charset="0"/>
                        </a:rPr>
                        <a:t>4</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6956</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2</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0.0287</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2.1505</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1.1574</a:t>
                      </a:r>
                    </a:p>
                  </a:txBody>
                  <a:tcPr marL="0" marR="0" marT="0" marB="0" anchor="b"/>
                </a:tc>
                <a:extLst>
                  <a:ext uri="{0D108BD9-81ED-4DB2-BD59-A6C34878D82A}">
                    <a16:rowId xmlns:a16="http://schemas.microsoft.com/office/drawing/2014/main" val="525985325"/>
                  </a:ext>
                </a:extLst>
              </a:tr>
              <a:tr h="362903">
                <a:tc>
                  <a:txBody>
                    <a:bodyPr/>
                    <a:lstStyle/>
                    <a:p>
                      <a:pPr algn="ctr" fontAlgn="b">
                        <a:buNone/>
                      </a:pPr>
                      <a:r>
                        <a:rPr lang="en-US" sz="1100" b="0" i="0" u="none" strike="noStrike">
                          <a:solidFill>
                            <a:schemeClr val="tx1"/>
                          </a:solidFill>
                          <a:effectLst/>
                          <a:latin typeface="Aptos Narrow" panose="020B0004020202020204" pitchFamily="34" charset="0"/>
                        </a:rPr>
                        <a:t>5</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32327</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1</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0.0030</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1.0752</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0.1245</a:t>
                      </a:r>
                    </a:p>
                  </a:txBody>
                  <a:tcPr marL="0" marR="0" marT="0" marB="0" anchor="b"/>
                </a:tc>
                <a:extLst>
                  <a:ext uri="{0D108BD9-81ED-4DB2-BD59-A6C34878D82A}">
                    <a16:rowId xmlns:a16="http://schemas.microsoft.com/office/drawing/2014/main" val="1635431184"/>
                  </a:ext>
                </a:extLst>
              </a:tr>
              <a:tr h="362903">
                <a:tc>
                  <a:txBody>
                    <a:bodyPr/>
                    <a:lstStyle/>
                    <a:p>
                      <a:pPr algn="ctr" fontAlgn="b">
                        <a:buNone/>
                      </a:pPr>
                      <a:r>
                        <a:rPr lang="en-US" sz="1100" b="0" i="0" u="none" strike="noStrike">
                          <a:solidFill>
                            <a:schemeClr val="tx1"/>
                          </a:solidFill>
                          <a:effectLst/>
                          <a:latin typeface="Aptos Narrow" panose="020B0004020202020204" pitchFamily="34" charset="0"/>
                        </a:rPr>
                        <a:t>6</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59970</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2</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0.0033</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2.1505</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0.1342</a:t>
                      </a:r>
                    </a:p>
                  </a:txBody>
                  <a:tcPr marL="0" marR="0" marT="0" marB="0" anchor="b"/>
                </a:tc>
                <a:extLst>
                  <a:ext uri="{0D108BD9-81ED-4DB2-BD59-A6C34878D82A}">
                    <a16:rowId xmlns:a16="http://schemas.microsoft.com/office/drawing/2014/main" val="4134640696"/>
                  </a:ext>
                </a:extLst>
              </a:tr>
              <a:tr h="362903">
                <a:tc>
                  <a:txBody>
                    <a:bodyPr/>
                    <a:lstStyle/>
                    <a:p>
                      <a:pPr algn="ctr" fontAlgn="b">
                        <a:buNone/>
                      </a:pPr>
                      <a:r>
                        <a:rPr lang="en-US" sz="1100" b="0" i="0" u="none" strike="noStrike">
                          <a:solidFill>
                            <a:schemeClr val="tx1"/>
                          </a:solidFill>
                          <a:effectLst/>
                          <a:latin typeface="Aptos Narrow" panose="020B0004020202020204" pitchFamily="34" charset="0"/>
                        </a:rPr>
                        <a:t>7</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81304</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3</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0.0036</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3.2258</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0.1485</a:t>
                      </a:r>
                    </a:p>
                  </a:txBody>
                  <a:tcPr marL="0" marR="0" marT="0" marB="0" anchor="b"/>
                </a:tc>
                <a:extLst>
                  <a:ext uri="{0D108BD9-81ED-4DB2-BD59-A6C34878D82A}">
                    <a16:rowId xmlns:a16="http://schemas.microsoft.com/office/drawing/2014/main" val="1961370959"/>
                  </a:ext>
                </a:extLst>
              </a:tr>
              <a:tr h="362903">
                <a:tc>
                  <a:txBody>
                    <a:bodyPr/>
                    <a:lstStyle/>
                    <a:p>
                      <a:pPr algn="ctr" fontAlgn="b">
                        <a:buNone/>
                      </a:pPr>
                      <a:r>
                        <a:rPr lang="en-US" sz="1100" b="0" i="0" u="none" strike="noStrike">
                          <a:solidFill>
                            <a:schemeClr val="tx1"/>
                          </a:solidFill>
                          <a:effectLst/>
                          <a:latin typeface="Aptos Narrow" panose="020B0004020202020204" pitchFamily="34" charset="0"/>
                        </a:rPr>
                        <a:t>8</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67166</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1</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0.0014</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1.0752</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0.0599</a:t>
                      </a:r>
                    </a:p>
                  </a:txBody>
                  <a:tcPr marL="0" marR="0" marT="0" marB="0" anchor="b"/>
                </a:tc>
                <a:extLst>
                  <a:ext uri="{0D108BD9-81ED-4DB2-BD59-A6C34878D82A}">
                    <a16:rowId xmlns:a16="http://schemas.microsoft.com/office/drawing/2014/main" val="1063163177"/>
                  </a:ext>
                </a:extLst>
              </a:tr>
              <a:tr h="362903">
                <a:tc>
                  <a:txBody>
                    <a:bodyPr/>
                    <a:lstStyle/>
                    <a:p>
                      <a:pPr algn="ctr" fontAlgn="b">
                        <a:buNone/>
                      </a:pPr>
                      <a:r>
                        <a:rPr lang="en-US" sz="1100" b="0" i="0" u="none" strike="noStrike">
                          <a:solidFill>
                            <a:schemeClr val="tx1"/>
                          </a:solidFill>
                          <a:effectLst/>
                          <a:latin typeface="Aptos Narrow" panose="020B0004020202020204" pitchFamily="34" charset="0"/>
                        </a:rPr>
                        <a:t>9</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43339</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1</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0.0023</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1.0752</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0.0928</a:t>
                      </a:r>
                    </a:p>
                  </a:txBody>
                  <a:tcPr marL="0" marR="0" marT="0" marB="0" anchor="b"/>
                </a:tc>
                <a:extLst>
                  <a:ext uri="{0D108BD9-81ED-4DB2-BD59-A6C34878D82A}">
                    <a16:rowId xmlns:a16="http://schemas.microsoft.com/office/drawing/2014/main" val="1208998826"/>
                  </a:ext>
                </a:extLst>
              </a:tr>
              <a:tr h="362903">
                <a:tc>
                  <a:txBody>
                    <a:bodyPr/>
                    <a:lstStyle/>
                    <a:p>
                      <a:pPr algn="ctr" fontAlgn="b">
                        <a:buNone/>
                      </a:pPr>
                      <a:r>
                        <a:rPr lang="en-US" sz="1100" b="0" i="0" u="none" strike="noStrike">
                          <a:solidFill>
                            <a:schemeClr val="tx1"/>
                          </a:solidFill>
                          <a:effectLst/>
                          <a:latin typeface="Aptos Narrow" panose="020B0004020202020204" pitchFamily="34" charset="0"/>
                        </a:rPr>
                        <a:t>10</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65174</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0</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0</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0</a:t>
                      </a:r>
                    </a:p>
                  </a:txBody>
                  <a:tcPr marL="0" marR="0" marT="0" marB="0" anchor="b"/>
                </a:tc>
                <a:tc>
                  <a:txBody>
                    <a:bodyPr/>
                    <a:lstStyle/>
                    <a:p>
                      <a:pPr algn="ctr" fontAlgn="b">
                        <a:buNone/>
                      </a:pPr>
                      <a:r>
                        <a:rPr lang="en-US" sz="1100" b="0" i="0" u="none" strike="noStrike">
                          <a:solidFill>
                            <a:schemeClr val="tx1"/>
                          </a:solidFill>
                          <a:effectLst/>
                          <a:latin typeface="Aptos Narrow" panose="020B0004020202020204" pitchFamily="34" charset="0"/>
                        </a:rPr>
                        <a:t>0</a:t>
                      </a:r>
                    </a:p>
                  </a:txBody>
                  <a:tcPr marL="0" marR="0" marT="0" marB="0" anchor="b"/>
                </a:tc>
                <a:extLst>
                  <a:ext uri="{0D108BD9-81ED-4DB2-BD59-A6C34878D82A}">
                    <a16:rowId xmlns:a16="http://schemas.microsoft.com/office/drawing/2014/main" val="3506312584"/>
                  </a:ext>
                </a:extLst>
              </a:tr>
            </a:tbl>
          </a:graphicData>
        </a:graphic>
      </p:graphicFrame>
    </p:spTree>
    <p:extLst>
      <p:ext uri="{BB962C8B-B14F-4D97-AF65-F5344CB8AC3E}">
        <p14:creationId xmlns:p14="http://schemas.microsoft.com/office/powerpoint/2010/main" val="2778374449"/>
      </p:ext>
    </p:extLst>
  </p:cSld>
  <p:clrMapOvr>
    <a:masterClrMapping/>
  </p:clrMapOvr>
</p:sld>
</file>

<file path=ppt/theme/theme1.xml><?xml version="1.0" encoding="utf-8"?>
<a:theme xmlns:a="http://schemas.openxmlformats.org/drawingml/2006/main" name="White Master Layout">
  <a:themeElements>
    <a:clrScheme name="Zelis">
      <a:dk1>
        <a:srgbClr val="23004B"/>
      </a:dk1>
      <a:lt1>
        <a:sysClr val="window" lastClr="FFFFFF"/>
      </a:lt1>
      <a:dk2>
        <a:srgbClr val="321478"/>
      </a:dk2>
      <a:lt2>
        <a:srgbClr val="5F5FC3"/>
      </a:lt2>
      <a:accent1>
        <a:srgbClr val="23004B"/>
      </a:accent1>
      <a:accent2>
        <a:srgbClr val="41329B"/>
      </a:accent2>
      <a:accent3>
        <a:srgbClr val="FFC000"/>
      </a:accent3>
      <a:accent4>
        <a:srgbClr val="320FFF"/>
      </a:accent4>
      <a:accent5>
        <a:srgbClr val="ECE9FF"/>
      </a:accent5>
      <a:accent6>
        <a:srgbClr val="E61E2D"/>
      </a:accent6>
      <a:hlink>
        <a:srgbClr val="5F5FC3"/>
      </a:hlink>
      <a:folHlink>
        <a:srgbClr val="828CE1"/>
      </a:folHlink>
    </a:clrScheme>
    <a:fontScheme name="Zelis Brand Fonts">
      <a:majorFont>
        <a:latin typeface="Avenir Next LT Pro Demi"/>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BE6B3B08-8556-43E9-9404-9A1EC67F2BBE}" vid="{6E574020-F033-40FE-84B6-E2F002651778}"/>
    </a:ext>
  </a:extLst>
</a:theme>
</file>

<file path=ppt/theme/theme2.xml><?xml version="1.0" encoding="utf-8"?>
<a:theme xmlns:a="http://schemas.openxmlformats.org/drawingml/2006/main" name="Dark Master Layout">
  <a:themeElements>
    <a:clrScheme name="Zelis Theme 2021">
      <a:dk1>
        <a:srgbClr val="23004B"/>
      </a:dk1>
      <a:lt1>
        <a:sysClr val="window" lastClr="FFFFFF"/>
      </a:lt1>
      <a:dk2>
        <a:srgbClr val="AF871E"/>
      </a:dk2>
      <a:lt2>
        <a:srgbClr val="C8C8C8"/>
      </a:lt2>
      <a:accent1>
        <a:srgbClr val="320FFF"/>
      </a:accent1>
      <a:accent2>
        <a:srgbClr val="E61E2D"/>
      </a:accent2>
      <a:accent3>
        <a:srgbClr val="FFBE00"/>
      </a:accent3>
      <a:accent4>
        <a:srgbClr val="00BEDC"/>
      </a:accent4>
      <a:accent5>
        <a:srgbClr val="914796"/>
      </a:accent5>
      <a:accent6>
        <a:srgbClr val="00AB68"/>
      </a:accent6>
      <a:hlink>
        <a:srgbClr val="320FFF"/>
      </a:hlink>
      <a:folHlink>
        <a:srgbClr val="00BED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BE6B3B08-8556-43E9-9404-9A1EC67F2BBE}" vid="{3B767388-5F1B-4C2A-B6BE-1BC383BA853E}"/>
    </a:ext>
  </a:extLst>
</a:theme>
</file>

<file path=ppt/theme/theme3.xml><?xml version="1.0" encoding="utf-8"?>
<a:theme xmlns:a="http://schemas.openxmlformats.org/drawingml/2006/main" name="Zelis">
  <a:themeElements>
    <a:clrScheme name="Zelis - Colours">
      <a:dk1>
        <a:srgbClr val="23004B"/>
      </a:dk1>
      <a:lt1>
        <a:sysClr val="window" lastClr="FFFFFF"/>
      </a:lt1>
      <a:dk2>
        <a:srgbClr val="321478"/>
      </a:dk2>
      <a:lt2>
        <a:srgbClr val="5F5FC3"/>
      </a:lt2>
      <a:accent1>
        <a:srgbClr val="23004B"/>
      </a:accent1>
      <a:accent2>
        <a:srgbClr val="41329B"/>
      </a:accent2>
      <a:accent3>
        <a:srgbClr val="ECE9FF"/>
      </a:accent3>
      <a:accent4>
        <a:srgbClr val="320FFF"/>
      </a:accent4>
      <a:accent5>
        <a:srgbClr val="FFBE00"/>
      </a:accent5>
      <a:accent6>
        <a:srgbClr val="E61E2D"/>
      </a:accent6>
      <a:hlink>
        <a:srgbClr val="5F5FC3"/>
      </a:hlink>
      <a:folHlink>
        <a:srgbClr val="828CE1"/>
      </a:folHlink>
    </a:clrScheme>
    <a:fontScheme name="Zelis Fonts">
      <a:majorFont>
        <a:latin typeface="Avenir Next LT Pro Demi"/>
        <a:ea typeface=""/>
        <a:cs typeface=""/>
      </a:majorFont>
      <a:minorFont>
        <a:latin typeface="AvenirNext LT Pro 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Zelis" id="{7DD36B6B-1478-447A-8E48-8BBB5CF8A72C}" vid="{F592493B-877E-4F33-A28B-3D0D8CC640F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4270CC354DDE9409C9C44B07B33F732" ma:contentTypeVersion="15" ma:contentTypeDescription="Create a new document." ma:contentTypeScope="" ma:versionID="bdff659b63687988e0ac4d8a339d7624">
  <xsd:schema xmlns:xsd="http://www.w3.org/2001/XMLSchema" xmlns:xs="http://www.w3.org/2001/XMLSchema" xmlns:p="http://schemas.microsoft.com/office/2006/metadata/properties" xmlns:ns1="http://schemas.microsoft.com/sharepoint/v3" xmlns:ns2="1330ee98-a10a-4f35-8a5e-ca28a8b70472" xmlns:ns3="537fa557-83b0-4eec-96f5-2b3b1e45f4dd" targetNamespace="http://schemas.microsoft.com/office/2006/metadata/properties" ma:root="true" ma:fieldsID="ccfa070af97e57472fd7fbc6816a294f" ns1:_="" ns2:_="" ns3:_="">
    <xsd:import namespace="http://schemas.microsoft.com/sharepoint/v3"/>
    <xsd:import namespace="1330ee98-a10a-4f35-8a5e-ca28a8b70472"/>
    <xsd:import namespace="537fa557-83b0-4eec-96f5-2b3b1e45f4d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330ee98-a10a-4f35-8a5e-ca28a8b7047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1dea4556-e109-4435-addd-6867da421a82" ma:termSetId="09814cd3-568e-fe90-9814-8d621ff8fb84" ma:anchorId="fba54fb3-c3e1-fe81-a776-ca4b69148c4d" ma:open="true" ma:isKeyword="false">
      <xsd:complexType>
        <xsd:sequence>
          <xsd:element ref="pc:Terms" minOccurs="0" maxOccurs="1"/>
        </xsd:sequence>
      </xsd:complex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37fa557-83b0-4eec-96f5-2b3b1e45f4dd"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330ee98-a10a-4f35-8a5e-ca28a8b70472">
      <Terms xmlns="http://schemas.microsoft.com/office/infopath/2007/PartnerControls"/>
    </lcf76f155ced4ddcb4097134ff3c332f>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88E3734-E771-40C6-B03B-33509932A5FB}">
  <ds:schemaRefs>
    <ds:schemaRef ds:uri="1330ee98-a10a-4f35-8a5e-ca28a8b70472"/>
    <ds:schemaRef ds:uri="537fa557-83b0-4eec-96f5-2b3b1e45f4d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C1DC666-D3CF-4341-AB01-199FD8D8448C}">
  <ds:schemaRefs>
    <ds:schemaRef ds:uri="1330ee98-a10a-4f35-8a5e-ca28a8b70472"/>
    <ds:schemaRef ds:uri="70a78194-cea0-48d5-b120-fd98356521ac"/>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5BC1897B-9DC5-4D4E-89B7-43C9C7AACB98}">
  <ds:schemaRefs>
    <ds:schemaRef ds:uri="http://schemas.microsoft.com/sharepoint/v3/contenttype/forms"/>
  </ds:schemaRefs>
</ds:datastoreItem>
</file>

<file path=docMetadata/LabelInfo.xml><?xml version="1.0" encoding="utf-8"?>
<clbl:labelList xmlns:clbl="http://schemas.microsoft.com/office/2020/mipLabelMetadata">
  <clbl:label id="{1dbadf8f-a2bf-4831-b542-dec57a1ae38b}" enabled="1" method="Privileged" siteId="{2829b063-3f75-4df6-b16d-605d30d1b7a2}" removed="0"/>
</clbl:labelList>
</file>

<file path=docProps/app.xml><?xml version="1.0" encoding="utf-8"?>
<Properties xmlns="http://schemas.openxmlformats.org/officeDocument/2006/extended-properties" xmlns:vt="http://schemas.openxmlformats.org/officeDocument/2006/docPropsVTypes">
  <Template>Zelis Corporate PPT Template v2024</Template>
  <TotalTime>0</TotalTime>
  <Words>1253</Words>
  <Application>Microsoft Office PowerPoint</Application>
  <PresentationFormat>Widescreen</PresentationFormat>
  <Paragraphs>520</Paragraphs>
  <Slides>17</Slides>
  <Notes>5</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17</vt:i4>
      </vt:variant>
    </vt:vector>
  </HeadingPairs>
  <TitlesOfParts>
    <vt:vector size="31" baseType="lpstr">
      <vt:lpstr>Aptos</vt:lpstr>
      <vt:lpstr>Aptos Narrow</vt:lpstr>
      <vt:lpstr>Arial</vt:lpstr>
      <vt:lpstr>Avenir Next</vt:lpstr>
      <vt:lpstr>Avenir Next LT Pro</vt:lpstr>
      <vt:lpstr>Avenir Next LT Pro Demi</vt:lpstr>
      <vt:lpstr>AvenirNext LT Pro Regular</vt:lpstr>
      <vt:lpstr>Calibri</vt:lpstr>
      <vt:lpstr>Georgia</vt:lpstr>
      <vt:lpstr>Georgia Pro</vt:lpstr>
      <vt:lpstr>Segoe UI</vt:lpstr>
      <vt:lpstr>White Master Layout</vt:lpstr>
      <vt:lpstr>Dark Master Layout</vt:lpstr>
      <vt:lpstr>Zelis</vt:lpstr>
      <vt:lpstr>PSR(4): ZAPP Edge Opt-in Propensity ZEDI: Model Re-train Updates</vt:lpstr>
      <vt:lpstr>Our Goal  Develop a predictive model that identifies providers(both circle-backs and undecideds) most likely to opt in to ZAPP Edge payments, enabling proactive and targeted outreach.</vt:lpstr>
      <vt:lpstr>Model re-train included the following changes</vt:lpstr>
      <vt:lpstr>The model aims to identify providers who are more likely to opt-in to ZAPP Edge</vt:lpstr>
      <vt:lpstr>The features that have been used to build the model </vt:lpstr>
      <vt:lpstr>The output will include categorization for providers likely to opt-in</vt:lpstr>
      <vt:lpstr>Retrained Model Delivers Higher Lift Across All Segments</vt:lpstr>
      <vt:lpstr>The top opt-in drivers to empower PSR team in outreach efforts </vt:lpstr>
      <vt:lpstr>PowerPoint Presentation</vt:lpstr>
      <vt:lpstr>PowerPoint Presentation</vt:lpstr>
      <vt:lpstr>Model re-train included the following changes</vt:lpstr>
      <vt:lpstr>PowerPoint Presentation</vt:lpstr>
      <vt:lpstr>The Best Performing ML Model</vt:lpstr>
      <vt:lpstr>Random Survival Forest Decile Analysis – OOS Testing</vt:lpstr>
      <vt:lpstr>XGBoost Decile Analysis – OOS Testing</vt:lpstr>
      <vt:lpstr>XGBoost Decile Analysis – OOS Testing</vt:lpstr>
      <vt:lpstr>XGBoost Decile Analysis – OOS Testing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Positioned to modernize the healthcare financial experience for all.</dc:title>
  <dc:creator>Zelis Healthcare</dc:creator>
  <cp:keywords>Zelis PPT</cp:keywords>
  <cp:lastModifiedBy>Sai Satya Pranav Penta</cp:lastModifiedBy>
  <cp:revision>2</cp:revision>
  <dcterms:created xsi:type="dcterms:W3CDTF">2024-02-01T18:45:02Z</dcterms:created>
  <dcterms:modified xsi:type="dcterms:W3CDTF">2026-07-16T07:00:06Z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2304861</vt:lpwstr>
  </property>
  <property fmtid="{D5CDD505-2E9C-101B-9397-08002B2CF9AE}" pid="3" name="NXPowerLiteSettings">
    <vt:lpwstr>F7000400038000</vt:lpwstr>
  </property>
  <property fmtid="{D5CDD505-2E9C-101B-9397-08002B2CF9AE}" pid="4" name="NXPowerLiteVersion">
    <vt:lpwstr>S9.1.0</vt:lpwstr>
  </property>
  <property fmtid="{D5CDD505-2E9C-101B-9397-08002B2CF9AE}" pid="5" name="ContentTypeId">
    <vt:lpwstr>0x010100C4270CC354DDE9409C9C44B07B33F732</vt:lpwstr>
  </property>
  <property fmtid="{D5CDD505-2E9C-101B-9397-08002B2CF9AE}" pid="6" name="MediaServiceImageTags">
    <vt:lpwstr/>
  </property>
  <property fmtid="{D5CDD505-2E9C-101B-9397-08002B2CF9AE}" pid="7" name="ClassificationContentMarkingFooterLocations">
    <vt:lpwstr>White Master Layout:7\Dark Master Layout:5\Zelis:6</vt:lpwstr>
  </property>
  <property fmtid="{D5CDD505-2E9C-101B-9397-08002B2CF9AE}" pid="8" name="ClassificationContentMarkingFooterText">
    <vt:lpwstr>Public</vt:lpwstr>
  </property>
</Properties>
</file>